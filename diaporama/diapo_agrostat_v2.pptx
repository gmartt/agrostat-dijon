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10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omments/comment5.xml" ContentType="application/vnd.openxmlformats-officedocument.presentationml.comment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omments/comment6.xml" ContentType="application/vnd.openxmlformats-officedocument.presentationml.comments+xml"/>
  <Override PartName="/ppt/notesSlides/notesSlide15.xml" ContentType="application/vnd.openxmlformats-officedocument.presentationml.notesSlide+xml"/>
  <Override PartName="/ppt/comments/comment7.xml" ContentType="application/vnd.openxmlformats-officedocument.presentationml.comment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4" r:id="rId1"/>
    <p:sldMasterId id="2147483776" r:id="rId2"/>
    <p:sldMasterId id="2147483794" r:id="rId3"/>
  </p:sldMasterIdLst>
  <p:notesMasterIdLst>
    <p:notesMasterId r:id="rId25"/>
  </p:notesMasterIdLst>
  <p:sldIdLst>
    <p:sldId id="256" r:id="rId4"/>
    <p:sldId id="281" r:id="rId5"/>
    <p:sldId id="302" r:id="rId6"/>
    <p:sldId id="303" r:id="rId7"/>
    <p:sldId id="306" r:id="rId8"/>
    <p:sldId id="305" r:id="rId9"/>
    <p:sldId id="326" r:id="rId10"/>
    <p:sldId id="325" r:id="rId11"/>
    <p:sldId id="327" r:id="rId12"/>
    <p:sldId id="328" r:id="rId13"/>
    <p:sldId id="314" r:id="rId14"/>
    <p:sldId id="307" r:id="rId15"/>
    <p:sldId id="316" r:id="rId16"/>
    <p:sldId id="322" r:id="rId17"/>
    <p:sldId id="315" r:id="rId18"/>
    <p:sldId id="317" r:id="rId19"/>
    <p:sldId id="318" r:id="rId20"/>
    <p:sldId id="308" r:id="rId21"/>
    <p:sldId id="319" r:id="rId22"/>
    <p:sldId id="320" r:id="rId23"/>
    <p:sldId id="310" r:id="rId2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OUGEARD Stephanie" initials="BS" lastIdx="32" clrIdx="0">
    <p:extLst>
      <p:ext uri="{19B8F6BF-5375-455C-9EA6-DF929625EA0E}">
        <p15:presenceInfo xmlns:p15="http://schemas.microsoft.com/office/powerpoint/2012/main" userId="S::Stephanie.BOUGEARD@anses.fr::30424678-3a90-4260-b90b-cbf9064ad1a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6"/>
    <a:srgbClr val="00BF7D"/>
    <a:srgbClr val="E76BF3"/>
    <a:srgbClr val="F8766D"/>
    <a:srgbClr val="A3A500"/>
    <a:srgbClr val="FFFA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357" autoAdjust="0"/>
  </p:normalViewPr>
  <p:slideViewPr>
    <p:cSldViewPr snapToGrid="0">
      <p:cViewPr varScale="1">
        <p:scale>
          <a:sx n="105" d="100"/>
          <a:sy n="105" d="100"/>
        </p:scale>
        <p:origin x="83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10T15:59:21.087" idx="4">
    <p:pos x="10" y="10"/>
    <p:text/>
    <p:extLst>
      <p:ext uri="{C676402C-5697-4E1C-873F-D02D1690AC5C}">
        <p15:threadingInfo xmlns:p15="http://schemas.microsoft.com/office/powerpoint/2012/main" timeZoneBias="-120"/>
      </p:ext>
    </p:extLst>
  </p:cm>
  <p:cm authorId="1" dt="2026-08-10T16:02:39.048" idx="7">
    <p:pos x="6293" y="1115"/>
    <p:text>ici, je ne parlerai que des méthodes multiblocs prenant en compte le temps (déjà pas mal ; en 20 min, faut faire un peu compact))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10T16:05:35.188" idx="9">
    <p:pos x="10" y="10"/>
    <p:text>dans la partie précédente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10T16:15:02.434" idx="16">
    <p:pos x="10" y="10"/>
    <p:text/>
    <p:extLst>
      <p:ext uri="{C676402C-5697-4E1C-873F-D02D1690AC5C}">
        <p15:threadingInfo xmlns:p15="http://schemas.microsoft.com/office/powerpoint/2012/main" timeZoneBias="-120"/>
      </p:ext>
    </p:extLst>
  </p:cm>
  <p:cm authorId="1" dt="2026-08-10T16:15:08.254" idx="17">
    <p:pos x="146" y="146"/>
    <p:text>Trop de texte à mon avis. Pour t'aider à expliquer la méthode, pose le critère, puis explique chacun des deux sous-critères (synthèse de chaque bloc &amp; modèle reliant les blocs)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10T16:17:05.589" idx="19">
    <p:pos x="7428" y="663"/>
    <p:text>bien mais beaucoup trop détaillé 1 min par diapo ... auras-tu le temps de tout dire ... sûr non).</p:text>
    <p:extLst>
      <p:ext uri="{C676402C-5697-4E1C-873F-D02D1690AC5C}">
        <p15:threadingInfo xmlns:p15="http://schemas.microsoft.com/office/powerpoint/2012/main" timeZoneBias="-120"/>
      </p:ext>
    </p:extLst>
  </p:cm>
  <p:cm authorId="1" dt="2026-08-10T16:18:29.509" idx="20">
    <p:pos x="7428" y="799"/>
    <p:text>Ce qui va intéresser les auditeurs ici, c'est que tu résume bien chaque variable par sa 1ere comp ; interprète une seule variable pour exemple)</p:text>
    <p:extLst>
      <p:ext uri="{C676402C-5697-4E1C-873F-D02D1690AC5C}">
        <p15:threadingInfo xmlns:p15="http://schemas.microsoft.com/office/powerpoint/2012/main" timeZoneBias="-120">
          <p15:parentCm authorId="1" idx="19"/>
        </p15:threadingInfo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10T16:18:59.298" idx="21">
    <p:pos x="10" y="10"/>
    <p:text>bien dans l'esprit (mais trop petit).</p:text>
    <p:extLst>
      <p:ext uri="{C676402C-5697-4E1C-873F-D02D1690AC5C}">
        <p15:threadingInfo xmlns:p15="http://schemas.microsoft.com/office/powerpoint/2012/main" timeZoneBias="-120"/>
      </p:ext>
    </p:extLst>
  </p:cm>
  <p:cm authorId="1" dt="2026-08-10T16:20:23.788" idx="22">
    <p:pos x="10" y="146"/>
    <p:text>Texte d'interprétation ok mais trop long (pas de pharse, juste des 'bullet points' ; à faire apparaître au fur et à mesure de ton interprétation (sinon, ils vont être tout perdus)</p:text>
    <p:extLst>
      <p:ext uri="{C676402C-5697-4E1C-873F-D02D1690AC5C}">
        <p15:threadingInfo xmlns:p15="http://schemas.microsoft.com/office/powerpoint/2012/main" timeZoneBias="-120">
          <p15:parentCm authorId="1" idx="21"/>
        </p15:threadingInfo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10T16:21:45.538" idx="23">
    <p:pos x="6213" y="-3"/>
    <p:text>ça, c'est un truc que tu fais en plus (de la méthode standard GSCA), donc à expliquer en méthodo.</p:text>
    <p:extLst>
      <p:ext uri="{C676402C-5697-4E1C-873F-D02D1690AC5C}">
        <p15:threadingInfo xmlns:p15="http://schemas.microsoft.com/office/powerpoint/2012/main" timeZoneBias="-120"/>
      </p:ext>
    </p:extLst>
  </p:cm>
  <p:cm authorId="1" dt="2026-08-10T16:22:38.630" idx="24">
    <p:pos x="6213" y="133"/>
    <p:text>Je trouve le graphe pas facile à comprendre (en 1 min) ; rien de mieux à te proposer pour le moment, mais je réfléchis</p:text>
    <p:extLst>
      <p:ext uri="{C676402C-5697-4E1C-873F-D02D1690AC5C}">
        <p15:threadingInfo xmlns:p15="http://schemas.microsoft.com/office/powerpoint/2012/main" timeZoneBias="-120">
          <p15:parentCm authorId="1" idx="23"/>
        </p15:threadingInfo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10T16:23:08.827" idx="25">
    <p:pos x="10" y="10"/>
    <p:text>moins de texte</p:text>
    <p:extLst>
      <p:ext uri="{C676402C-5697-4E1C-873F-D02D1690AC5C}">
        <p15:threadingInfo xmlns:p15="http://schemas.microsoft.com/office/powerpoint/2012/main" timeZoneBias="-120"/>
      </p:ext>
    </p:extLst>
  </p:cm>
  <p:cm authorId="1" dt="2026-08-10T16:23:38.277" idx="26">
    <p:pos x="10" y="146"/>
    <p:text>et éventuellement conclusion et perspective sur la même dia (pour laisser plus de temps pour la méthode et les résultats)</p:text>
    <p:extLst>
      <p:ext uri="{C676402C-5697-4E1C-873F-D02D1690AC5C}">
        <p15:threadingInfo xmlns:p15="http://schemas.microsoft.com/office/powerpoint/2012/main" timeZoneBias="-120">
          <p15:parentCm authorId="1" idx="25"/>
        </p15:threadingInfo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FF4373-447A-4C7C-8653-BF00ACFF1518}" type="datetimeFigureOut">
              <a:rPr lang="fr-FR" smtClean="0"/>
              <a:t>26/08/2026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735697-EA32-43CA-9B26-7C1D1AB9B7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6649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Présenter la structure dans laquelle je travaille et avec qui je travaille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35697-EA32-43CA-9B26-7C1D1AB9B7D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606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Peut-être ici mettre un peu plus en avant le contexte scientifique (première bande) et les datas (bande du bas) en faisant apparaître les blocks plus explicitement, peut-être mettre des cartes de la France en </a:t>
            </a:r>
            <a:r>
              <a:rPr lang="fr-FR" dirty="0" err="1"/>
              <a:t>ptit</a:t>
            </a:r>
            <a:r>
              <a:rPr lang="fr-FR" dirty="0"/>
              <a:t> comme on a fait et un graphe qui veut dire qu’on a des variables dans le temps. Plutôt que le cube qui fait plutôt penser au </a:t>
            </a:r>
            <a:r>
              <a:rPr lang="fr-FR" dirty="0" err="1"/>
              <a:t>three-way</a:t>
            </a:r>
            <a:r>
              <a:rPr lang="fr-FR" dirty="0"/>
              <a:t> alors que là c’est pas ce qu’on veut montrer.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E9E4EE-98BF-4852-BD9E-6723B9975AC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2634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Pour l’instant ça on ne fait rien.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E9E4EE-98BF-4852-BD9E-6723B9975AC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42622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Gill Sans MT" panose="020B0502020104020203"/>
              </a:rPr>
              <a:t>More than 67 OH candidate variable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inclusion of companion animals, addressing a gap highlighted by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Jin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al. (2023).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Faire lien entre JACRIA like et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besoin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panel regression models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 : Fischer test between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fixed effects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E9E4EE-98BF-4852-BD9E-6723B9975AC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42458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E9E4EE-98BF-4852-BD9E-6723B9975AC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08738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Gill Sans MT" panose="020B0502020104020203"/>
              </a:rPr>
              <a:t>More than 67 OH candidate variable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inclusion of companion animals, addressing a gap highlighted by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Jin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al. (2023).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Faire lien entre JACRIA like et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besoin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panel regression models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 : Fischer test between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fixed effects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E9E4EE-98BF-4852-BD9E-6723B9975AC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13563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E9E4EE-98BF-4852-BD9E-6723B9975AC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15543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Gill Sans MT" panose="020B0502020104020203"/>
              </a:rPr>
              <a:t>More than 67 OH candidate variable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inclusion of companion animals, addressing a gap highlighted by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Jin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al. (2023).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Faire lien entre JACRIA like et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besoin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panel regression models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 : Fischer test between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fixed effects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E9E4EE-98BF-4852-BD9E-6723B9975AC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85437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Essayer de mettre en avant qu’on veut un modèle et pas des corrélations comme Arthur. Enlever l’histoire des coefficients de </a:t>
            </a:r>
            <a:r>
              <a:rPr lang="fr-FR" dirty="0" err="1"/>
              <a:t>regression</a:t>
            </a:r>
            <a:r>
              <a:rPr lang="fr-FR" dirty="0"/>
              <a:t> et de mettre en quoi ce modèle répond à la problématique principale avec le modèle de structure et le modèle de mesure et les sous-modèles One-</a:t>
            </a:r>
            <a:r>
              <a:rPr lang="fr-FR" dirty="0" err="1"/>
              <a:t>Health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E9E4EE-98BF-4852-BD9E-6723B9975AC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7084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Faire une petite </a:t>
            </a:r>
            <a:r>
              <a:rPr lang="fr-FR" dirty="0" err="1"/>
              <a:t>phrise</a:t>
            </a:r>
            <a:r>
              <a:rPr lang="fr-FR" dirty="0"/>
              <a:t> grisée pour les parties qu’on n’explique pas, ici on ne met pas la fPC2. Le tableau on le vire. Mettre l’histogramme du % d’inertie avec une </a:t>
            </a:r>
            <a:r>
              <a:rPr lang="fr-FR" dirty="0" err="1"/>
              <a:t>hline</a:t>
            </a:r>
            <a:r>
              <a:rPr lang="fr-FR" dirty="0"/>
              <a:t> de 70% pour montrer qu’on résume bien les variables avec les fPC1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E9E4EE-98BF-4852-BD9E-6723B9975AC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71078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Mettre les variables sélectionnées dans chaque block.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35697-EA32-43CA-9B26-7C1D1AB9B7D6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94450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Mettre des équations pas tout le graphe. Dire qu’on a enlevé les liens avec les </a:t>
            </a:r>
            <a:r>
              <a:rPr lang="fr-FR" dirty="0" err="1"/>
              <a:t>paths</a:t>
            </a:r>
            <a:r>
              <a:rPr lang="fr-FR" dirty="0"/>
              <a:t> </a:t>
            </a:r>
            <a:r>
              <a:rPr lang="fr-FR" dirty="0" err="1"/>
              <a:t>coeffs</a:t>
            </a:r>
            <a:r>
              <a:rPr lang="fr-FR" dirty="0"/>
              <a:t> trop petit, reprendre la méthode. Voir pour le modèle de mesure aussi des équation ça peut être pas mal. Revoir ce qu’a fait Servane.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E9E4EE-98BF-4852-BD9E-6723B9975AC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74177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Sans doute à virer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E9E4EE-98BF-4852-BD9E-6723B9975AC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2475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idem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E9E4EE-98BF-4852-BD9E-6723B9975AC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14000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Gill Sans MT" panose="020B0502020104020203"/>
              </a:rPr>
              <a:t>Ne faire </a:t>
            </a:r>
            <a:r>
              <a:rPr lang="en-US" dirty="0" err="1">
                <a:solidFill>
                  <a:srgbClr val="000000"/>
                </a:solidFill>
                <a:latin typeface="Gill Sans MT" panose="020B0502020104020203"/>
              </a:rPr>
              <a:t>qu’une</a:t>
            </a:r>
            <a:r>
              <a:rPr lang="en-US" dirty="0">
                <a:solidFill>
                  <a:srgbClr val="000000"/>
                </a:solidFill>
                <a:latin typeface="Gill Sans MT" panose="020B0502020104020203"/>
              </a:rPr>
              <a:t> slide conclusion/perspective, </a:t>
            </a:r>
            <a:r>
              <a:rPr lang="en-US" dirty="0" err="1">
                <a:solidFill>
                  <a:srgbClr val="000000"/>
                </a:solidFill>
                <a:latin typeface="Gill Sans MT" panose="020B0502020104020203"/>
              </a:rPr>
              <a:t>en</a:t>
            </a:r>
            <a:r>
              <a:rPr lang="en-US" dirty="0">
                <a:solidFill>
                  <a:srgbClr val="000000"/>
                </a:solidFill>
                <a:latin typeface="Gill Sans MT" panose="020B0502020104020203"/>
              </a:rPr>
              <a:t> 4-5 mots. Un point </a:t>
            </a:r>
            <a:r>
              <a:rPr lang="en-US" dirty="0" err="1">
                <a:solidFill>
                  <a:srgbClr val="000000"/>
                </a:solidFill>
                <a:latin typeface="Gill Sans MT" panose="020B0502020104020203"/>
              </a:rPr>
              <a:t>résultats</a:t>
            </a:r>
            <a:r>
              <a:rPr lang="en-US" dirty="0">
                <a:solidFill>
                  <a:srgbClr val="000000"/>
                </a:solidFill>
                <a:latin typeface="Gill Sans MT" panose="020B0502020104020203"/>
              </a:rPr>
              <a:t>, point </a:t>
            </a:r>
            <a:r>
              <a:rPr lang="en-US" dirty="0" err="1">
                <a:solidFill>
                  <a:srgbClr val="000000"/>
                </a:solidFill>
                <a:latin typeface="Gill Sans MT" panose="020B0502020104020203"/>
              </a:rPr>
              <a:t>méthodos</a:t>
            </a:r>
            <a:r>
              <a:rPr lang="en-US" dirty="0">
                <a:solidFill>
                  <a:srgbClr val="000000"/>
                </a:solidFill>
                <a:latin typeface="Gill Sans MT" panose="020B0502020104020203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Gill Sans MT" panose="020B0502020104020203"/>
              </a:rPr>
              <a:t>limite</a:t>
            </a:r>
            <a:r>
              <a:rPr lang="en-US" dirty="0">
                <a:solidFill>
                  <a:srgbClr val="000000"/>
                </a:solidFill>
                <a:latin typeface="Gill Sans MT" panose="020B0502020104020203"/>
              </a:rPr>
              <a:t> et on </a:t>
            </a:r>
            <a:r>
              <a:rPr lang="en-US" dirty="0" err="1">
                <a:solidFill>
                  <a:srgbClr val="000000"/>
                </a:solidFill>
                <a:latin typeface="Gill Sans MT" panose="020B0502020104020203"/>
              </a:rPr>
              <a:t>en</a:t>
            </a:r>
            <a:r>
              <a:rPr lang="en-US" dirty="0">
                <a:solidFill>
                  <a:srgbClr val="000000"/>
                </a:solidFill>
                <a:latin typeface="Gill Sans MT" panose="020B0502020104020203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Gill Sans MT" panose="020B0502020104020203"/>
              </a:rPr>
              <a:t>vient</a:t>
            </a:r>
            <a:r>
              <a:rPr lang="en-US" dirty="0">
                <a:solidFill>
                  <a:srgbClr val="000000"/>
                </a:solidFill>
                <a:latin typeface="Gill Sans MT" panose="020B0502020104020203"/>
              </a:rPr>
              <a:t> aux perspectives.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E9E4EE-98BF-4852-BD9E-6723B9975AC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96906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Gill Sans MT" panose="020B0502020104020203"/>
              </a:rPr>
              <a:t>More than 67 OH candidate variable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inclusion of companion animals, addressing a gap highlighted by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Jin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al. (2023).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Faire lien entre JACRIA like et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besoin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panel regression models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 : Fischer test between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fixed effects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E9E4EE-98BF-4852-BD9E-6723B9975AC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63098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Gill Sans MT" panose="020B0502020104020203"/>
              </a:rPr>
              <a:t>More than 67 OH candidate variable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inclusion of companion animals, addressing a gap highlighted by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Jin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al. (2023).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Faire lien entre JACRIA like et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besoin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panel regression models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 : Fischer test between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fixed effects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E9E4EE-98BF-4852-BD9E-6723B9975AC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6974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969C29-A4D8-462D-A811-79E09AB4C2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7EFB59C-DD1A-401E-B443-628736394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882AFFC-F7CA-4258-9603-35316AB3C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DFF76-4B2F-44E8-8C77-D53050114780}" type="datetimeFigureOut">
              <a:rPr lang="fr-FR" smtClean="0"/>
              <a:t>26/08/2026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EAA7CF8-24F4-41E1-B91F-90F2B0C1F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9763247-BAED-4059-8901-019E098C0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ECE96-96DF-45E1-9E60-9CE54609EC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9294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BB204D-093C-4027-AA9E-C2D8079B8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49891B-D264-43FB-B7C3-BA03873E6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76EDA9F-9343-48A3-BE5B-6C513516E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DFF76-4B2F-44E8-8C77-D53050114780}" type="datetimeFigureOut">
              <a:rPr lang="fr-FR" smtClean="0"/>
              <a:t>26/08/2026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673968-7857-4FD8-837F-B5D0357BE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266AD8-E2D9-4DF3-B7B6-9BFF9BFF6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ECE96-96DF-45E1-9E60-9CE54609EC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97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2CBD63-21C3-4920-9956-EC64AAFA0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693E611-F12D-4F5D-ACAF-675658399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D9F63B7-A56B-4352-876C-65BD30F1F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DFF76-4B2F-44E8-8C77-D53050114780}" type="datetimeFigureOut">
              <a:rPr lang="fr-FR" smtClean="0"/>
              <a:t>26/08/2026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C1C4131-49D8-4CAB-A511-74C9E7649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45C55FC-67C5-45C6-AB4A-723DDAC6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ECE96-96DF-45E1-9E60-9CE54609EC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3607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B0302F-6173-4D8D-A13A-5F7D79D61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BB43CC-1BA0-4130-A7BB-3A56841F8D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3A76A34-7751-482E-ADB3-6C488E36E2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5085D5A-68D5-4725-9FB6-8D5638303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DFF76-4B2F-44E8-8C77-D53050114780}" type="datetimeFigureOut">
              <a:rPr lang="fr-FR" smtClean="0"/>
              <a:t>26/08/2026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27F5361-2E66-4C1D-BE91-7AACE82E8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FB01504-3E82-4EBD-829C-18EEB0991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ECE96-96DF-45E1-9E60-9CE54609EC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7978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2A07BB-F355-4EC3-B844-3368E7CA0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8203E27-FD40-44E4-B079-8F186F0C6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FE4120A-3FDE-46E4-A5B4-C246D77241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CE5FD10-AE9A-4CE2-B92A-F01C55234B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AA7E7D7-47D7-4EEA-874D-9279DA1749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55913E6-A474-4B9C-8701-9B4C7EDA8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DFF76-4B2F-44E8-8C77-D53050114780}" type="datetimeFigureOut">
              <a:rPr lang="fr-FR" smtClean="0"/>
              <a:t>26/08/2026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F562A0B-2209-4173-AF57-D2A4372AC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E09D156-000D-4FD7-B033-E712B7C9C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ECE96-96DF-45E1-9E60-9CE54609EC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6654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120330-FC40-4243-8063-6060F2BDC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A1FBD47-736B-43D8-B487-477DF5FE6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DFF76-4B2F-44E8-8C77-D53050114780}" type="datetimeFigureOut">
              <a:rPr lang="fr-FR" smtClean="0"/>
              <a:t>26/08/2026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65F8195-7E7D-4A88-9A6F-63C853C41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BA2B1D4-FA0B-47B2-92A5-C8EC525E6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ECE96-96DF-45E1-9E60-9CE54609EC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2255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04BC9C9-84AF-4E41-B2CF-6DCA71007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DFF76-4B2F-44E8-8C77-D53050114780}" type="datetimeFigureOut">
              <a:rPr lang="fr-FR" smtClean="0"/>
              <a:t>26/08/2026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16DCA56-87E1-40D2-9D51-34B17FC92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D0FFA3-9361-41CE-817A-E4019F47C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ECE96-96DF-45E1-9E60-9CE54609EC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1342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B23D9A-8E1D-4238-8B8E-9748E4665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37F91F-EE24-4A30-996B-AE46F3E51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C727AFE-5A47-445B-B81A-BBA7073FA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36E1991-1603-4C08-A895-49D746FB7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DFF76-4B2F-44E8-8C77-D53050114780}" type="datetimeFigureOut">
              <a:rPr lang="fr-FR" smtClean="0"/>
              <a:t>26/08/2026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ADDC84A-38D6-49F4-AEA0-B76CC99EA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9D8F820-017B-4D87-B18A-A0F97F609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ECE96-96DF-45E1-9E60-9CE54609EC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7067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7B20E3-F5D6-4B27-AE45-59CDFA65C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D21D812-0B0C-4C29-994D-C6F53592BB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3AB9F53-3EAF-4FE4-9F64-B71E3F819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8A41B87-1278-417F-B1A4-71750CA8A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DFF76-4B2F-44E8-8C77-D53050114780}" type="datetimeFigureOut">
              <a:rPr lang="fr-FR" smtClean="0"/>
              <a:t>26/08/2026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261D6F9-56F1-46DA-9CD6-32C85F806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367C852-C39B-4675-B754-57E990A77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ECE96-96DF-45E1-9E60-9CE54609EC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7185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71984F-5CA0-42CA-AD2D-A87FEC481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157B29B-548F-4E83-BE45-4522052CE1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8E0B54-E72E-488A-9851-EBDC02F33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DFF76-4B2F-44E8-8C77-D53050114780}" type="datetimeFigureOut">
              <a:rPr lang="fr-FR" smtClean="0"/>
              <a:t>26/08/2026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CD821A-01D9-42D3-ABC3-03DBBC68D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18EE6BF-0FC1-4AD4-96F3-483609D74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ECE96-96DF-45E1-9E60-9CE54609EC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2087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FE41A4E-59AA-42B2-99E7-5B3D192FFC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276482C-1E82-4397-8AB5-5AE0E96D89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B6BCAF-34D6-4F0C-8A6D-550237A23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DFF76-4B2F-44E8-8C77-D53050114780}" type="datetimeFigureOut">
              <a:rPr lang="fr-FR" smtClean="0"/>
              <a:t>26/08/2026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ABBDBE-C7B6-4D7A-A2ED-6221A3A00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0D52049-4626-48FE-AB21-7962A0690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ECE96-96DF-45E1-9E60-9CE54609EC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27461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uverture F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 userDrawn="1"/>
        </p:nvSpPr>
        <p:spPr>
          <a:xfrm>
            <a:off x="365190" y="6059015"/>
            <a:ext cx="4569829" cy="761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947" b="1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Connaître, évaluer, protéger</a:t>
            </a:r>
          </a:p>
          <a:p>
            <a:endParaRPr lang="fr-FR" sz="2400" dirty="0"/>
          </a:p>
        </p:txBody>
      </p:sp>
      <p:grpSp>
        <p:nvGrpSpPr>
          <p:cNvPr id="15" name="Graphique 2">
            <a:extLst>
              <a:ext uri="{FF2B5EF4-FFF2-40B4-BE49-F238E27FC236}">
                <a16:creationId xmlns:a16="http://schemas.microsoft.com/office/drawing/2014/main" id="{441A5E56-2E95-41CA-AAB0-759EE6144DD3}"/>
              </a:ext>
            </a:extLst>
          </p:cNvPr>
          <p:cNvGrpSpPr/>
          <p:nvPr userDrawn="1"/>
        </p:nvGrpSpPr>
        <p:grpSpPr>
          <a:xfrm>
            <a:off x="485450" y="490301"/>
            <a:ext cx="2434167" cy="1700065"/>
            <a:chOff x="2471737" y="1104900"/>
            <a:chExt cx="4200493" cy="2933699"/>
          </a:xfrm>
        </p:grpSpPr>
        <p:grpSp>
          <p:nvGrpSpPr>
            <p:cNvPr id="16" name="Graphique 2">
              <a:extLst>
                <a:ext uri="{FF2B5EF4-FFF2-40B4-BE49-F238E27FC236}">
                  <a16:creationId xmlns:a16="http://schemas.microsoft.com/office/drawing/2014/main" id="{449FE406-B627-4201-A48F-A2354F4D9824}"/>
                </a:ext>
              </a:extLst>
            </p:cNvPr>
            <p:cNvGrpSpPr/>
            <p:nvPr/>
          </p:nvGrpSpPr>
          <p:grpSpPr>
            <a:xfrm>
              <a:off x="2471737" y="3195351"/>
              <a:ext cx="4200493" cy="843248"/>
              <a:chOff x="2471737" y="3195351"/>
              <a:chExt cx="4200493" cy="843248"/>
            </a:xfrm>
            <a:solidFill>
              <a:srgbClr val="000000"/>
            </a:solidFill>
          </p:grpSpPr>
          <p:sp>
            <p:nvSpPr>
              <p:cNvPr id="22" name="Forme libre : forme 21">
                <a:extLst>
                  <a:ext uri="{FF2B5EF4-FFF2-40B4-BE49-F238E27FC236}">
                    <a16:creationId xmlns:a16="http://schemas.microsoft.com/office/drawing/2014/main" id="{C910B22B-3BD7-402A-AEC9-1C03E747DCA5}"/>
                  </a:ext>
                </a:extLst>
              </p:cNvPr>
              <p:cNvSpPr/>
              <p:nvPr/>
            </p:nvSpPr>
            <p:spPr>
              <a:xfrm>
                <a:off x="3415855" y="3211258"/>
                <a:ext cx="749807" cy="821340"/>
              </a:xfrm>
              <a:custGeom>
                <a:avLst/>
                <a:gdLst>
                  <a:gd name="connsiteX0" fmla="*/ 444913 w 749807"/>
                  <a:gd name="connsiteY0" fmla="*/ 0 h 821340"/>
                  <a:gd name="connsiteX1" fmla="*/ 159258 w 749807"/>
                  <a:gd name="connsiteY1" fmla="*/ 114300 h 821340"/>
                  <a:gd name="connsiteX2" fmla="*/ 159258 w 749807"/>
                  <a:gd name="connsiteY2" fmla="*/ 0 h 821340"/>
                  <a:gd name="connsiteX3" fmla="*/ 0 w 749807"/>
                  <a:gd name="connsiteY3" fmla="*/ 0 h 821340"/>
                  <a:gd name="connsiteX4" fmla="*/ 0 w 749807"/>
                  <a:gd name="connsiteY4" fmla="*/ 821341 h 821340"/>
                  <a:gd name="connsiteX5" fmla="*/ 159258 w 749807"/>
                  <a:gd name="connsiteY5" fmla="*/ 821341 h 821340"/>
                  <a:gd name="connsiteX6" fmla="*/ 159258 w 749807"/>
                  <a:gd name="connsiteY6" fmla="*/ 321945 h 821340"/>
                  <a:gd name="connsiteX7" fmla="*/ 416147 w 749807"/>
                  <a:gd name="connsiteY7" fmla="*/ 131254 h 821340"/>
                  <a:gd name="connsiteX8" fmla="*/ 589978 w 749807"/>
                  <a:gd name="connsiteY8" fmla="*/ 276701 h 821340"/>
                  <a:gd name="connsiteX9" fmla="*/ 590550 w 749807"/>
                  <a:gd name="connsiteY9" fmla="*/ 276701 h 821340"/>
                  <a:gd name="connsiteX10" fmla="*/ 590550 w 749807"/>
                  <a:gd name="connsiteY10" fmla="*/ 821245 h 821340"/>
                  <a:gd name="connsiteX11" fmla="*/ 749808 w 749807"/>
                  <a:gd name="connsiteY11" fmla="*/ 821245 h 821340"/>
                  <a:gd name="connsiteX12" fmla="*/ 749808 w 749807"/>
                  <a:gd name="connsiteY12" fmla="*/ 276796 h 821340"/>
                  <a:gd name="connsiteX13" fmla="*/ 444913 w 749807"/>
                  <a:gd name="connsiteY13" fmla="*/ 0 h 821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49807" h="821340">
                    <a:moveTo>
                      <a:pt x="444913" y="0"/>
                    </a:moveTo>
                    <a:cubicBezTo>
                      <a:pt x="248126" y="0"/>
                      <a:pt x="160972" y="112109"/>
                      <a:pt x="159258" y="114300"/>
                    </a:cubicBezTo>
                    <a:lnTo>
                      <a:pt x="159258" y="0"/>
                    </a:lnTo>
                    <a:lnTo>
                      <a:pt x="0" y="0"/>
                    </a:lnTo>
                    <a:lnTo>
                      <a:pt x="0" y="821341"/>
                    </a:lnTo>
                    <a:lnTo>
                      <a:pt x="159258" y="821341"/>
                    </a:lnTo>
                    <a:lnTo>
                      <a:pt x="159258" y="321945"/>
                    </a:lnTo>
                    <a:cubicBezTo>
                      <a:pt x="162687" y="201263"/>
                      <a:pt x="314420" y="131254"/>
                      <a:pt x="416147" y="131254"/>
                    </a:cubicBezTo>
                    <a:cubicBezTo>
                      <a:pt x="492157" y="131254"/>
                      <a:pt x="589978" y="183261"/>
                      <a:pt x="589978" y="276701"/>
                    </a:cubicBezTo>
                    <a:lnTo>
                      <a:pt x="590550" y="276701"/>
                    </a:lnTo>
                    <a:lnTo>
                      <a:pt x="590550" y="821245"/>
                    </a:lnTo>
                    <a:lnTo>
                      <a:pt x="749808" y="821245"/>
                    </a:lnTo>
                    <a:lnTo>
                      <a:pt x="749808" y="276796"/>
                    </a:lnTo>
                    <a:cubicBezTo>
                      <a:pt x="749713" y="92107"/>
                      <a:pt x="612743" y="0"/>
                      <a:pt x="444913" y="0"/>
                    </a:cubicBez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23" name="Forme libre : forme 22">
                <a:extLst>
                  <a:ext uri="{FF2B5EF4-FFF2-40B4-BE49-F238E27FC236}">
                    <a16:creationId xmlns:a16="http://schemas.microsoft.com/office/drawing/2014/main" id="{864E6E91-5585-4F6F-ACE6-4A6FF76C47A8}"/>
                  </a:ext>
                </a:extLst>
              </p:cNvPr>
              <p:cNvSpPr/>
              <p:nvPr/>
            </p:nvSpPr>
            <p:spPr>
              <a:xfrm>
                <a:off x="6005059" y="3199161"/>
                <a:ext cx="667170" cy="837247"/>
              </a:xfrm>
              <a:custGeom>
                <a:avLst/>
                <a:gdLst>
                  <a:gd name="connsiteX0" fmla="*/ 413552 w 667170"/>
                  <a:gd name="connsiteY0" fmla="*/ 346234 h 837247"/>
                  <a:gd name="connsiteX1" fmla="*/ 413552 w 667170"/>
                  <a:gd name="connsiteY1" fmla="*/ 346043 h 837247"/>
                  <a:gd name="connsiteX2" fmla="*/ 270391 w 667170"/>
                  <a:gd name="connsiteY2" fmla="*/ 346043 h 837247"/>
                  <a:gd name="connsiteX3" fmla="*/ 151614 w 667170"/>
                  <a:gd name="connsiteY3" fmla="*/ 241649 h 837247"/>
                  <a:gd name="connsiteX4" fmla="*/ 323255 w 667170"/>
                  <a:gd name="connsiteY4" fmla="*/ 139256 h 837247"/>
                  <a:gd name="connsiteX5" fmla="*/ 571952 w 667170"/>
                  <a:gd name="connsiteY5" fmla="*/ 184309 h 837247"/>
                  <a:gd name="connsiteX6" fmla="*/ 626531 w 667170"/>
                  <a:gd name="connsiteY6" fmla="*/ 55912 h 837247"/>
                  <a:gd name="connsiteX7" fmla="*/ 339161 w 667170"/>
                  <a:gd name="connsiteY7" fmla="*/ 0 h 837247"/>
                  <a:gd name="connsiteX8" fmla="*/ 357 w 667170"/>
                  <a:gd name="connsiteY8" fmla="*/ 243650 h 837247"/>
                  <a:gd name="connsiteX9" fmla="*/ 253627 w 667170"/>
                  <a:gd name="connsiteY9" fmla="*/ 491204 h 837247"/>
                  <a:gd name="connsiteX10" fmla="*/ 253627 w 667170"/>
                  <a:gd name="connsiteY10" fmla="*/ 491395 h 837247"/>
                  <a:gd name="connsiteX11" fmla="*/ 396788 w 667170"/>
                  <a:gd name="connsiteY11" fmla="*/ 491395 h 837247"/>
                  <a:gd name="connsiteX12" fmla="*/ 515564 w 667170"/>
                  <a:gd name="connsiteY12" fmla="*/ 595694 h 837247"/>
                  <a:gd name="connsiteX13" fmla="*/ 343924 w 667170"/>
                  <a:gd name="connsiteY13" fmla="*/ 698087 h 837247"/>
                  <a:gd name="connsiteX14" fmla="*/ 68080 w 667170"/>
                  <a:gd name="connsiteY14" fmla="*/ 640842 h 837247"/>
                  <a:gd name="connsiteX15" fmla="*/ 13978 w 667170"/>
                  <a:gd name="connsiteY15" fmla="*/ 768572 h 837247"/>
                  <a:gd name="connsiteX16" fmla="*/ 328017 w 667170"/>
                  <a:gd name="connsiteY16" fmla="*/ 837247 h 837247"/>
                  <a:gd name="connsiteX17" fmla="*/ 666821 w 667170"/>
                  <a:gd name="connsiteY17" fmla="*/ 593598 h 837247"/>
                  <a:gd name="connsiteX18" fmla="*/ 413552 w 667170"/>
                  <a:gd name="connsiteY18" fmla="*/ 346234 h 837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67170" h="837247">
                    <a:moveTo>
                      <a:pt x="413552" y="346234"/>
                    </a:moveTo>
                    <a:lnTo>
                      <a:pt x="413552" y="346043"/>
                    </a:lnTo>
                    <a:lnTo>
                      <a:pt x="270391" y="346043"/>
                    </a:lnTo>
                    <a:cubicBezTo>
                      <a:pt x="190857" y="346043"/>
                      <a:pt x="148376" y="315373"/>
                      <a:pt x="151614" y="241649"/>
                    </a:cubicBezTo>
                    <a:cubicBezTo>
                      <a:pt x="154948" y="163830"/>
                      <a:pt x="239720" y="139256"/>
                      <a:pt x="323255" y="139256"/>
                    </a:cubicBezTo>
                    <a:cubicBezTo>
                      <a:pt x="442317" y="139256"/>
                      <a:pt x="530233" y="167545"/>
                      <a:pt x="571952" y="184309"/>
                    </a:cubicBezTo>
                    <a:lnTo>
                      <a:pt x="626531" y="55912"/>
                    </a:lnTo>
                    <a:cubicBezTo>
                      <a:pt x="580716" y="36004"/>
                      <a:pt x="478608" y="0"/>
                      <a:pt x="339161" y="0"/>
                    </a:cubicBezTo>
                    <a:cubicBezTo>
                      <a:pt x="199906" y="0"/>
                      <a:pt x="8549" y="55245"/>
                      <a:pt x="357" y="243650"/>
                    </a:cubicBezTo>
                    <a:cubicBezTo>
                      <a:pt x="-7644" y="427196"/>
                      <a:pt x="120086" y="488252"/>
                      <a:pt x="253627" y="491204"/>
                    </a:cubicBezTo>
                    <a:lnTo>
                      <a:pt x="253627" y="491395"/>
                    </a:lnTo>
                    <a:lnTo>
                      <a:pt x="396788" y="491395"/>
                    </a:lnTo>
                    <a:cubicBezTo>
                      <a:pt x="476321" y="491395"/>
                      <a:pt x="518803" y="522065"/>
                      <a:pt x="515564" y="595694"/>
                    </a:cubicBezTo>
                    <a:cubicBezTo>
                      <a:pt x="512231" y="673513"/>
                      <a:pt x="427458" y="698087"/>
                      <a:pt x="343924" y="698087"/>
                    </a:cubicBezTo>
                    <a:cubicBezTo>
                      <a:pt x="174855" y="698087"/>
                      <a:pt x="68080" y="640842"/>
                      <a:pt x="68080" y="640842"/>
                    </a:cubicBezTo>
                    <a:lnTo>
                      <a:pt x="13978" y="768572"/>
                    </a:lnTo>
                    <a:cubicBezTo>
                      <a:pt x="13978" y="768572"/>
                      <a:pt x="135612" y="837247"/>
                      <a:pt x="328017" y="837247"/>
                    </a:cubicBezTo>
                    <a:cubicBezTo>
                      <a:pt x="467177" y="837247"/>
                      <a:pt x="658630" y="782003"/>
                      <a:pt x="666821" y="593598"/>
                    </a:cubicBezTo>
                    <a:cubicBezTo>
                      <a:pt x="674727" y="410337"/>
                      <a:pt x="547092" y="349282"/>
                      <a:pt x="413552" y="346234"/>
                    </a:cubicBez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24" name="Forme libre : forme 23">
                <a:extLst>
                  <a:ext uri="{FF2B5EF4-FFF2-40B4-BE49-F238E27FC236}">
                    <a16:creationId xmlns:a16="http://schemas.microsoft.com/office/drawing/2014/main" id="{1FA0679D-AE7B-46B1-934A-E8319FC98439}"/>
                  </a:ext>
                </a:extLst>
              </p:cNvPr>
              <p:cNvSpPr/>
              <p:nvPr/>
            </p:nvSpPr>
            <p:spPr>
              <a:xfrm>
                <a:off x="5090064" y="3195351"/>
                <a:ext cx="793527" cy="843248"/>
              </a:xfrm>
              <a:custGeom>
                <a:avLst/>
                <a:gdLst>
                  <a:gd name="connsiteX0" fmla="*/ 403765 w 793527"/>
                  <a:gd name="connsiteY0" fmla="*/ 0 h 843248"/>
                  <a:gd name="connsiteX1" fmla="*/ 0 w 793527"/>
                  <a:gd name="connsiteY1" fmla="*/ 429578 h 843248"/>
                  <a:gd name="connsiteX2" fmla="*/ 440722 w 793527"/>
                  <a:gd name="connsiteY2" fmla="*/ 843248 h 843248"/>
                  <a:gd name="connsiteX3" fmla="*/ 753808 w 793527"/>
                  <a:gd name="connsiteY3" fmla="*/ 774573 h 843248"/>
                  <a:gd name="connsiteX4" fmla="*/ 695134 w 793527"/>
                  <a:gd name="connsiteY4" fmla="*/ 652081 h 843248"/>
                  <a:gd name="connsiteX5" fmla="*/ 435769 w 793527"/>
                  <a:gd name="connsiteY5" fmla="*/ 703040 h 843248"/>
                  <a:gd name="connsiteX6" fmla="*/ 165163 w 793527"/>
                  <a:gd name="connsiteY6" fmla="*/ 491204 h 843248"/>
                  <a:gd name="connsiteX7" fmla="*/ 632460 w 793527"/>
                  <a:gd name="connsiteY7" fmla="*/ 491204 h 843248"/>
                  <a:gd name="connsiteX8" fmla="*/ 793528 w 793527"/>
                  <a:gd name="connsiteY8" fmla="*/ 491204 h 843248"/>
                  <a:gd name="connsiteX9" fmla="*/ 793528 w 793527"/>
                  <a:gd name="connsiteY9" fmla="*/ 419671 h 843248"/>
                  <a:gd name="connsiteX10" fmla="*/ 403765 w 793527"/>
                  <a:gd name="connsiteY10" fmla="*/ 0 h 843248"/>
                  <a:gd name="connsiteX11" fmla="*/ 167068 w 793527"/>
                  <a:gd name="connsiteY11" fmla="*/ 359950 h 843248"/>
                  <a:gd name="connsiteX12" fmla="*/ 409670 w 793527"/>
                  <a:gd name="connsiteY12" fmla="*/ 135255 h 843248"/>
                  <a:gd name="connsiteX13" fmla="*/ 630460 w 793527"/>
                  <a:gd name="connsiteY13" fmla="*/ 359950 h 843248"/>
                  <a:gd name="connsiteX14" fmla="*/ 167068 w 793527"/>
                  <a:gd name="connsiteY14" fmla="*/ 359950 h 843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93527" h="843248">
                    <a:moveTo>
                      <a:pt x="403765" y="0"/>
                    </a:moveTo>
                    <a:cubicBezTo>
                      <a:pt x="173069" y="0"/>
                      <a:pt x="0" y="133255"/>
                      <a:pt x="0" y="429578"/>
                    </a:cubicBezTo>
                    <a:cubicBezTo>
                      <a:pt x="0" y="725900"/>
                      <a:pt x="218218" y="843248"/>
                      <a:pt x="440722" y="843248"/>
                    </a:cubicBezTo>
                    <a:cubicBezTo>
                      <a:pt x="645985" y="843248"/>
                      <a:pt x="753808" y="774573"/>
                      <a:pt x="753808" y="774573"/>
                    </a:cubicBezTo>
                    <a:lnTo>
                      <a:pt x="695134" y="652081"/>
                    </a:lnTo>
                    <a:cubicBezTo>
                      <a:pt x="695134" y="652081"/>
                      <a:pt x="615601" y="703040"/>
                      <a:pt x="435769" y="703040"/>
                    </a:cubicBezTo>
                    <a:cubicBezTo>
                      <a:pt x="314039" y="703040"/>
                      <a:pt x="183070" y="666274"/>
                      <a:pt x="165163" y="491204"/>
                    </a:cubicBezTo>
                    <a:lnTo>
                      <a:pt x="632460" y="491204"/>
                    </a:lnTo>
                    <a:lnTo>
                      <a:pt x="793528" y="491204"/>
                    </a:lnTo>
                    <a:lnTo>
                      <a:pt x="793528" y="419671"/>
                    </a:lnTo>
                    <a:cubicBezTo>
                      <a:pt x="793528" y="149162"/>
                      <a:pt x="668274" y="0"/>
                      <a:pt x="403765" y="0"/>
                    </a:cubicBezTo>
                    <a:close/>
                    <a:moveTo>
                      <a:pt x="167068" y="359950"/>
                    </a:moveTo>
                    <a:cubicBezTo>
                      <a:pt x="184975" y="186880"/>
                      <a:pt x="274415" y="135255"/>
                      <a:pt x="409670" y="135255"/>
                    </a:cubicBezTo>
                    <a:cubicBezTo>
                      <a:pt x="554831" y="135255"/>
                      <a:pt x="620458" y="204883"/>
                      <a:pt x="630460" y="359950"/>
                    </a:cubicBezTo>
                    <a:lnTo>
                      <a:pt x="167068" y="359950"/>
                    </a:ln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024850A8-8D36-482C-89B1-9A0DF65551BD}"/>
                  </a:ext>
                </a:extLst>
              </p:cNvPr>
              <p:cNvSpPr/>
              <p:nvPr/>
            </p:nvSpPr>
            <p:spPr>
              <a:xfrm>
                <a:off x="4311705" y="3199161"/>
                <a:ext cx="667170" cy="837247"/>
              </a:xfrm>
              <a:custGeom>
                <a:avLst/>
                <a:gdLst>
                  <a:gd name="connsiteX0" fmla="*/ 413552 w 667170"/>
                  <a:gd name="connsiteY0" fmla="*/ 346234 h 837247"/>
                  <a:gd name="connsiteX1" fmla="*/ 413552 w 667170"/>
                  <a:gd name="connsiteY1" fmla="*/ 346043 h 837247"/>
                  <a:gd name="connsiteX2" fmla="*/ 270391 w 667170"/>
                  <a:gd name="connsiteY2" fmla="*/ 346043 h 837247"/>
                  <a:gd name="connsiteX3" fmla="*/ 151614 w 667170"/>
                  <a:gd name="connsiteY3" fmla="*/ 241649 h 837247"/>
                  <a:gd name="connsiteX4" fmla="*/ 323255 w 667170"/>
                  <a:gd name="connsiteY4" fmla="*/ 139256 h 837247"/>
                  <a:gd name="connsiteX5" fmla="*/ 571952 w 667170"/>
                  <a:gd name="connsiteY5" fmla="*/ 184309 h 837247"/>
                  <a:gd name="connsiteX6" fmla="*/ 626531 w 667170"/>
                  <a:gd name="connsiteY6" fmla="*/ 55912 h 837247"/>
                  <a:gd name="connsiteX7" fmla="*/ 339161 w 667170"/>
                  <a:gd name="connsiteY7" fmla="*/ 0 h 837247"/>
                  <a:gd name="connsiteX8" fmla="*/ 357 w 667170"/>
                  <a:gd name="connsiteY8" fmla="*/ 243650 h 837247"/>
                  <a:gd name="connsiteX9" fmla="*/ 253627 w 667170"/>
                  <a:gd name="connsiteY9" fmla="*/ 491204 h 837247"/>
                  <a:gd name="connsiteX10" fmla="*/ 253627 w 667170"/>
                  <a:gd name="connsiteY10" fmla="*/ 491395 h 837247"/>
                  <a:gd name="connsiteX11" fmla="*/ 396788 w 667170"/>
                  <a:gd name="connsiteY11" fmla="*/ 491395 h 837247"/>
                  <a:gd name="connsiteX12" fmla="*/ 515564 w 667170"/>
                  <a:gd name="connsiteY12" fmla="*/ 595694 h 837247"/>
                  <a:gd name="connsiteX13" fmla="*/ 343924 w 667170"/>
                  <a:gd name="connsiteY13" fmla="*/ 698087 h 837247"/>
                  <a:gd name="connsiteX14" fmla="*/ 68080 w 667170"/>
                  <a:gd name="connsiteY14" fmla="*/ 640842 h 837247"/>
                  <a:gd name="connsiteX15" fmla="*/ 13978 w 667170"/>
                  <a:gd name="connsiteY15" fmla="*/ 768572 h 837247"/>
                  <a:gd name="connsiteX16" fmla="*/ 328017 w 667170"/>
                  <a:gd name="connsiteY16" fmla="*/ 837247 h 837247"/>
                  <a:gd name="connsiteX17" fmla="*/ 666821 w 667170"/>
                  <a:gd name="connsiteY17" fmla="*/ 593598 h 837247"/>
                  <a:gd name="connsiteX18" fmla="*/ 413552 w 667170"/>
                  <a:gd name="connsiteY18" fmla="*/ 346234 h 837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67170" h="837247">
                    <a:moveTo>
                      <a:pt x="413552" y="346234"/>
                    </a:moveTo>
                    <a:lnTo>
                      <a:pt x="413552" y="346043"/>
                    </a:lnTo>
                    <a:lnTo>
                      <a:pt x="270391" y="346043"/>
                    </a:lnTo>
                    <a:cubicBezTo>
                      <a:pt x="190857" y="346043"/>
                      <a:pt x="148376" y="315373"/>
                      <a:pt x="151614" y="241649"/>
                    </a:cubicBezTo>
                    <a:cubicBezTo>
                      <a:pt x="154948" y="163830"/>
                      <a:pt x="239720" y="139256"/>
                      <a:pt x="323255" y="139256"/>
                    </a:cubicBezTo>
                    <a:cubicBezTo>
                      <a:pt x="442317" y="139256"/>
                      <a:pt x="530233" y="167545"/>
                      <a:pt x="571952" y="184309"/>
                    </a:cubicBezTo>
                    <a:lnTo>
                      <a:pt x="626531" y="55912"/>
                    </a:lnTo>
                    <a:cubicBezTo>
                      <a:pt x="580715" y="36004"/>
                      <a:pt x="478607" y="0"/>
                      <a:pt x="339161" y="0"/>
                    </a:cubicBezTo>
                    <a:cubicBezTo>
                      <a:pt x="199906" y="0"/>
                      <a:pt x="8549" y="55245"/>
                      <a:pt x="357" y="243650"/>
                    </a:cubicBezTo>
                    <a:cubicBezTo>
                      <a:pt x="-7644" y="427196"/>
                      <a:pt x="120086" y="488252"/>
                      <a:pt x="253627" y="491204"/>
                    </a:cubicBezTo>
                    <a:lnTo>
                      <a:pt x="253627" y="491395"/>
                    </a:lnTo>
                    <a:lnTo>
                      <a:pt x="396788" y="491395"/>
                    </a:lnTo>
                    <a:cubicBezTo>
                      <a:pt x="476321" y="491395"/>
                      <a:pt x="518803" y="522065"/>
                      <a:pt x="515564" y="595694"/>
                    </a:cubicBezTo>
                    <a:cubicBezTo>
                      <a:pt x="512231" y="673513"/>
                      <a:pt x="427458" y="698087"/>
                      <a:pt x="343924" y="698087"/>
                    </a:cubicBezTo>
                    <a:cubicBezTo>
                      <a:pt x="174855" y="698087"/>
                      <a:pt x="68080" y="640842"/>
                      <a:pt x="68080" y="640842"/>
                    </a:cubicBezTo>
                    <a:lnTo>
                      <a:pt x="13978" y="768572"/>
                    </a:lnTo>
                    <a:cubicBezTo>
                      <a:pt x="13978" y="768572"/>
                      <a:pt x="135612" y="837247"/>
                      <a:pt x="328017" y="837247"/>
                    </a:cubicBezTo>
                    <a:cubicBezTo>
                      <a:pt x="467273" y="837247"/>
                      <a:pt x="658630" y="782003"/>
                      <a:pt x="666821" y="593598"/>
                    </a:cubicBezTo>
                    <a:cubicBezTo>
                      <a:pt x="674727" y="410337"/>
                      <a:pt x="547092" y="349282"/>
                      <a:pt x="413552" y="346234"/>
                    </a:cubicBez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4" name="Forme libre : forme 33">
                <a:extLst>
                  <a:ext uri="{FF2B5EF4-FFF2-40B4-BE49-F238E27FC236}">
                    <a16:creationId xmlns:a16="http://schemas.microsoft.com/office/drawing/2014/main" id="{C4D8D355-EDAD-414F-BF39-20AEE0C91120}"/>
                  </a:ext>
                </a:extLst>
              </p:cNvPr>
              <p:cNvSpPr/>
              <p:nvPr/>
            </p:nvSpPr>
            <p:spPr>
              <a:xfrm>
                <a:off x="2471737" y="3201066"/>
                <a:ext cx="761618" cy="833246"/>
              </a:xfrm>
              <a:custGeom>
                <a:avLst/>
                <a:gdLst>
                  <a:gd name="connsiteX0" fmla="*/ 378714 w 761618"/>
                  <a:gd name="connsiteY0" fmla="*/ 0 h 833246"/>
                  <a:gd name="connsiteX1" fmla="*/ 66485 w 761618"/>
                  <a:gd name="connsiteY1" fmla="*/ 51244 h 833246"/>
                  <a:gd name="connsiteX2" fmla="*/ 129445 w 761618"/>
                  <a:gd name="connsiteY2" fmla="*/ 179546 h 833246"/>
                  <a:gd name="connsiteX3" fmla="*/ 396716 w 761618"/>
                  <a:gd name="connsiteY3" fmla="*/ 139255 h 833246"/>
                  <a:gd name="connsiteX4" fmla="*/ 602552 w 761618"/>
                  <a:gd name="connsiteY4" fmla="*/ 288798 h 833246"/>
                  <a:gd name="connsiteX5" fmla="*/ 602552 w 761618"/>
                  <a:gd name="connsiteY5" fmla="*/ 338233 h 833246"/>
                  <a:gd name="connsiteX6" fmla="*/ 288322 w 761618"/>
                  <a:gd name="connsiteY6" fmla="*/ 338233 h 833246"/>
                  <a:gd name="connsiteX7" fmla="*/ 0 w 761618"/>
                  <a:gd name="connsiteY7" fmla="*/ 584645 h 833246"/>
                  <a:gd name="connsiteX8" fmla="*/ 310991 w 761618"/>
                  <a:gd name="connsiteY8" fmla="*/ 833247 h 833246"/>
                  <a:gd name="connsiteX9" fmla="*/ 602552 w 761618"/>
                  <a:gd name="connsiteY9" fmla="*/ 718756 h 833246"/>
                  <a:gd name="connsiteX10" fmla="*/ 602552 w 761618"/>
                  <a:gd name="connsiteY10" fmla="*/ 833247 h 833246"/>
                  <a:gd name="connsiteX11" fmla="*/ 761619 w 761618"/>
                  <a:gd name="connsiteY11" fmla="*/ 833247 h 833246"/>
                  <a:gd name="connsiteX12" fmla="*/ 761619 w 761618"/>
                  <a:gd name="connsiteY12" fmla="*/ 243554 h 833246"/>
                  <a:gd name="connsiteX13" fmla="*/ 378714 w 761618"/>
                  <a:gd name="connsiteY13" fmla="*/ 0 h 833246"/>
                  <a:gd name="connsiteX14" fmla="*/ 602552 w 761618"/>
                  <a:gd name="connsiteY14" fmla="*/ 507206 h 833246"/>
                  <a:gd name="connsiteX15" fmla="*/ 340328 w 761618"/>
                  <a:gd name="connsiteY15" fmla="*/ 701992 h 833246"/>
                  <a:gd name="connsiteX16" fmla="*/ 163068 w 761618"/>
                  <a:gd name="connsiteY16" fmla="*/ 582644 h 833246"/>
                  <a:gd name="connsiteX17" fmla="*/ 298323 w 761618"/>
                  <a:gd name="connsiteY17" fmla="*/ 463296 h 833246"/>
                  <a:gd name="connsiteX18" fmla="*/ 602647 w 761618"/>
                  <a:gd name="connsiteY18" fmla="*/ 463296 h 833246"/>
                  <a:gd name="connsiteX19" fmla="*/ 602647 w 761618"/>
                  <a:gd name="connsiteY19" fmla="*/ 507206 h 8332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61618" h="833246">
                    <a:moveTo>
                      <a:pt x="378714" y="0"/>
                    </a:moveTo>
                    <a:cubicBezTo>
                      <a:pt x="232886" y="0"/>
                      <a:pt x="123063" y="30861"/>
                      <a:pt x="66485" y="51244"/>
                    </a:cubicBezTo>
                    <a:lnTo>
                      <a:pt x="129445" y="179546"/>
                    </a:lnTo>
                    <a:cubicBezTo>
                      <a:pt x="180880" y="162687"/>
                      <a:pt x="274320" y="139255"/>
                      <a:pt x="396716" y="139255"/>
                    </a:cubicBezTo>
                    <a:cubicBezTo>
                      <a:pt x="491204" y="139255"/>
                      <a:pt x="602552" y="164973"/>
                      <a:pt x="602552" y="288798"/>
                    </a:cubicBezTo>
                    <a:cubicBezTo>
                      <a:pt x="602552" y="288798"/>
                      <a:pt x="602361" y="334042"/>
                      <a:pt x="602552" y="338233"/>
                    </a:cubicBezTo>
                    <a:lnTo>
                      <a:pt x="288322" y="338233"/>
                    </a:lnTo>
                    <a:cubicBezTo>
                      <a:pt x="129254" y="338042"/>
                      <a:pt x="0" y="393763"/>
                      <a:pt x="0" y="584645"/>
                    </a:cubicBezTo>
                    <a:cubicBezTo>
                      <a:pt x="0" y="755332"/>
                      <a:pt x="139732" y="833247"/>
                      <a:pt x="310991" y="833247"/>
                    </a:cubicBezTo>
                    <a:cubicBezTo>
                      <a:pt x="513779" y="833247"/>
                      <a:pt x="602552" y="718756"/>
                      <a:pt x="602552" y="718756"/>
                    </a:cubicBezTo>
                    <a:lnTo>
                      <a:pt x="602552" y="833247"/>
                    </a:lnTo>
                    <a:lnTo>
                      <a:pt x="761619" y="833247"/>
                    </a:lnTo>
                    <a:lnTo>
                      <a:pt x="761619" y="243554"/>
                    </a:lnTo>
                    <a:cubicBezTo>
                      <a:pt x="752475" y="55150"/>
                      <a:pt x="536067" y="0"/>
                      <a:pt x="378714" y="0"/>
                    </a:cubicBezTo>
                    <a:close/>
                    <a:moveTo>
                      <a:pt x="602552" y="507206"/>
                    </a:moveTo>
                    <a:cubicBezTo>
                      <a:pt x="602552" y="630364"/>
                      <a:pt x="445294" y="701992"/>
                      <a:pt x="340328" y="701992"/>
                    </a:cubicBezTo>
                    <a:cubicBezTo>
                      <a:pt x="262795" y="701992"/>
                      <a:pt x="163068" y="676084"/>
                      <a:pt x="163068" y="582644"/>
                    </a:cubicBezTo>
                    <a:cubicBezTo>
                      <a:pt x="163068" y="489204"/>
                      <a:pt x="216789" y="463296"/>
                      <a:pt x="298323" y="463296"/>
                    </a:cubicBezTo>
                    <a:lnTo>
                      <a:pt x="602647" y="463296"/>
                    </a:lnTo>
                    <a:lnTo>
                      <a:pt x="602647" y="507206"/>
                    </a:ln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7148A700-F7D8-4402-9F95-58B18F8C236D}"/>
                </a:ext>
              </a:extLst>
            </p:cNvPr>
            <p:cNvSpPr/>
            <p:nvPr/>
          </p:nvSpPr>
          <p:spPr>
            <a:xfrm>
              <a:off x="4142993" y="1104900"/>
              <a:ext cx="859916" cy="433102"/>
            </a:xfrm>
            <a:custGeom>
              <a:avLst/>
              <a:gdLst>
                <a:gd name="connsiteX0" fmla="*/ 859917 w 859916"/>
                <a:gd name="connsiteY0" fmla="*/ 124968 h 433102"/>
                <a:gd name="connsiteX1" fmla="*/ 431387 w 859916"/>
                <a:gd name="connsiteY1" fmla="*/ 0 h 433102"/>
                <a:gd name="connsiteX2" fmla="*/ 0 w 859916"/>
                <a:gd name="connsiteY2" fmla="*/ 118967 h 433102"/>
                <a:gd name="connsiteX3" fmla="*/ 430435 w 859916"/>
                <a:gd name="connsiteY3" fmla="*/ 433102 h 433102"/>
                <a:gd name="connsiteX4" fmla="*/ 859917 w 859916"/>
                <a:gd name="connsiteY4" fmla="*/ 124968 h 433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9916" h="433102">
                  <a:moveTo>
                    <a:pt x="859917" y="124968"/>
                  </a:moveTo>
                  <a:cubicBezTo>
                    <a:pt x="742759" y="49720"/>
                    <a:pt x="588645" y="0"/>
                    <a:pt x="431387" y="0"/>
                  </a:cubicBezTo>
                  <a:cubicBezTo>
                    <a:pt x="285274" y="0"/>
                    <a:pt x="134779" y="35719"/>
                    <a:pt x="0" y="118967"/>
                  </a:cubicBezTo>
                  <a:cubicBezTo>
                    <a:pt x="0" y="118967"/>
                    <a:pt x="183642" y="432530"/>
                    <a:pt x="430435" y="433102"/>
                  </a:cubicBezTo>
                  <a:cubicBezTo>
                    <a:pt x="677132" y="433673"/>
                    <a:pt x="859917" y="124968"/>
                    <a:pt x="859917" y="124968"/>
                  </a:cubicBezTo>
                  <a:close/>
                </a:path>
              </a:pathLst>
            </a:custGeom>
            <a:solidFill>
              <a:srgbClr val="FFE8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043231D7-5025-44C3-900B-149CF010FC9F}"/>
                </a:ext>
              </a:extLst>
            </p:cNvPr>
            <p:cNvSpPr/>
            <p:nvPr/>
          </p:nvSpPr>
          <p:spPr>
            <a:xfrm>
              <a:off x="3749374" y="1300924"/>
              <a:ext cx="466844" cy="817244"/>
            </a:xfrm>
            <a:custGeom>
              <a:avLst/>
              <a:gdLst>
                <a:gd name="connsiteX0" fmla="*/ 287416 w 466844"/>
                <a:gd name="connsiteY0" fmla="*/ 0 h 817244"/>
                <a:gd name="connsiteX1" fmla="*/ 40051 w 466844"/>
                <a:gd name="connsiteY1" fmla="*/ 371570 h 817244"/>
                <a:gd name="connsiteX2" fmla="*/ 24145 w 466844"/>
                <a:gd name="connsiteY2" fmla="*/ 817245 h 817244"/>
                <a:gd name="connsiteX3" fmla="*/ 451722 w 466844"/>
                <a:gd name="connsiteY3" fmla="*/ 506444 h 817244"/>
                <a:gd name="connsiteX4" fmla="*/ 287416 w 466844"/>
                <a:gd name="connsiteY4" fmla="*/ 0 h 817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844" h="817244">
                  <a:moveTo>
                    <a:pt x="287416" y="0"/>
                  </a:moveTo>
                  <a:cubicBezTo>
                    <a:pt x="175021" y="94488"/>
                    <a:pt x="88915" y="222123"/>
                    <a:pt x="40051" y="371570"/>
                  </a:cubicBezTo>
                  <a:cubicBezTo>
                    <a:pt x="-8907" y="521018"/>
                    <a:pt x="-11479" y="669322"/>
                    <a:pt x="24145" y="817245"/>
                  </a:cubicBezTo>
                  <a:cubicBezTo>
                    <a:pt x="24145" y="817245"/>
                    <a:pt x="374855" y="740855"/>
                    <a:pt x="451722" y="506444"/>
                  </a:cubicBezTo>
                  <a:cubicBezTo>
                    <a:pt x="528589" y="272034"/>
                    <a:pt x="287416" y="0"/>
                    <a:pt x="287416" y="0"/>
                  </a:cubicBezTo>
                  <a:close/>
                </a:path>
              </a:pathLst>
            </a:custGeom>
            <a:solidFill>
              <a:srgbClr val="FF994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A057539C-0DF8-4385-B5A0-076759EE1E9E}"/>
                </a:ext>
              </a:extLst>
            </p:cNvPr>
            <p:cNvSpPr/>
            <p:nvPr/>
          </p:nvSpPr>
          <p:spPr>
            <a:xfrm>
              <a:off x="3810094" y="2167431"/>
              <a:ext cx="695999" cy="571005"/>
            </a:xfrm>
            <a:custGeom>
              <a:avLst/>
              <a:gdLst>
                <a:gd name="connsiteX0" fmla="*/ 0 w 695999"/>
                <a:gd name="connsiteY0" fmla="*/ 63418 h 571005"/>
                <a:gd name="connsiteX1" fmla="*/ 274034 w 695999"/>
                <a:gd name="connsiteY1" fmla="*/ 414986 h 571005"/>
                <a:gd name="connsiteX2" fmla="*/ 693611 w 695999"/>
                <a:gd name="connsiteY2" fmla="*/ 571006 h 571005"/>
                <a:gd name="connsiteX3" fmla="*/ 529400 w 695999"/>
                <a:gd name="connsiteY3" fmla="*/ 65133 h 571005"/>
                <a:gd name="connsiteX4" fmla="*/ 0 w 695999"/>
                <a:gd name="connsiteY4" fmla="*/ 63418 h 571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5999" h="571005">
                  <a:moveTo>
                    <a:pt x="0" y="63418"/>
                  </a:moveTo>
                  <a:cubicBezTo>
                    <a:pt x="57436" y="202198"/>
                    <a:pt x="148876" y="322022"/>
                    <a:pt x="274034" y="414986"/>
                  </a:cubicBezTo>
                  <a:cubicBezTo>
                    <a:pt x="400241" y="508712"/>
                    <a:pt x="552926" y="561671"/>
                    <a:pt x="693611" y="571006"/>
                  </a:cubicBezTo>
                  <a:cubicBezTo>
                    <a:pt x="693611" y="571006"/>
                    <a:pt x="728758" y="210675"/>
                    <a:pt x="529400" y="65133"/>
                  </a:cubicBezTo>
                  <a:cubicBezTo>
                    <a:pt x="330041" y="-80409"/>
                    <a:pt x="0" y="63418"/>
                    <a:pt x="0" y="63418"/>
                  </a:cubicBezTo>
                  <a:close/>
                </a:path>
              </a:pathLst>
            </a:custGeom>
            <a:solidFill>
              <a:srgbClr val="E100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C9A25EC6-816D-4BF1-B5DF-B2396460CD9C}"/>
                </a:ext>
              </a:extLst>
            </p:cNvPr>
            <p:cNvSpPr/>
            <p:nvPr/>
          </p:nvSpPr>
          <p:spPr>
            <a:xfrm>
              <a:off x="4633686" y="2165635"/>
              <a:ext cx="694216" cy="572421"/>
            </a:xfrm>
            <a:custGeom>
              <a:avLst/>
              <a:gdLst>
                <a:gd name="connsiteX0" fmla="*/ 3178 w 694216"/>
                <a:gd name="connsiteY0" fmla="*/ 572422 h 572421"/>
                <a:gd name="connsiteX1" fmla="*/ 420087 w 694216"/>
                <a:gd name="connsiteY1" fmla="*/ 414783 h 572421"/>
                <a:gd name="connsiteX2" fmla="*/ 694217 w 694216"/>
                <a:gd name="connsiteY2" fmla="*/ 61024 h 572421"/>
                <a:gd name="connsiteX3" fmla="*/ 161960 w 694216"/>
                <a:gd name="connsiteY3" fmla="*/ 66930 h 572421"/>
                <a:gd name="connsiteX4" fmla="*/ 3178 w 694216"/>
                <a:gd name="connsiteY4" fmla="*/ 572422 h 57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16" h="572421">
                  <a:moveTo>
                    <a:pt x="3178" y="572422"/>
                  </a:moveTo>
                  <a:cubicBezTo>
                    <a:pt x="160817" y="556705"/>
                    <a:pt x="292738" y="506985"/>
                    <a:pt x="420087" y="414783"/>
                  </a:cubicBezTo>
                  <a:cubicBezTo>
                    <a:pt x="543341" y="325533"/>
                    <a:pt x="637162" y="199327"/>
                    <a:pt x="694217" y="61024"/>
                  </a:cubicBezTo>
                  <a:cubicBezTo>
                    <a:pt x="694217" y="61024"/>
                    <a:pt x="360080" y="-80136"/>
                    <a:pt x="161960" y="66930"/>
                  </a:cubicBezTo>
                  <a:cubicBezTo>
                    <a:pt x="-36160" y="213996"/>
                    <a:pt x="3178" y="572422"/>
                    <a:pt x="3178" y="572422"/>
                  </a:cubicBezTo>
                  <a:close/>
                </a:path>
              </a:pathLst>
            </a:custGeom>
            <a:solidFill>
              <a:srgbClr val="5770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B6F03869-A025-426A-8DB2-BBE57A2FA149}"/>
                </a:ext>
              </a:extLst>
            </p:cNvPr>
            <p:cNvSpPr/>
            <p:nvPr/>
          </p:nvSpPr>
          <p:spPr>
            <a:xfrm>
              <a:off x="4920405" y="1302353"/>
              <a:ext cx="465742" cy="817435"/>
            </a:xfrm>
            <a:custGeom>
              <a:avLst/>
              <a:gdLst>
                <a:gd name="connsiteX0" fmla="*/ 441883 w 465742"/>
                <a:gd name="connsiteY0" fmla="*/ 817436 h 817435"/>
                <a:gd name="connsiteX1" fmla="*/ 427024 w 465742"/>
                <a:gd name="connsiteY1" fmla="*/ 371189 h 817435"/>
                <a:gd name="connsiteX2" fmla="*/ 180707 w 465742"/>
                <a:gd name="connsiteY2" fmla="*/ 0 h 817435"/>
                <a:gd name="connsiteX3" fmla="*/ 14687 w 465742"/>
                <a:gd name="connsiteY3" fmla="*/ 504158 h 817435"/>
                <a:gd name="connsiteX4" fmla="*/ 441883 w 465742"/>
                <a:gd name="connsiteY4" fmla="*/ 817436 h 817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5742" h="817435">
                  <a:moveTo>
                    <a:pt x="441883" y="817436"/>
                  </a:moveTo>
                  <a:cubicBezTo>
                    <a:pt x="476268" y="675799"/>
                    <a:pt x="475316" y="520827"/>
                    <a:pt x="427024" y="371189"/>
                  </a:cubicBezTo>
                  <a:cubicBezTo>
                    <a:pt x="378732" y="221552"/>
                    <a:pt x="292340" y="97917"/>
                    <a:pt x="180707" y="0"/>
                  </a:cubicBezTo>
                  <a:cubicBezTo>
                    <a:pt x="180707" y="0"/>
                    <a:pt x="-61037" y="269272"/>
                    <a:pt x="14687" y="504158"/>
                  </a:cubicBezTo>
                  <a:cubicBezTo>
                    <a:pt x="90410" y="739045"/>
                    <a:pt x="441883" y="817436"/>
                    <a:pt x="441883" y="817436"/>
                  </a:cubicBezTo>
                  <a:close/>
                </a:path>
              </a:pathLst>
            </a:custGeom>
            <a:solidFill>
              <a:srgbClr val="00AC8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36" name="Espace réservé du texte 10">
            <a:extLst>
              <a:ext uri="{FF2B5EF4-FFF2-40B4-BE49-F238E27FC236}">
                <a16:creationId xmlns:a16="http://schemas.microsoft.com/office/drawing/2014/main" id="{F1AA8A00-22A6-4AC2-960F-2483AE6782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80000" y="3128061"/>
            <a:ext cx="11232000" cy="27696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4333" b="1" cap="all" baseline="0">
                <a:solidFill>
                  <a:srgbClr val="262626"/>
                </a:solidFill>
              </a:defRPr>
            </a:lvl1pPr>
            <a:lvl2pPr marL="0" indent="0">
              <a:spcBef>
                <a:spcPts val="667"/>
              </a:spcBef>
              <a:spcAft>
                <a:spcPts val="0"/>
              </a:spcAft>
              <a:buNone/>
              <a:defRPr sz="2467" baseline="0"/>
            </a:lvl2pPr>
          </a:lstStyle>
          <a:p>
            <a:pPr lvl="0"/>
            <a:r>
              <a:rPr lang="fr-FR" dirty="0"/>
              <a:t>Titre de la présentation </a:t>
            </a:r>
            <a:br>
              <a:rPr lang="fr-FR" dirty="0"/>
            </a:br>
            <a:r>
              <a:rPr lang="fr-FR" dirty="0"/>
              <a:t>sur deux lignes maximum</a:t>
            </a:r>
          </a:p>
          <a:p>
            <a:pPr lvl="1"/>
            <a:r>
              <a:rPr lang="fr-FR" dirty="0"/>
              <a:t>Sous-titre de la présentation </a:t>
            </a:r>
            <a:br>
              <a:rPr lang="fr-FR" dirty="0"/>
            </a:br>
            <a:r>
              <a:rPr lang="fr-FR" dirty="0"/>
              <a:t>sur deux lignes maximum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72FC0E8-6F73-4131-92BB-23652B1A5AB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66300" y="6212901"/>
            <a:ext cx="1560000" cy="282572"/>
          </a:xfrm>
        </p:spPr>
        <p:txBody>
          <a:bodyPr>
            <a:noAutofit/>
          </a:bodyPr>
          <a:lstStyle/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71DF7BD-76CD-45EB-8FE8-07FE684BDF9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>
            <a:noAutofit/>
          </a:bodyPr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033306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uverture G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ZoneTexte 25"/>
          <p:cNvSpPr txBox="1"/>
          <p:nvPr userDrawn="1"/>
        </p:nvSpPr>
        <p:spPr>
          <a:xfrm>
            <a:off x="365190" y="6059015"/>
            <a:ext cx="4962725" cy="761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947" b="1" kern="1200" cap="all" baseline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Investigate</a:t>
            </a:r>
            <a:r>
              <a:rPr lang="fr-FR" sz="1947" b="1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947" b="1" kern="1200" cap="all" baseline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evaluate</a:t>
            </a:r>
            <a:r>
              <a:rPr lang="fr-FR" sz="1947" b="1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947" b="1" kern="1200" cap="all" baseline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protect</a:t>
            </a:r>
            <a:endParaRPr lang="fr-FR" sz="1947" b="1" kern="1200" cap="all" baseline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endParaRPr lang="fr-FR" sz="2400" dirty="0"/>
          </a:p>
        </p:txBody>
      </p:sp>
      <p:grpSp>
        <p:nvGrpSpPr>
          <p:cNvPr id="15" name="Graphique 2">
            <a:extLst>
              <a:ext uri="{FF2B5EF4-FFF2-40B4-BE49-F238E27FC236}">
                <a16:creationId xmlns:a16="http://schemas.microsoft.com/office/drawing/2014/main" id="{441A5E56-2E95-41CA-AAB0-759EE6144DD3}"/>
              </a:ext>
            </a:extLst>
          </p:cNvPr>
          <p:cNvGrpSpPr/>
          <p:nvPr userDrawn="1"/>
        </p:nvGrpSpPr>
        <p:grpSpPr>
          <a:xfrm>
            <a:off x="485450" y="490301"/>
            <a:ext cx="2434167" cy="1700065"/>
            <a:chOff x="2471737" y="1104900"/>
            <a:chExt cx="4200493" cy="2933699"/>
          </a:xfrm>
        </p:grpSpPr>
        <p:grpSp>
          <p:nvGrpSpPr>
            <p:cNvPr id="16" name="Graphique 2">
              <a:extLst>
                <a:ext uri="{FF2B5EF4-FFF2-40B4-BE49-F238E27FC236}">
                  <a16:creationId xmlns:a16="http://schemas.microsoft.com/office/drawing/2014/main" id="{449FE406-B627-4201-A48F-A2354F4D9824}"/>
                </a:ext>
              </a:extLst>
            </p:cNvPr>
            <p:cNvGrpSpPr/>
            <p:nvPr/>
          </p:nvGrpSpPr>
          <p:grpSpPr>
            <a:xfrm>
              <a:off x="2471737" y="3195351"/>
              <a:ext cx="4200493" cy="843248"/>
              <a:chOff x="2471737" y="3195351"/>
              <a:chExt cx="4200493" cy="843248"/>
            </a:xfrm>
            <a:solidFill>
              <a:srgbClr val="000000"/>
            </a:solidFill>
          </p:grpSpPr>
          <p:sp>
            <p:nvSpPr>
              <p:cNvPr id="22" name="Forme libre : forme 21">
                <a:extLst>
                  <a:ext uri="{FF2B5EF4-FFF2-40B4-BE49-F238E27FC236}">
                    <a16:creationId xmlns:a16="http://schemas.microsoft.com/office/drawing/2014/main" id="{C910B22B-3BD7-402A-AEC9-1C03E747DCA5}"/>
                  </a:ext>
                </a:extLst>
              </p:cNvPr>
              <p:cNvSpPr/>
              <p:nvPr/>
            </p:nvSpPr>
            <p:spPr>
              <a:xfrm>
                <a:off x="3415855" y="3211258"/>
                <a:ext cx="749807" cy="821340"/>
              </a:xfrm>
              <a:custGeom>
                <a:avLst/>
                <a:gdLst>
                  <a:gd name="connsiteX0" fmla="*/ 444913 w 749807"/>
                  <a:gd name="connsiteY0" fmla="*/ 0 h 821340"/>
                  <a:gd name="connsiteX1" fmla="*/ 159258 w 749807"/>
                  <a:gd name="connsiteY1" fmla="*/ 114300 h 821340"/>
                  <a:gd name="connsiteX2" fmla="*/ 159258 w 749807"/>
                  <a:gd name="connsiteY2" fmla="*/ 0 h 821340"/>
                  <a:gd name="connsiteX3" fmla="*/ 0 w 749807"/>
                  <a:gd name="connsiteY3" fmla="*/ 0 h 821340"/>
                  <a:gd name="connsiteX4" fmla="*/ 0 w 749807"/>
                  <a:gd name="connsiteY4" fmla="*/ 821341 h 821340"/>
                  <a:gd name="connsiteX5" fmla="*/ 159258 w 749807"/>
                  <a:gd name="connsiteY5" fmla="*/ 821341 h 821340"/>
                  <a:gd name="connsiteX6" fmla="*/ 159258 w 749807"/>
                  <a:gd name="connsiteY6" fmla="*/ 321945 h 821340"/>
                  <a:gd name="connsiteX7" fmla="*/ 416147 w 749807"/>
                  <a:gd name="connsiteY7" fmla="*/ 131254 h 821340"/>
                  <a:gd name="connsiteX8" fmla="*/ 589978 w 749807"/>
                  <a:gd name="connsiteY8" fmla="*/ 276701 h 821340"/>
                  <a:gd name="connsiteX9" fmla="*/ 590550 w 749807"/>
                  <a:gd name="connsiteY9" fmla="*/ 276701 h 821340"/>
                  <a:gd name="connsiteX10" fmla="*/ 590550 w 749807"/>
                  <a:gd name="connsiteY10" fmla="*/ 821245 h 821340"/>
                  <a:gd name="connsiteX11" fmla="*/ 749808 w 749807"/>
                  <a:gd name="connsiteY11" fmla="*/ 821245 h 821340"/>
                  <a:gd name="connsiteX12" fmla="*/ 749808 w 749807"/>
                  <a:gd name="connsiteY12" fmla="*/ 276796 h 821340"/>
                  <a:gd name="connsiteX13" fmla="*/ 444913 w 749807"/>
                  <a:gd name="connsiteY13" fmla="*/ 0 h 821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49807" h="821340">
                    <a:moveTo>
                      <a:pt x="444913" y="0"/>
                    </a:moveTo>
                    <a:cubicBezTo>
                      <a:pt x="248126" y="0"/>
                      <a:pt x="160972" y="112109"/>
                      <a:pt x="159258" y="114300"/>
                    </a:cubicBezTo>
                    <a:lnTo>
                      <a:pt x="159258" y="0"/>
                    </a:lnTo>
                    <a:lnTo>
                      <a:pt x="0" y="0"/>
                    </a:lnTo>
                    <a:lnTo>
                      <a:pt x="0" y="821341"/>
                    </a:lnTo>
                    <a:lnTo>
                      <a:pt x="159258" y="821341"/>
                    </a:lnTo>
                    <a:lnTo>
                      <a:pt x="159258" y="321945"/>
                    </a:lnTo>
                    <a:cubicBezTo>
                      <a:pt x="162687" y="201263"/>
                      <a:pt x="314420" y="131254"/>
                      <a:pt x="416147" y="131254"/>
                    </a:cubicBezTo>
                    <a:cubicBezTo>
                      <a:pt x="492157" y="131254"/>
                      <a:pt x="589978" y="183261"/>
                      <a:pt x="589978" y="276701"/>
                    </a:cubicBezTo>
                    <a:lnTo>
                      <a:pt x="590550" y="276701"/>
                    </a:lnTo>
                    <a:lnTo>
                      <a:pt x="590550" y="821245"/>
                    </a:lnTo>
                    <a:lnTo>
                      <a:pt x="749808" y="821245"/>
                    </a:lnTo>
                    <a:lnTo>
                      <a:pt x="749808" y="276796"/>
                    </a:lnTo>
                    <a:cubicBezTo>
                      <a:pt x="749713" y="92107"/>
                      <a:pt x="612743" y="0"/>
                      <a:pt x="444913" y="0"/>
                    </a:cubicBez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23" name="Forme libre : forme 22">
                <a:extLst>
                  <a:ext uri="{FF2B5EF4-FFF2-40B4-BE49-F238E27FC236}">
                    <a16:creationId xmlns:a16="http://schemas.microsoft.com/office/drawing/2014/main" id="{864E6E91-5585-4F6F-ACE6-4A6FF76C47A8}"/>
                  </a:ext>
                </a:extLst>
              </p:cNvPr>
              <p:cNvSpPr/>
              <p:nvPr/>
            </p:nvSpPr>
            <p:spPr>
              <a:xfrm>
                <a:off x="6005059" y="3199161"/>
                <a:ext cx="667170" cy="837247"/>
              </a:xfrm>
              <a:custGeom>
                <a:avLst/>
                <a:gdLst>
                  <a:gd name="connsiteX0" fmla="*/ 413552 w 667170"/>
                  <a:gd name="connsiteY0" fmla="*/ 346234 h 837247"/>
                  <a:gd name="connsiteX1" fmla="*/ 413552 w 667170"/>
                  <a:gd name="connsiteY1" fmla="*/ 346043 h 837247"/>
                  <a:gd name="connsiteX2" fmla="*/ 270391 w 667170"/>
                  <a:gd name="connsiteY2" fmla="*/ 346043 h 837247"/>
                  <a:gd name="connsiteX3" fmla="*/ 151614 w 667170"/>
                  <a:gd name="connsiteY3" fmla="*/ 241649 h 837247"/>
                  <a:gd name="connsiteX4" fmla="*/ 323255 w 667170"/>
                  <a:gd name="connsiteY4" fmla="*/ 139256 h 837247"/>
                  <a:gd name="connsiteX5" fmla="*/ 571952 w 667170"/>
                  <a:gd name="connsiteY5" fmla="*/ 184309 h 837247"/>
                  <a:gd name="connsiteX6" fmla="*/ 626531 w 667170"/>
                  <a:gd name="connsiteY6" fmla="*/ 55912 h 837247"/>
                  <a:gd name="connsiteX7" fmla="*/ 339161 w 667170"/>
                  <a:gd name="connsiteY7" fmla="*/ 0 h 837247"/>
                  <a:gd name="connsiteX8" fmla="*/ 357 w 667170"/>
                  <a:gd name="connsiteY8" fmla="*/ 243650 h 837247"/>
                  <a:gd name="connsiteX9" fmla="*/ 253627 w 667170"/>
                  <a:gd name="connsiteY9" fmla="*/ 491204 h 837247"/>
                  <a:gd name="connsiteX10" fmla="*/ 253627 w 667170"/>
                  <a:gd name="connsiteY10" fmla="*/ 491395 h 837247"/>
                  <a:gd name="connsiteX11" fmla="*/ 396788 w 667170"/>
                  <a:gd name="connsiteY11" fmla="*/ 491395 h 837247"/>
                  <a:gd name="connsiteX12" fmla="*/ 515564 w 667170"/>
                  <a:gd name="connsiteY12" fmla="*/ 595694 h 837247"/>
                  <a:gd name="connsiteX13" fmla="*/ 343924 w 667170"/>
                  <a:gd name="connsiteY13" fmla="*/ 698087 h 837247"/>
                  <a:gd name="connsiteX14" fmla="*/ 68080 w 667170"/>
                  <a:gd name="connsiteY14" fmla="*/ 640842 h 837247"/>
                  <a:gd name="connsiteX15" fmla="*/ 13978 w 667170"/>
                  <a:gd name="connsiteY15" fmla="*/ 768572 h 837247"/>
                  <a:gd name="connsiteX16" fmla="*/ 328017 w 667170"/>
                  <a:gd name="connsiteY16" fmla="*/ 837247 h 837247"/>
                  <a:gd name="connsiteX17" fmla="*/ 666821 w 667170"/>
                  <a:gd name="connsiteY17" fmla="*/ 593598 h 837247"/>
                  <a:gd name="connsiteX18" fmla="*/ 413552 w 667170"/>
                  <a:gd name="connsiteY18" fmla="*/ 346234 h 837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67170" h="837247">
                    <a:moveTo>
                      <a:pt x="413552" y="346234"/>
                    </a:moveTo>
                    <a:lnTo>
                      <a:pt x="413552" y="346043"/>
                    </a:lnTo>
                    <a:lnTo>
                      <a:pt x="270391" y="346043"/>
                    </a:lnTo>
                    <a:cubicBezTo>
                      <a:pt x="190857" y="346043"/>
                      <a:pt x="148376" y="315373"/>
                      <a:pt x="151614" y="241649"/>
                    </a:cubicBezTo>
                    <a:cubicBezTo>
                      <a:pt x="154948" y="163830"/>
                      <a:pt x="239720" y="139256"/>
                      <a:pt x="323255" y="139256"/>
                    </a:cubicBezTo>
                    <a:cubicBezTo>
                      <a:pt x="442317" y="139256"/>
                      <a:pt x="530233" y="167545"/>
                      <a:pt x="571952" y="184309"/>
                    </a:cubicBezTo>
                    <a:lnTo>
                      <a:pt x="626531" y="55912"/>
                    </a:lnTo>
                    <a:cubicBezTo>
                      <a:pt x="580716" y="36004"/>
                      <a:pt x="478608" y="0"/>
                      <a:pt x="339161" y="0"/>
                    </a:cubicBezTo>
                    <a:cubicBezTo>
                      <a:pt x="199906" y="0"/>
                      <a:pt x="8549" y="55245"/>
                      <a:pt x="357" y="243650"/>
                    </a:cubicBezTo>
                    <a:cubicBezTo>
                      <a:pt x="-7644" y="427196"/>
                      <a:pt x="120086" y="488252"/>
                      <a:pt x="253627" y="491204"/>
                    </a:cubicBezTo>
                    <a:lnTo>
                      <a:pt x="253627" y="491395"/>
                    </a:lnTo>
                    <a:lnTo>
                      <a:pt x="396788" y="491395"/>
                    </a:lnTo>
                    <a:cubicBezTo>
                      <a:pt x="476321" y="491395"/>
                      <a:pt x="518803" y="522065"/>
                      <a:pt x="515564" y="595694"/>
                    </a:cubicBezTo>
                    <a:cubicBezTo>
                      <a:pt x="512231" y="673513"/>
                      <a:pt x="427458" y="698087"/>
                      <a:pt x="343924" y="698087"/>
                    </a:cubicBezTo>
                    <a:cubicBezTo>
                      <a:pt x="174855" y="698087"/>
                      <a:pt x="68080" y="640842"/>
                      <a:pt x="68080" y="640842"/>
                    </a:cubicBezTo>
                    <a:lnTo>
                      <a:pt x="13978" y="768572"/>
                    </a:lnTo>
                    <a:cubicBezTo>
                      <a:pt x="13978" y="768572"/>
                      <a:pt x="135612" y="837247"/>
                      <a:pt x="328017" y="837247"/>
                    </a:cubicBezTo>
                    <a:cubicBezTo>
                      <a:pt x="467177" y="837247"/>
                      <a:pt x="658630" y="782003"/>
                      <a:pt x="666821" y="593598"/>
                    </a:cubicBezTo>
                    <a:cubicBezTo>
                      <a:pt x="674727" y="410337"/>
                      <a:pt x="547092" y="349282"/>
                      <a:pt x="413552" y="346234"/>
                    </a:cubicBez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24" name="Forme libre : forme 23">
                <a:extLst>
                  <a:ext uri="{FF2B5EF4-FFF2-40B4-BE49-F238E27FC236}">
                    <a16:creationId xmlns:a16="http://schemas.microsoft.com/office/drawing/2014/main" id="{1FA0679D-AE7B-46B1-934A-E8319FC98439}"/>
                  </a:ext>
                </a:extLst>
              </p:cNvPr>
              <p:cNvSpPr/>
              <p:nvPr/>
            </p:nvSpPr>
            <p:spPr>
              <a:xfrm>
                <a:off x="5090064" y="3195351"/>
                <a:ext cx="793527" cy="843248"/>
              </a:xfrm>
              <a:custGeom>
                <a:avLst/>
                <a:gdLst>
                  <a:gd name="connsiteX0" fmla="*/ 403765 w 793527"/>
                  <a:gd name="connsiteY0" fmla="*/ 0 h 843248"/>
                  <a:gd name="connsiteX1" fmla="*/ 0 w 793527"/>
                  <a:gd name="connsiteY1" fmla="*/ 429578 h 843248"/>
                  <a:gd name="connsiteX2" fmla="*/ 440722 w 793527"/>
                  <a:gd name="connsiteY2" fmla="*/ 843248 h 843248"/>
                  <a:gd name="connsiteX3" fmla="*/ 753808 w 793527"/>
                  <a:gd name="connsiteY3" fmla="*/ 774573 h 843248"/>
                  <a:gd name="connsiteX4" fmla="*/ 695134 w 793527"/>
                  <a:gd name="connsiteY4" fmla="*/ 652081 h 843248"/>
                  <a:gd name="connsiteX5" fmla="*/ 435769 w 793527"/>
                  <a:gd name="connsiteY5" fmla="*/ 703040 h 843248"/>
                  <a:gd name="connsiteX6" fmla="*/ 165163 w 793527"/>
                  <a:gd name="connsiteY6" fmla="*/ 491204 h 843248"/>
                  <a:gd name="connsiteX7" fmla="*/ 632460 w 793527"/>
                  <a:gd name="connsiteY7" fmla="*/ 491204 h 843248"/>
                  <a:gd name="connsiteX8" fmla="*/ 793528 w 793527"/>
                  <a:gd name="connsiteY8" fmla="*/ 491204 h 843248"/>
                  <a:gd name="connsiteX9" fmla="*/ 793528 w 793527"/>
                  <a:gd name="connsiteY9" fmla="*/ 419671 h 843248"/>
                  <a:gd name="connsiteX10" fmla="*/ 403765 w 793527"/>
                  <a:gd name="connsiteY10" fmla="*/ 0 h 843248"/>
                  <a:gd name="connsiteX11" fmla="*/ 167068 w 793527"/>
                  <a:gd name="connsiteY11" fmla="*/ 359950 h 843248"/>
                  <a:gd name="connsiteX12" fmla="*/ 409670 w 793527"/>
                  <a:gd name="connsiteY12" fmla="*/ 135255 h 843248"/>
                  <a:gd name="connsiteX13" fmla="*/ 630460 w 793527"/>
                  <a:gd name="connsiteY13" fmla="*/ 359950 h 843248"/>
                  <a:gd name="connsiteX14" fmla="*/ 167068 w 793527"/>
                  <a:gd name="connsiteY14" fmla="*/ 359950 h 843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93527" h="843248">
                    <a:moveTo>
                      <a:pt x="403765" y="0"/>
                    </a:moveTo>
                    <a:cubicBezTo>
                      <a:pt x="173069" y="0"/>
                      <a:pt x="0" y="133255"/>
                      <a:pt x="0" y="429578"/>
                    </a:cubicBezTo>
                    <a:cubicBezTo>
                      <a:pt x="0" y="725900"/>
                      <a:pt x="218218" y="843248"/>
                      <a:pt x="440722" y="843248"/>
                    </a:cubicBezTo>
                    <a:cubicBezTo>
                      <a:pt x="645985" y="843248"/>
                      <a:pt x="753808" y="774573"/>
                      <a:pt x="753808" y="774573"/>
                    </a:cubicBezTo>
                    <a:lnTo>
                      <a:pt x="695134" y="652081"/>
                    </a:lnTo>
                    <a:cubicBezTo>
                      <a:pt x="695134" y="652081"/>
                      <a:pt x="615601" y="703040"/>
                      <a:pt x="435769" y="703040"/>
                    </a:cubicBezTo>
                    <a:cubicBezTo>
                      <a:pt x="314039" y="703040"/>
                      <a:pt x="183070" y="666274"/>
                      <a:pt x="165163" y="491204"/>
                    </a:cubicBezTo>
                    <a:lnTo>
                      <a:pt x="632460" y="491204"/>
                    </a:lnTo>
                    <a:lnTo>
                      <a:pt x="793528" y="491204"/>
                    </a:lnTo>
                    <a:lnTo>
                      <a:pt x="793528" y="419671"/>
                    </a:lnTo>
                    <a:cubicBezTo>
                      <a:pt x="793528" y="149162"/>
                      <a:pt x="668274" y="0"/>
                      <a:pt x="403765" y="0"/>
                    </a:cubicBezTo>
                    <a:close/>
                    <a:moveTo>
                      <a:pt x="167068" y="359950"/>
                    </a:moveTo>
                    <a:cubicBezTo>
                      <a:pt x="184975" y="186880"/>
                      <a:pt x="274415" y="135255"/>
                      <a:pt x="409670" y="135255"/>
                    </a:cubicBezTo>
                    <a:cubicBezTo>
                      <a:pt x="554831" y="135255"/>
                      <a:pt x="620458" y="204883"/>
                      <a:pt x="630460" y="359950"/>
                    </a:cubicBezTo>
                    <a:lnTo>
                      <a:pt x="167068" y="359950"/>
                    </a:ln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024850A8-8D36-482C-89B1-9A0DF65551BD}"/>
                  </a:ext>
                </a:extLst>
              </p:cNvPr>
              <p:cNvSpPr/>
              <p:nvPr/>
            </p:nvSpPr>
            <p:spPr>
              <a:xfrm>
                <a:off x="4311705" y="3199161"/>
                <a:ext cx="667170" cy="837247"/>
              </a:xfrm>
              <a:custGeom>
                <a:avLst/>
                <a:gdLst>
                  <a:gd name="connsiteX0" fmla="*/ 413552 w 667170"/>
                  <a:gd name="connsiteY0" fmla="*/ 346234 h 837247"/>
                  <a:gd name="connsiteX1" fmla="*/ 413552 w 667170"/>
                  <a:gd name="connsiteY1" fmla="*/ 346043 h 837247"/>
                  <a:gd name="connsiteX2" fmla="*/ 270391 w 667170"/>
                  <a:gd name="connsiteY2" fmla="*/ 346043 h 837247"/>
                  <a:gd name="connsiteX3" fmla="*/ 151614 w 667170"/>
                  <a:gd name="connsiteY3" fmla="*/ 241649 h 837247"/>
                  <a:gd name="connsiteX4" fmla="*/ 323255 w 667170"/>
                  <a:gd name="connsiteY4" fmla="*/ 139256 h 837247"/>
                  <a:gd name="connsiteX5" fmla="*/ 571952 w 667170"/>
                  <a:gd name="connsiteY5" fmla="*/ 184309 h 837247"/>
                  <a:gd name="connsiteX6" fmla="*/ 626531 w 667170"/>
                  <a:gd name="connsiteY6" fmla="*/ 55912 h 837247"/>
                  <a:gd name="connsiteX7" fmla="*/ 339161 w 667170"/>
                  <a:gd name="connsiteY7" fmla="*/ 0 h 837247"/>
                  <a:gd name="connsiteX8" fmla="*/ 357 w 667170"/>
                  <a:gd name="connsiteY8" fmla="*/ 243650 h 837247"/>
                  <a:gd name="connsiteX9" fmla="*/ 253627 w 667170"/>
                  <a:gd name="connsiteY9" fmla="*/ 491204 h 837247"/>
                  <a:gd name="connsiteX10" fmla="*/ 253627 w 667170"/>
                  <a:gd name="connsiteY10" fmla="*/ 491395 h 837247"/>
                  <a:gd name="connsiteX11" fmla="*/ 396788 w 667170"/>
                  <a:gd name="connsiteY11" fmla="*/ 491395 h 837247"/>
                  <a:gd name="connsiteX12" fmla="*/ 515564 w 667170"/>
                  <a:gd name="connsiteY12" fmla="*/ 595694 h 837247"/>
                  <a:gd name="connsiteX13" fmla="*/ 343924 w 667170"/>
                  <a:gd name="connsiteY13" fmla="*/ 698087 h 837247"/>
                  <a:gd name="connsiteX14" fmla="*/ 68080 w 667170"/>
                  <a:gd name="connsiteY14" fmla="*/ 640842 h 837247"/>
                  <a:gd name="connsiteX15" fmla="*/ 13978 w 667170"/>
                  <a:gd name="connsiteY15" fmla="*/ 768572 h 837247"/>
                  <a:gd name="connsiteX16" fmla="*/ 328017 w 667170"/>
                  <a:gd name="connsiteY16" fmla="*/ 837247 h 837247"/>
                  <a:gd name="connsiteX17" fmla="*/ 666821 w 667170"/>
                  <a:gd name="connsiteY17" fmla="*/ 593598 h 837247"/>
                  <a:gd name="connsiteX18" fmla="*/ 413552 w 667170"/>
                  <a:gd name="connsiteY18" fmla="*/ 346234 h 837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67170" h="837247">
                    <a:moveTo>
                      <a:pt x="413552" y="346234"/>
                    </a:moveTo>
                    <a:lnTo>
                      <a:pt x="413552" y="346043"/>
                    </a:lnTo>
                    <a:lnTo>
                      <a:pt x="270391" y="346043"/>
                    </a:lnTo>
                    <a:cubicBezTo>
                      <a:pt x="190857" y="346043"/>
                      <a:pt x="148376" y="315373"/>
                      <a:pt x="151614" y="241649"/>
                    </a:cubicBezTo>
                    <a:cubicBezTo>
                      <a:pt x="154948" y="163830"/>
                      <a:pt x="239720" y="139256"/>
                      <a:pt x="323255" y="139256"/>
                    </a:cubicBezTo>
                    <a:cubicBezTo>
                      <a:pt x="442317" y="139256"/>
                      <a:pt x="530233" y="167545"/>
                      <a:pt x="571952" y="184309"/>
                    </a:cubicBezTo>
                    <a:lnTo>
                      <a:pt x="626531" y="55912"/>
                    </a:lnTo>
                    <a:cubicBezTo>
                      <a:pt x="580715" y="36004"/>
                      <a:pt x="478607" y="0"/>
                      <a:pt x="339161" y="0"/>
                    </a:cubicBezTo>
                    <a:cubicBezTo>
                      <a:pt x="199906" y="0"/>
                      <a:pt x="8549" y="55245"/>
                      <a:pt x="357" y="243650"/>
                    </a:cubicBezTo>
                    <a:cubicBezTo>
                      <a:pt x="-7644" y="427196"/>
                      <a:pt x="120086" y="488252"/>
                      <a:pt x="253627" y="491204"/>
                    </a:cubicBezTo>
                    <a:lnTo>
                      <a:pt x="253627" y="491395"/>
                    </a:lnTo>
                    <a:lnTo>
                      <a:pt x="396788" y="491395"/>
                    </a:lnTo>
                    <a:cubicBezTo>
                      <a:pt x="476321" y="491395"/>
                      <a:pt x="518803" y="522065"/>
                      <a:pt x="515564" y="595694"/>
                    </a:cubicBezTo>
                    <a:cubicBezTo>
                      <a:pt x="512231" y="673513"/>
                      <a:pt x="427458" y="698087"/>
                      <a:pt x="343924" y="698087"/>
                    </a:cubicBezTo>
                    <a:cubicBezTo>
                      <a:pt x="174855" y="698087"/>
                      <a:pt x="68080" y="640842"/>
                      <a:pt x="68080" y="640842"/>
                    </a:cubicBezTo>
                    <a:lnTo>
                      <a:pt x="13978" y="768572"/>
                    </a:lnTo>
                    <a:cubicBezTo>
                      <a:pt x="13978" y="768572"/>
                      <a:pt x="135612" y="837247"/>
                      <a:pt x="328017" y="837247"/>
                    </a:cubicBezTo>
                    <a:cubicBezTo>
                      <a:pt x="467273" y="837247"/>
                      <a:pt x="658630" y="782003"/>
                      <a:pt x="666821" y="593598"/>
                    </a:cubicBezTo>
                    <a:cubicBezTo>
                      <a:pt x="674727" y="410337"/>
                      <a:pt x="547092" y="349282"/>
                      <a:pt x="413552" y="346234"/>
                    </a:cubicBez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4" name="Forme libre : forme 33">
                <a:extLst>
                  <a:ext uri="{FF2B5EF4-FFF2-40B4-BE49-F238E27FC236}">
                    <a16:creationId xmlns:a16="http://schemas.microsoft.com/office/drawing/2014/main" id="{C4D8D355-EDAD-414F-BF39-20AEE0C91120}"/>
                  </a:ext>
                </a:extLst>
              </p:cNvPr>
              <p:cNvSpPr/>
              <p:nvPr/>
            </p:nvSpPr>
            <p:spPr>
              <a:xfrm>
                <a:off x="2471737" y="3201066"/>
                <a:ext cx="761618" cy="833246"/>
              </a:xfrm>
              <a:custGeom>
                <a:avLst/>
                <a:gdLst>
                  <a:gd name="connsiteX0" fmla="*/ 378714 w 761618"/>
                  <a:gd name="connsiteY0" fmla="*/ 0 h 833246"/>
                  <a:gd name="connsiteX1" fmla="*/ 66485 w 761618"/>
                  <a:gd name="connsiteY1" fmla="*/ 51244 h 833246"/>
                  <a:gd name="connsiteX2" fmla="*/ 129445 w 761618"/>
                  <a:gd name="connsiteY2" fmla="*/ 179546 h 833246"/>
                  <a:gd name="connsiteX3" fmla="*/ 396716 w 761618"/>
                  <a:gd name="connsiteY3" fmla="*/ 139255 h 833246"/>
                  <a:gd name="connsiteX4" fmla="*/ 602552 w 761618"/>
                  <a:gd name="connsiteY4" fmla="*/ 288798 h 833246"/>
                  <a:gd name="connsiteX5" fmla="*/ 602552 w 761618"/>
                  <a:gd name="connsiteY5" fmla="*/ 338233 h 833246"/>
                  <a:gd name="connsiteX6" fmla="*/ 288322 w 761618"/>
                  <a:gd name="connsiteY6" fmla="*/ 338233 h 833246"/>
                  <a:gd name="connsiteX7" fmla="*/ 0 w 761618"/>
                  <a:gd name="connsiteY7" fmla="*/ 584645 h 833246"/>
                  <a:gd name="connsiteX8" fmla="*/ 310991 w 761618"/>
                  <a:gd name="connsiteY8" fmla="*/ 833247 h 833246"/>
                  <a:gd name="connsiteX9" fmla="*/ 602552 w 761618"/>
                  <a:gd name="connsiteY9" fmla="*/ 718756 h 833246"/>
                  <a:gd name="connsiteX10" fmla="*/ 602552 w 761618"/>
                  <a:gd name="connsiteY10" fmla="*/ 833247 h 833246"/>
                  <a:gd name="connsiteX11" fmla="*/ 761619 w 761618"/>
                  <a:gd name="connsiteY11" fmla="*/ 833247 h 833246"/>
                  <a:gd name="connsiteX12" fmla="*/ 761619 w 761618"/>
                  <a:gd name="connsiteY12" fmla="*/ 243554 h 833246"/>
                  <a:gd name="connsiteX13" fmla="*/ 378714 w 761618"/>
                  <a:gd name="connsiteY13" fmla="*/ 0 h 833246"/>
                  <a:gd name="connsiteX14" fmla="*/ 602552 w 761618"/>
                  <a:gd name="connsiteY14" fmla="*/ 507206 h 833246"/>
                  <a:gd name="connsiteX15" fmla="*/ 340328 w 761618"/>
                  <a:gd name="connsiteY15" fmla="*/ 701992 h 833246"/>
                  <a:gd name="connsiteX16" fmla="*/ 163068 w 761618"/>
                  <a:gd name="connsiteY16" fmla="*/ 582644 h 833246"/>
                  <a:gd name="connsiteX17" fmla="*/ 298323 w 761618"/>
                  <a:gd name="connsiteY17" fmla="*/ 463296 h 833246"/>
                  <a:gd name="connsiteX18" fmla="*/ 602647 w 761618"/>
                  <a:gd name="connsiteY18" fmla="*/ 463296 h 833246"/>
                  <a:gd name="connsiteX19" fmla="*/ 602647 w 761618"/>
                  <a:gd name="connsiteY19" fmla="*/ 507206 h 8332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61618" h="833246">
                    <a:moveTo>
                      <a:pt x="378714" y="0"/>
                    </a:moveTo>
                    <a:cubicBezTo>
                      <a:pt x="232886" y="0"/>
                      <a:pt x="123063" y="30861"/>
                      <a:pt x="66485" y="51244"/>
                    </a:cubicBezTo>
                    <a:lnTo>
                      <a:pt x="129445" y="179546"/>
                    </a:lnTo>
                    <a:cubicBezTo>
                      <a:pt x="180880" y="162687"/>
                      <a:pt x="274320" y="139255"/>
                      <a:pt x="396716" y="139255"/>
                    </a:cubicBezTo>
                    <a:cubicBezTo>
                      <a:pt x="491204" y="139255"/>
                      <a:pt x="602552" y="164973"/>
                      <a:pt x="602552" y="288798"/>
                    </a:cubicBezTo>
                    <a:cubicBezTo>
                      <a:pt x="602552" y="288798"/>
                      <a:pt x="602361" y="334042"/>
                      <a:pt x="602552" y="338233"/>
                    </a:cubicBezTo>
                    <a:lnTo>
                      <a:pt x="288322" y="338233"/>
                    </a:lnTo>
                    <a:cubicBezTo>
                      <a:pt x="129254" y="338042"/>
                      <a:pt x="0" y="393763"/>
                      <a:pt x="0" y="584645"/>
                    </a:cubicBezTo>
                    <a:cubicBezTo>
                      <a:pt x="0" y="755332"/>
                      <a:pt x="139732" y="833247"/>
                      <a:pt x="310991" y="833247"/>
                    </a:cubicBezTo>
                    <a:cubicBezTo>
                      <a:pt x="513779" y="833247"/>
                      <a:pt x="602552" y="718756"/>
                      <a:pt x="602552" y="718756"/>
                    </a:cubicBezTo>
                    <a:lnTo>
                      <a:pt x="602552" y="833247"/>
                    </a:lnTo>
                    <a:lnTo>
                      <a:pt x="761619" y="833247"/>
                    </a:lnTo>
                    <a:lnTo>
                      <a:pt x="761619" y="243554"/>
                    </a:lnTo>
                    <a:cubicBezTo>
                      <a:pt x="752475" y="55150"/>
                      <a:pt x="536067" y="0"/>
                      <a:pt x="378714" y="0"/>
                    </a:cubicBezTo>
                    <a:close/>
                    <a:moveTo>
                      <a:pt x="602552" y="507206"/>
                    </a:moveTo>
                    <a:cubicBezTo>
                      <a:pt x="602552" y="630364"/>
                      <a:pt x="445294" y="701992"/>
                      <a:pt x="340328" y="701992"/>
                    </a:cubicBezTo>
                    <a:cubicBezTo>
                      <a:pt x="262795" y="701992"/>
                      <a:pt x="163068" y="676084"/>
                      <a:pt x="163068" y="582644"/>
                    </a:cubicBezTo>
                    <a:cubicBezTo>
                      <a:pt x="163068" y="489204"/>
                      <a:pt x="216789" y="463296"/>
                      <a:pt x="298323" y="463296"/>
                    </a:cubicBezTo>
                    <a:lnTo>
                      <a:pt x="602647" y="463296"/>
                    </a:lnTo>
                    <a:lnTo>
                      <a:pt x="602647" y="507206"/>
                    </a:ln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7148A700-F7D8-4402-9F95-58B18F8C236D}"/>
                </a:ext>
              </a:extLst>
            </p:cNvPr>
            <p:cNvSpPr/>
            <p:nvPr/>
          </p:nvSpPr>
          <p:spPr>
            <a:xfrm>
              <a:off x="4142993" y="1104900"/>
              <a:ext cx="859916" cy="433102"/>
            </a:xfrm>
            <a:custGeom>
              <a:avLst/>
              <a:gdLst>
                <a:gd name="connsiteX0" fmla="*/ 859917 w 859916"/>
                <a:gd name="connsiteY0" fmla="*/ 124968 h 433102"/>
                <a:gd name="connsiteX1" fmla="*/ 431387 w 859916"/>
                <a:gd name="connsiteY1" fmla="*/ 0 h 433102"/>
                <a:gd name="connsiteX2" fmla="*/ 0 w 859916"/>
                <a:gd name="connsiteY2" fmla="*/ 118967 h 433102"/>
                <a:gd name="connsiteX3" fmla="*/ 430435 w 859916"/>
                <a:gd name="connsiteY3" fmla="*/ 433102 h 433102"/>
                <a:gd name="connsiteX4" fmla="*/ 859917 w 859916"/>
                <a:gd name="connsiteY4" fmla="*/ 124968 h 433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9916" h="433102">
                  <a:moveTo>
                    <a:pt x="859917" y="124968"/>
                  </a:moveTo>
                  <a:cubicBezTo>
                    <a:pt x="742759" y="49720"/>
                    <a:pt x="588645" y="0"/>
                    <a:pt x="431387" y="0"/>
                  </a:cubicBezTo>
                  <a:cubicBezTo>
                    <a:pt x="285274" y="0"/>
                    <a:pt x="134779" y="35719"/>
                    <a:pt x="0" y="118967"/>
                  </a:cubicBezTo>
                  <a:cubicBezTo>
                    <a:pt x="0" y="118967"/>
                    <a:pt x="183642" y="432530"/>
                    <a:pt x="430435" y="433102"/>
                  </a:cubicBezTo>
                  <a:cubicBezTo>
                    <a:pt x="677132" y="433673"/>
                    <a:pt x="859917" y="124968"/>
                    <a:pt x="859917" y="124968"/>
                  </a:cubicBezTo>
                  <a:close/>
                </a:path>
              </a:pathLst>
            </a:custGeom>
            <a:solidFill>
              <a:srgbClr val="FFE8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043231D7-5025-44C3-900B-149CF010FC9F}"/>
                </a:ext>
              </a:extLst>
            </p:cNvPr>
            <p:cNvSpPr/>
            <p:nvPr/>
          </p:nvSpPr>
          <p:spPr>
            <a:xfrm>
              <a:off x="3749374" y="1300924"/>
              <a:ext cx="466844" cy="817244"/>
            </a:xfrm>
            <a:custGeom>
              <a:avLst/>
              <a:gdLst>
                <a:gd name="connsiteX0" fmla="*/ 287416 w 466844"/>
                <a:gd name="connsiteY0" fmla="*/ 0 h 817244"/>
                <a:gd name="connsiteX1" fmla="*/ 40051 w 466844"/>
                <a:gd name="connsiteY1" fmla="*/ 371570 h 817244"/>
                <a:gd name="connsiteX2" fmla="*/ 24145 w 466844"/>
                <a:gd name="connsiteY2" fmla="*/ 817245 h 817244"/>
                <a:gd name="connsiteX3" fmla="*/ 451722 w 466844"/>
                <a:gd name="connsiteY3" fmla="*/ 506444 h 817244"/>
                <a:gd name="connsiteX4" fmla="*/ 287416 w 466844"/>
                <a:gd name="connsiteY4" fmla="*/ 0 h 817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844" h="817244">
                  <a:moveTo>
                    <a:pt x="287416" y="0"/>
                  </a:moveTo>
                  <a:cubicBezTo>
                    <a:pt x="175021" y="94488"/>
                    <a:pt x="88915" y="222123"/>
                    <a:pt x="40051" y="371570"/>
                  </a:cubicBezTo>
                  <a:cubicBezTo>
                    <a:pt x="-8907" y="521018"/>
                    <a:pt x="-11479" y="669322"/>
                    <a:pt x="24145" y="817245"/>
                  </a:cubicBezTo>
                  <a:cubicBezTo>
                    <a:pt x="24145" y="817245"/>
                    <a:pt x="374855" y="740855"/>
                    <a:pt x="451722" y="506444"/>
                  </a:cubicBezTo>
                  <a:cubicBezTo>
                    <a:pt x="528589" y="272034"/>
                    <a:pt x="287416" y="0"/>
                    <a:pt x="287416" y="0"/>
                  </a:cubicBezTo>
                  <a:close/>
                </a:path>
              </a:pathLst>
            </a:custGeom>
            <a:solidFill>
              <a:srgbClr val="FF994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A057539C-0DF8-4385-B5A0-076759EE1E9E}"/>
                </a:ext>
              </a:extLst>
            </p:cNvPr>
            <p:cNvSpPr/>
            <p:nvPr/>
          </p:nvSpPr>
          <p:spPr>
            <a:xfrm>
              <a:off x="3810094" y="2167431"/>
              <a:ext cx="695999" cy="571005"/>
            </a:xfrm>
            <a:custGeom>
              <a:avLst/>
              <a:gdLst>
                <a:gd name="connsiteX0" fmla="*/ 0 w 695999"/>
                <a:gd name="connsiteY0" fmla="*/ 63418 h 571005"/>
                <a:gd name="connsiteX1" fmla="*/ 274034 w 695999"/>
                <a:gd name="connsiteY1" fmla="*/ 414986 h 571005"/>
                <a:gd name="connsiteX2" fmla="*/ 693611 w 695999"/>
                <a:gd name="connsiteY2" fmla="*/ 571006 h 571005"/>
                <a:gd name="connsiteX3" fmla="*/ 529400 w 695999"/>
                <a:gd name="connsiteY3" fmla="*/ 65133 h 571005"/>
                <a:gd name="connsiteX4" fmla="*/ 0 w 695999"/>
                <a:gd name="connsiteY4" fmla="*/ 63418 h 571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5999" h="571005">
                  <a:moveTo>
                    <a:pt x="0" y="63418"/>
                  </a:moveTo>
                  <a:cubicBezTo>
                    <a:pt x="57436" y="202198"/>
                    <a:pt x="148876" y="322022"/>
                    <a:pt x="274034" y="414986"/>
                  </a:cubicBezTo>
                  <a:cubicBezTo>
                    <a:pt x="400241" y="508712"/>
                    <a:pt x="552926" y="561671"/>
                    <a:pt x="693611" y="571006"/>
                  </a:cubicBezTo>
                  <a:cubicBezTo>
                    <a:pt x="693611" y="571006"/>
                    <a:pt x="728758" y="210675"/>
                    <a:pt x="529400" y="65133"/>
                  </a:cubicBezTo>
                  <a:cubicBezTo>
                    <a:pt x="330041" y="-80409"/>
                    <a:pt x="0" y="63418"/>
                    <a:pt x="0" y="63418"/>
                  </a:cubicBezTo>
                  <a:close/>
                </a:path>
              </a:pathLst>
            </a:custGeom>
            <a:solidFill>
              <a:srgbClr val="E100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C9A25EC6-816D-4BF1-B5DF-B2396460CD9C}"/>
                </a:ext>
              </a:extLst>
            </p:cNvPr>
            <p:cNvSpPr/>
            <p:nvPr/>
          </p:nvSpPr>
          <p:spPr>
            <a:xfrm>
              <a:off x="4633686" y="2165635"/>
              <a:ext cx="694216" cy="572421"/>
            </a:xfrm>
            <a:custGeom>
              <a:avLst/>
              <a:gdLst>
                <a:gd name="connsiteX0" fmla="*/ 3178 w 694216"/>
                <a:gd name="connsiteY0" fmla="*/ 572422 h 572421"/>
                <a:gd name="connsiteX1" fmla="*/ 420087 w 694216"/>
                <a:gd name="connsiteY1" fmla="*/ 414783 h 572421"/>
                <a:gd name="connsiteX2" fmla="*/ 694217 w 694216"/>
                <a:gd name="connsiteY2" fmla="*/ 61024 h 572421"/>
                <a:gd name="connsiteX3" fmla="*/ 161960 w 694216"/>
                <a:gd name="connsiteY3" fmla="*/ 66930 h 572421"/>
                <a:gd name="connsiteX4" fmla="*/ 3178 w 694216"/>
                <a:gd name="connsiteY4" fmla="*/ 572422 h 57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16" h="572421">
                  <a:moveTo>
                    <a:pt x="3178" y="572422"/>
                  </a:moveTo>
                  <a:cubicBezTo>
                    <a:pt x="160817" y="556705"/>
                    <a:pt x="292738" y="506985"/>
                    <a:pt x="420087" y="414783"/>
                  </a:cubicBezTo>
                  <a:cubicBezTo>
                    <a:pt x="543341" y="325533"/>
                    <a:pt x="637162" y="199327"/>
                    <a:pt x="694217" y="61024"/>
                  </a:cubicBezTo>
                  <a:cubicBezTo>
                    <a:pt x="694217" y="61024"/>
                    <a:pt x="360080" y="-80136"/>
                    <a:pt x="161960" y="66930"/>
                  </a:cubicBezTo>
                  <a:cubicBezTo>
                    <a:pt x="-36160" y="213996"/>
                    <a:pt x="3178" y="572422"/>
                    <a:pt x="3178" y="572422"/>
                  </a:cubicBezTo>
                  <a:close/>
                </a:path>
              </a:pathLst>
            </a:custGeom>
            <a:solidFill>
              <a:srgbClr val="5770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B6F03869-A025-426A-8DB2-BBE57A2FA149}"/>
                </a:ext>
              </a:extLst>
            </p:cNvPr>
            <p:cNvSpPr/>
            <p:nvPr/>
          </p:nvSpPr>
          <p:spPr>
            <a:xfrm>
              <a:off x="4920405" y="1302353"/>
              <a:ext cx="465742" cy="817435"/>
            </a:xfrm>
            <a:custGeom>
              <a:avLst/>
              <a:gdLst>
                <a:gd name="connsiteX0" fmla="*/ 441883 w 465742"/>
                <a:gd name="connsiteY0" fmla="*/ 817436 h 817435"/>
                <a:gd name="connsiteX1" fmla="*/ 427024 w 465742"/>
                <a:gd name="connsiteY1" fmla="*/ 371189 h 817435"/>
                <a:gd name="connsiteX2" fmla="*/ 180707 w 465742"/>
                <a:gd name="connsiteY2" fmla="*/ 0 h 817435"/>
                <a:gd name="connsiteX3" fmla="*/ 14687 w 465742"/>
                <a:gd name="connsiteY3" fmla="*/ 504158 h 817435"/>
                <a:gd name="connsiteX4" fmla="*/ 441883 w 465742"/>
                <a:gd name="connsiteY4" fmla="*/ 817436 h 817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5742" h="817435">
                  <a:moveTo>
                    <a:pt x="441883" y="817436"/>
                  </a:moveTo>
                  <a:cubicBezTo>
                    <a:pt x="476268" y="675799"/>
                    <a:pt x="475316" y="520827"/>
                    <a:pt x="427024" y="371189"/>
                  </a:cubicBezTo>
                  <a:cubicBezTo>
                    <a:pt x="378732" y="221552"/>
                    <a:pt x="292340" y="97917"/>
                    <a:pt x="180707" y="0"/>
                  </a:cubicBezTo>
                  <a:cubicBezTo>
                    <a:pt x="180707" y="0"/>
                    <a:pt x="-61037" y="269272"/>
                    <a:pt x="14687" y="504158"/>
                  </a:cubicBezTo>
                  <a:cubicBezTo>
                    <a:pt x="90410" y="739045"/>
                    <a:pt x="441883" y="817436"/>
                    <a:pt x="441883" y="817436"/>
                  </a:cubicBezTo>
                  <a:close/>
                </a:path>
              </a:pathLst>
            </a:custGeom>
            <a:solidFill>
              <a:srgbClr val="00AC8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36" name="Espace réservé du texte 10">
            <a:extLst>
              <a:ext uri="{FF2B5EF4-FFF2-40B4-BE49-F238E27FC236}">
                <a16:creationId xmlns:a16="http://schemas.microsoft.com/office/drawing/2014/main" id="{F1AA8A00-22A6-4AC2-960F-2483AE6782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80000" y="3128061"/>
            <a:ext cx="11232000" cy="27696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4333" b="1" cap="all" baseline="0">
                <a:solidFill>
                  <a:srgbClr val="262626"/>
                </a:solidFill>
              </a:defRPr>
            </a:lvl1pPr>
            <a:lvl2pPr marL="0" indent="0">
              <a:spcBef>
                <a:spcPts val="667"/>
              </a:spcBef>
              <a:spcAft>
                <a:spcPts val="0"/>
              </a:spcAft>
              <a:buNone/>
              <a:defRPr sz="2467" baseline="0"/>
            </a:lvl2pPr>
          </a:lstStyle>
          <a:p>
            <a:pPr lvl="0"/>
            <a:r>
              <a:rPr lang="fr-FR" dirty="0"/>
              <a:t>Titre de la présentation </a:t>
            </a:r>
            <a:br>
              <a:rPr lang="fr-FR" dirty="0"/>
            </a:br>
            <a:r>
              <a:rPr lang="fr-FR" dirty="0"/>
              <a:t>sur deux lignes maximum</a:t>
            </a:r>
          </a:p>
          <a:p>
            <a:pPr lvl="1"/>
            <a:r>
              <a:rPr lang="fr-FR" dirty="0"/>
              <a:t>Sous-titre de la présentation </a:t>
            </a:r>
            <a:br>
              <a:rPr lang="fr-FR" dirty="0"/>
            </a:br>
            <a:r>
              <a:rPr lang="fr-FR" dirty="0"/>
              <a:t>sur deux lignes maximum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72FC0E8-6F73-4131-92BB-23652B1A5AB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66300" y="6212901"/>
            <a:ext cx="1560000" cy="282572"/>
          </a:xfrm>
        </p:spPr>
        <p:txBody>
          <a:bodyPr>
            <a:noAutofit/>
          </a:bodyPr>
          <a:lstStyle/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71DF7BD-76CD-45EB-8FE8-07FE684BDF9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>
            <a:noAutofit/>
          </a:bodyPr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400798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</a:lstStyle>
          <a:p>
            <a:r>
              <a:rPr lang="fr-FR" dirty="0"/>
              <a:t>Sommaire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7" y="2522624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None/>
              <a:defRPr b="1">
                <a:solidFill>
                  <a:schemeClr val="tx2"/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>
                <a:solidFill>
                  <a:srgbClr val="262626"/>
                </a:solidFill>
              </a:defRPr>
            </a:lvl2pPr>
          </a:lstStyle>
          <a:p>
            <a:pPr lvl="0"/>
            <a:r>
              <a:rPr lang="fr-FR" dirty="0"/>
              <a:t>1. 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416000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None/>
              <a:defRPr b="1">
                <a:solidFill>
                  <a:schemeClr val="accent2"/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>
                <a:solidFill>
                  <a:srgbClr val="262626"/>
                </a:solidFill>
              </a:defRPr>
            </a:lvl2pPr>
          </a:lstStyle>
          <a:p>
            <a:pPr lvl="0"/>
            <a:r>
              <a:rPr lang="fr-FR" dirty="0"/>
              <a:t>2. 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351999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None/>
              <a:defRPr b="1">
                <a:solidFill>
                  <a:srgbClr val="5770BE"/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>
                <a:solidFill>
                  <a:srgbClr val="262626"/>
                </a:solidFill>
              </a:defRPr>
            </a:lvl2pPr>
          </a:lstStyle>
          <a:p>
            <a:pPr lvl="0"/>
            <a:r>
              <a:rPr lang="fr-FR" dirty="0"/>
              <a:t>3. 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BA039719-59E1-499E-AE38-46FC3D06F2F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4460079-5C05-4907-83D0-F6C237D493D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</a:lstStyle>
          <a:p>
            <a:r>
              <a:rPr lang="fr-FR"/>
              <a:t>Titre de la présentation sur une seule ligne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72E177FF-2AD8-4CAF-A3FD-3CF7C14C521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DD31BDFD-FADC-44D8-B829-1A31B7858F66}"/>
              </a:ext>
            </a:extLst>
          </p:cNvPr>
          <p:cNvGrpSpPr/>
          <p:nvPr userDrawn="1"/>
        </p:nvGrpSpPr>
        <p:grpSpPr>
          <a:xfrm>
            <a:off x="11337925" y="238141"/>
            <a:ext cx="365127" cy="507984"/>
            <a:chOff x="2724335" y="0"/>
            <a:chExt cx="3694565" cy="5140087"/>
          </a:xfrm>
        </p:grpSpPr>
        <p:grpSp>
          <p:nvGrpSpPr>
            <p:cNvPr id="43" name="Groupe 42">
              <a:extLst>
                <a:ext uri="{FF2B5EF4-FFF2-40B4-BE49-F238E27FC236}">
                  <a16:creationId xmlns:a16="http://schemas.microsoft.com/office/drawing/2014/main" id="{68948EC5-1067-4566-82C7-B6A31FB381EE}"/>
                </a:ext>
              </a:extLst>
            </p:cNvPr>
            <p:cNvGrpSpPr/>
            <p:nvPr userDrawn="1"/>
          </p:nvGrpSpPr>
          <p:grpSpPr>
            <a:xfrm>
              <a:off x="2724335" y="4398358"/>
              <a:ext cx="3694565" cy="741729"/>
              <a:chOff x="2724335" y="4398358"/>
              <a:chExt cx="3694565" cy="741729"/>
            </a:xfrm>
          </p:grpSpPr>
          <p:sp>
            <p:nvSpPr>
              <p:cNvPr id="50" name="Forme libre : forme 49">
                <a:extLst>
                  <a:ext uri="{FF2B5EF4-FFF2-40B4-BE49-F238E27FC236}">
                    <a16:creationId xmlns:a16="http://schemas.microsoft.com/office/drawing/2014/main" id="{A9721D01-449C-4E27-8D95-CB388E166391}"/>
                  </a:ext>
                </a:extLst>
              </p:cNvPr>
              <p:cNvSpPr/>
              <p:nvPr/>
            </p:nvSpPr>
            <p:spPr>
              <a:xfrm>
                <a:off x="3554785" y="4412423"/>
                <a:ext cx="659499" cy="722420"/>
              </a:xfrm>
              <a:custGeom>
                <a:avLst/>
                <a:gdLst>
                  <a:gd name="connsiteX0" fmla="*/ 391256 w 659499"/>
                  <a:gd name="connsiteY0" fmla="*/ 0 h 722420"/>
                  <a:gd name="connsiteX1" fmla="*/ 139990 w 659499"/>
                  <a:gd name="connsiteY1" fmla="*/ 100540 h 722420"/>
                  <a:gd name="connsiteX2" fmla="*/ 139990 w 659499"/>
                  <a:gd name="connsiteY2" fmla="*/ 0 h 722420"/>
                  <a:gd name="connsiteX3" fmla="*/ 0 w 659499"/>
                  <a:gd name="connsiteY3" fmla="*/ 0 h 722420"/>
                  <a:gd name="connsiteX4" fmla="*/ 0 w 659499"/>
                  <a:gd name="connsiteY4" fmla="*/ 722421 h 722420"/>
                  <a:gd name="connsiteX5" fmla="*/ 140073 w 659499"/>
                  <a:gd name="connsiteY5" fmla="*/ 722421 h 722420"/>
                  <a:gd name="connsiteX6" fmla="*/ 140073 w 659499"/>
                  <a:gd name="connsiteY6" fmla="*/ 283142 h 722420"/>
                  <a:gd name="connsiteX7" fmla="*/ 366037 w 659499"/>
                  <a:gd name="connsiteY7" fmla="*/ 115438 h 722420"/>
                  <a:gd name="connsiteX8" fmla="*/ 518928 w 659499"/>
                  <a:gd name="connsiteY8" fmla="*/ 243442 h 722420"/>
                  <a:gd name="connsiteX9" fmla="*/ 519427 w 659499"/>
                  <a:gd name="connsiteY9" fmla="*/ 243442 h 722420"/>
                  <a:gd name="connsiteX10" fmla="*/ 519427 w 659499"/>
                  <a:gd name="connsiteY10" fmla="*/ 722421 h 722420"/>
                  <a:gd name="connsiteX11" fmla="*/ 659500 w 659499"/>
                  <a:gd name="connsiteY11" fmla="*/ 722421 h 722420"/>
                  <a:gd name="connsiteX12" fmla="*/ 659500 w 659499"/>
                  <a:gd name="connsiteY12" fmla="*/ 243442 h 722420"/>
                  <a:gd name="connsiteX13" fmla="*/ 391256 w 659499"/>
                  <a:gd name="connsiteY13" fmla="*/ 0 h 722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59499" h="722420">
                    <a:moveTo>
                      <a:pt x="391256" y="0"/>
                    </a:moveTo>
                    <a:cubicBezTo>
                      <a:pt x="218141" y="0"/>
                      <a:pt x="141488" y="98626"/>
                      <a:pt x="139990" y="100540"/>
                    </a:cubicBezTo>
                    <a:lnTo>
                      <a:pt x="139990" y="0"/>
                    </a:lnTo>
                    <a:lnTo>
                      <a:pt x="0" y="0"/>
                    </a:lnTo>
                    <a:lnTo>
                      <a:pt x="0" y="722421"/>
                    </a:lnTo>
                    <a:lnTo>
                      <a:pt x="140073" y="722421"/>
                    </a:lnTo>
                    <a:lnTo>
                      <a:pt x="140073" y="283142"/>
                    </a:lnTo>
                    <a:cubicBezTo>
                      <a:pt x="143069" y="177026"/>
                      <a:pt x="276567" y="115438"/>
                      <a:pt x="366037" y="115438"/>
                    </a:cubicBezTo>
                    <a:cubicBezTo>
                      <a:pt x="432870" y="115438"/>
                      <a:pt x="518928" y="161213"/>
                      <a:pt x="518928" y="243442"/>
                    </a:cubicBezTo>
                    <a:lnTo>
                      <a:pt x="519427" y="243442"/>
                    </a:lnTo>
                    <a:lnTo>
                      <a:pt x="519427" y="722421"/>
                    </a:lnTo>
                    <a:lnTo>
                      <a:pt x="659500" y="722421"/>
                    </a:lnTo>
                    <a:lnTo>
                      <a:pt x="659500" y="243442"/>
                    </a:lnTo>
                    <a:cubicBezTo>
                      <a:pt x="659417" y="80981"/>
                      <a:pt x="538986" y="0"/>
                      <a:pt x="391256" y="0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51" name="Forme libre : forme 50">
                <a:extLst>
                  <a:ext uri="{FF2B5EF4-FFF2-40B4-BE49-F238E27FC236}">
                    <a16:creationId xmlns:a16="http://schemas.microsoft.com/office/drawing/2014/main" id="{D4EF4E18-1600-4951-B2D3-81EA9BB0A9D0}"/>
                  </a:ext>
                </a:extLst>
              </p:cNvPr>
              <p:cNvSpPr/>
              <p:nvPr/>
            </p:nvSpPr>
            <p:spPr>
              <a:xfrm>
                <a:off x="5832180" y="4401770"/>
                <a:ext cx="586720" cy="736485"/>
              </a:xfrm>
              <a:custGeom>
                <a:avLst/>
                <a:gdLst>
                  <a:gd name="connsiteX0" fmla="*/ 363684 w 586720"/>
                  <a:gd name="connsiteY0" fmla="*/ 304532 h 736485"/>
                  <a:gd name="connsiteX1" fmla="*/ 363684 w 586720"/>
                  <a:gd name="connsiteY1" fmla="*/ 304365 h 736485"/>
                  <a:gd name="connsiteX2" fmla="*/ 237760 w 586720"/>
                  <a:gd name="connsiteY2" fmla="*/ 304365 h 736485"/>
                  <a:gd name="connsiteX3" fmla="*/ 133309 w 586720"/>
                  <a:gd name="connsiteY3" fmla="*/ 212565 h 736485"/>
                  <a:gd name="connsiteX4" fmla="*/ 284285 w 586720"/>
                  <a:gd name="connsiteY4" fmla="*/ 122512 h 736485"/>
                  <a:gd name="connsiteX5" fmla="*/ 503008 w 586720"/>
                  <a:gd name="connsiteY5" fmla="*/ 162128 h 736485"/>
                  <a:gd name="connsiteX6" fmla="*/ 551031 w 586720"/>
                  <a:gd name="connsiteY6" fmla="*/ 49188 h 736485"/>
                  <a:gd name="connsiteX7" fmla="*/ 298267 w 586720"/>
                  <a:gd name="connsiteY7" fmla="*/ 0 h 736485"/>
                  <a:gd name="connsiteX8" fmla="*/ 310 w 586720"/>
                  <a:gd name="connsiteY8" fmla="*/ 214313 h 736485"/>
                  <a:gd name="connsiteX9" fmla="*/ 223029 w 586720"/>
                  <a:gd name="connsiteY9" fmla="*/ 432037 h 736485"/>
                  <a:gd name="connsiteX10" fmla="*/ 223029 w 586720"/>
                  <a:gd name="connsiteY10" fmla="*/ 432204 h 736485"/>
                  <a:gd name="connsiteX11" fmla="*/ 348953 w 586720"/>
                  <a:gd name="connsiteY11" fmla="*/ 432204 h 736485"/>
                  <a:gd name="connsiteX12" fmla="*/ 453404 w 586720"/>
                  <a:gd name="connsiteY12" fmla="*/ 524005 h 736485"/>
                  <a:gd name="connsiteX13" fmla="*/ 302428 w 586720"/>
                  <a:gd name="connsiteY13" fmla="*/ 614057 h 736485"/>
                  <a:gd name="connsiteX14" fmla="*/ 59818 w 586720"/>
                  <a:gd name="connsiteY14" fmla="*/ 563704 h 736485"/>
                  <a:gd name="connsiteX15" fmla="*/ 12212 w 586720"/>
                  <a:gd name="connsiteY15" fmla="*/ 676062 h 736485"/>
                  <a:gd name="connsiteX16" fmla="*/ 288446 w 586720"/>
                  <a:gd name="connsiteY16" fmla="*/ 736486 h 736485"/>
                  <a:gd name="connsiteX17" fmla="*/ 586403 w 586720"/>
                  <a:gd name="connsiteY17" fmla="*/ 522173 h 736485"/>
                  <a:gd name="connsiteX18" fmla="*/ 363684 w 586720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20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8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8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477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52" name="Forme libre : forme 51">
                <a:extLst>
                  <a:ext uri="{FF2B5EF4-FFF2-40B4-BE49-F238E27FC236}">
                    <a16:creationId xmlns:a16="http://schemas.microsoft.com/office/drawing/2014/main" id="{3284962D-7A7F-4349-9250-20D40BD3FEC1}"/>
                  </a:ext>
                </a:extLst>
              </p:cNvPr>
              <p:cNvSpPr/>
              <p:nvPr/>
            </p:nvSpPr>
            <p:spPr>
              <a:xfrm>
                <a:off x="5027341" y="4398358"/>
                <a:ext cx="698034" cy="741729"/>
              </a:xfrm>
              <a:custGeom>
                <a:avLst/>
                <a:gdLst>
                  <a:gd name="connsiteX0" fmla="*/ 355135 w 698034"/>
                  <a:gd name="connsiteY0" fmla="*/ 0 h 741729"/>
                  <a:gd name="connsiteX1" fmla="*/ 0 w 698034"/>
                  <a:gd name="connsiteY1" fmla="*/ 377856 h 741729"/>
                  <a:gd name="connsiteX2" fmla="*/ 387594 w 698034"/>
                  <a:gd name="connsiteY2" fmla="*/ 741730 h 741729"/>
                  <a:gd name="connsiteX3" fmla="*/ 662996 w 698034"/>
                  <a:gd name="connsiteY3" fmla="*/ 681306 h 741729"/>
                  <a:gd name="connsiteX4" fmla="*/ 611394 w 698034"/>
                  <a:gd name="connsiteY4" fmla="*/ 573609 h 741729"/>
                  <a:gd name="connsiteX5" fmla="*/ 383266 w 698034"/>
                  <a:gd name="connsiteY5" fmla="*/ 618386 h 741729"/>
                  <a:gd name="connsiteX6" fmla="*/ 145233 w 698034"/>
                  <a:gd name="connsiteY6" fmla="*/ 432121 h 741729"/>
                  <a:gd name="connsiteX7" fmla="*/ 556297 w 698034"/>
                  <a:gd name="connsiteY7" fmla="*/ 432121 h 741729"/>
                  <a:gd name="connsiteX8" fmla="*/ 698035 w 698034"/>
                  <a:gd name="connsiteY8" fmla="*/ 432121 h 741729"/>
                  <a:gd name="connsiteX9" fmla="*/ 698035 w 698034"/>
                  <a:gd name="connsiteY9" fmla="*/ 369200 h 741729"/>
                  <a:gd name="connsiteX10" fmla="*/ 355135 w 698034"/>
                  <a:gd name="connsiteY10" fmla="*/ 0 h 741729"/>
                  <a:gd name="connsiteX11" fmla="*/ 146981 w 698034"/>
                  <a:gd name="connsiteY11" fmla="*/ 316684 h 741729"/>
                  <a:gd name="connsiteX12" fmla="*/ 360378 w 698034"/>
                  <a:gd name="connsiteY12" fmla="*/ 119017 h 741729"/>
                  <a:gd name="connsiteX13" fmla="*/ 554549 w 698034"/>
                  <a:gd name="connsiteY13" fmla="*/ 316684 h 741729"/>
                  <a:gd name="connsiteX14" fmla="*/ 146981 w 698034"/>
                  <a:gd name="connsiteY14" fmla="*/ 316684 h 741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8034" h="741729">
                    <a:moveTo>
                      <a:pt x="355135" y="0"/>
                    </a:moveTo>
                    <a:cubicBezTo>
                      <a:pt x="152224" y="0"/>
                      <a:pt x="0" y="117185"/>
                      <a:pt x="0" y="377856"/>
                    </a:cubicBezTo>
                    <a:cubicBezTo>
                      <a:pt x="0" y="638443"/>
                      <a:pt x="191924" y="741730"/>
                      <a:pt x="387594" y="741730"/>
                    </a:cubicBezTo>
                    <a:cubicBezTo>
                      <a:pt x="568199" y="741730"/>
                      <a:pt x="662996" y="681306"/>
                      <a:pt x="662996" y="681306"/>
                    </a:cubicBezTo>
                    <a:lnTo>
                      <a:pt x="611394" y="573609"/>
                    </a:lnTo>
                    <a:cubicBezTo>
                      <a:pt x="611394" y="573609"/>
                      <a:pt x="541482" y="618386"/>
                      <a:pt x="383266" y="618386"/>
                    </a:cubicBezTo>
                    <a:cubicBezTo>
                      <a:pt x="276234" y="618386"/>
                      <a:pt x="160963" y="586010"/>
                      <a:pt x="145233" y="432121"/>
                    </a:cubicBezTo>
                    <a:lnTo>
                      <a:pt x="556297" y="432121"/>
                    </a:lnTo>
                    <a:lnTo>
                      <a:pt x="698035" y="432121"/>
                    </a:lnTo>
                    <a:lnTo>
                      <a:pt x="698035" y="369200"/>
                    </a:lnTo>
                    <a:cubicBezTo>
                      <a:pt x="698035" y="131251"/>
                      <a:pt x="587757" y="0"/>
                      <a:pt x="355135" y="0"/>
                    </a:cubicBezTo>
                    <a:close/>
                    <a:moveTo>
                      <a:pt x="146981" y="316684"/>
                    </a:moveTo>
                    <a:cubicBezTo>
                      <a:pt x="162711" y="164459"/>
                      <a:pt x="241445" y="119017"/>
                      <a:pt x="360378" y="119017"/>
                    </a:cubicBezTo>
                    <a:cubicBezTo>
                      <a:pt x="488050" y="119017"/>
                      <a:pt x="545810" y="180272"/>
                      <a:pt x="554549" y="316684"/>
                    </a:cubicBezTo>
                    <a:lnTo>
                      <a:pt x="146981" y="316684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53" name="Forme libre : forme 52">
                <a:extLst>
                  <a:ext uri="{FF2B5EF4-FFF2-40B4-BE49-F238E27FC236}">
                    <a16:creationId xmlns:a16="http://schemas.microsoft.com/office/drawing/2014/main" id="{476FCF11-4108-40BC-8178-ADD787625181}"/>
                  </a:ext>
                </a:extLst>
              </p:cNvPr>
              <p:cNvSpPr/>
              <p:nvPr/>
            </p:nvSpPr>
            <p:spPr>
              <a:xfrm>
                <a:off x="4342812" y="4401770"/>
                <a:ext cx="586713" cy="736485"/>
              </a:xfrm>
              <a:custGeom>
                <a:avLst/>
                <a:gdLst>
                  <a:gd name="connsiteX0" fmla="*/ 363684 w 586713"/>
                  <a:gd name="connsiteY0" fmla="*/ 304532 h 736485"/>
                  <a:gd name="connsiteX1" fmla="*/ 363684 w 586713"/>
                  <a:gd name="connsiteY1" fmla="*/ 304365 h 736485"/>
                  <a:gd name="connsiteX2" fmla="*/ 237760 w 586713"/>
                  <a:gd name="connsiteY2" fmla="*/ 304365 h 736485"/>
                  <a:gd name="connsiteX3" fmla="*/ 133309 w 586713"/>
                  <a:gd name="connsiteY3" fmla="*/ 212565 h 736485"/>
                  <a:gd name="connsiteX4" fmla="*/ 284285 w 586713"/>
                  <a:gd name="connsiteY4" fmla="*/ 122512 h 736485"/>
                  <a:gd name="connsiteX5" fmla="*/ 503008 w 586713"/>
                  <a:gd name="connsiteY5" fmla="*/ 162128 h 736485"/>
                  <a:gd name="connsiteX6" fmla="*/ 551031 w 586713"/>
                  <a:gd name="connsiteY6" fmla="*/ 49188 h 736485"/>
                  <a:gd name="connsiteX7" fmla="*/ 298267 w 586713"/>
                  <a:gd name="connsiteY7" fmla="*/ 0 h 736485"/>
                  <a:gd name="connsiteX8" fmla="*/ 310 w 586713"/>
                  <a:gd name="connsiteY8" fmla="*/ 214313 h 736485"/>
                  <a:gd name="connsiteX9" fmla="*/ 223029 w 586713"/>
                  <a:gd name="connsiteY9" fmla="*/ 432037 h 736485"/>
                  <a:gd name="connsiteX10" fmla="*/ 223029 w 586713"/>
                  <a:gd name="connsiteY10" fmla="*/ 432204 h 736485"/>
                  <a:gd name="connsiteX11" fmla="*/ 348953 w 586713"/>
                  <a:gd name="connsiteY11" fmla="*/ 432204 h 736485"/>
                  <a:gd name="connsiteX12" fmla="*/ 453404 w 586713"/>
                  <a:gd name="connsiteY12" fmla="*/ 524005 h 736485"/>
                  <a:gd name="connsiteX13" fmla="*/ 302429 w 586713"/>
                  <a:gd name="connsiteY13" fmla="*/ 614057 h 736485"/>
                  <a:gd name="connsiteX14" fmla="*/ 59818 w 586713"/>
                  <a:gd name="connsiteY14" fmla="*/ 563704 h 736485"/>
                  <a:gd name="connsiteX15" fmla="*/ 12212 w 586713"/>
                  <a:gd name="connsiteY15" fmla="*/ 676062 h 736485"/>
                  <a:gd name="connsiteX16" fmla="*/ 288446 w 586713"/>
                  <a:gd name="connsiteY16" fmla="*/ 736486 h 736485"/>
                  <a:gd name="connsiteX17" fmla="*/ 586403 w 586713"/>
                  <a:gd name="connsiteY17" fmla="*/ 522173 h 736485"/>
                  <a:gd name="connsiteX18" fmla="*/ 363684 w 586713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13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9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9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394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54" name="Forme libre : forme 53">
                <a:extLst>
                  <a:ext uri="{FF2B5EF4-FFF2-40B4-BE49-F238E27FC236}">
                    <a16:creationId xmlns:a16="http://schemas.microsoft.com/office/drawing/2014/main" id="{D22E4527-8C28-490C-A537-25A59F3C9541}"/>
                  </a:ext>
                </a:extLst>
              </p:cNvPr>
              <p:cNvSpPr/>
              <p:nvPr/>
            </p:nvSpPr>
            <p:spPr>
              <a:xfrm>
                <a:off x="2724335" y="4403352"/>
                <a:ext cx="669903" cy="732990"/>
              </a:xfrm>
              <a:custGeom>
                <a:avLst/>
                <a:gdLst>
                  <a:gd name="connsiteX0" fmla="*/ 333079 w 669903"/>
                  <a:gd name="connsiteY0" fmla="*/ 0 h 732990"/>
                  <a:gd name="connsiteX1" fmla="*/ 58509 w 669903"/>
                  <a:gd name="connsiteY1" fmla="*/ 45026 h 732990"/>
                  <a:gd name="connsiteX2" fmla="*/ 113856 w 669903"/>
                  <a:gd name="connsiteY2" fmla="*/ 157884 h 732990"/>
                  <a:gd name="connsiteX3" fmla="*/ 348976 w 669903"/>
                  <a:gd name="connsiteY3" fmla="*/ 122429 h 732990"/>
                  <a:gd name="connsiteX4" fmla="*/ 530080 w 669903"/>
                  <a:gd name="connsiteY4" fmla="*/ 253929 h 732990"/>
                  <a:gd name="connsiteX5" fmla="*/ 530080 w 669903"/>
                  <a:gd name="connsiteY5" fmla="*/ 297374 h 732990"/>
                  <a:gd name="connsiteX6" fmla="*/ 253596 w 669903"/>
                  <a:gd name="connsiteY6" fmla="*/ 297374 h 732990"/>
                  <a:gd name="connsiteX7" fmla="*/ 0 w 669903"/>
                  <a:gd name="connsiteY7" fmla="*/ 514267 h 732990"/>
                  <a:gd name="connsiteX8" fmla="*/ 273571 w 669903"/>
                  <a:gd name="connsiteY8" fmla="*/ 732990 h 732990"/>
                  <a:gd name="connsiteX9" fmla="*/ 529997 w 669903"/>
                  <a:gd name="connsiteY9" fmla="*/ 632284 h 732990"/>
                  <a:gd name="connsiteX10" fmla="*/ 529997 w 669903"/>
                  <a:gd name="connsiteY10" fmla="*/ 732990 h 732990"/>
                  <a:gd name="connsiteX11" fmla="*/ 669903 w 669903"/>
                  <a:gd name="connsiteY11" fmla="*/ 732990 h 732990"/>
                  <a:gd name="connsiteX12" fmla="*/ 669903 w 669903"/>
                  <a:gd name="connsiteY12" fmla="*/ 214313 h 732990"/>
                  <a:gd name="connsiteX13" fmla="*/ 333079 w 669903"/>
                  <a:gd name="connsiteY13" fmla="*/ 0 h 732990"/>
                  <a:gd name="connsiteX14" fmla="*/ 529997 w 669903"/>
                  <a:gd name="connsiteY14" fmla="*/ 446269 h 732990"/>
                  <a:gd name="connsiteX15" fmla="*/ 299288 w 669903"/>
                  <a:gd name="connsiteY15" fmla="*/ 617553 h 732990"/>
                  <a:gd name="connsiteX16" fmla="*/ 143319 w 669903"/>
                  <a:gd name="connsiteY16" fmla="*/ 512602 h 732990"/>
                  <a:gd name="connsiteX17" fmla="*/ 262335 w 669903"/>
                  <a:gd name="connsiteY17" fmla="*/ 407651 h 732990"/>
                  <a:gd name="connsiteX18" fmla="*/ 529997 w 669903"/>
                  <a:gd name="connsiteY18" fmla="*/ 407651 h 732990"/>
                  <a:gd name="connsiteX19" fmla="*/ 529997 w 669903"/>
                  <a:gd name="connsiteY19" fmla="*/ 446269 h 732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69903" h="732990">
                    <a:moveTo>
                      <a:pt x="333079" y="0"/>
                    </a:moveTo>
                    <a:cubicBezTo>
                      <a:pt x="204741" y="0"/>
                      <a:pt x="108197" y="27132"/>
                      <a:pt x="58509" y="45026"/>
                    </a:cubicBezTo>
                    <a:lnTo>
                      <a:pt x="113856" y="157884"/>
                    </a:lnTo>
                    <a:cubicBezTo>
                      <a:pt x="159132" y="143069"/>
                      <a:pt x="241278" y="122429"/>
                      <a:pt x="348976" y="122429"/>
                    </a:cubicBezTo>
                    <a:cubicBezTo>
                      <a:pt x="432037" y="122429"/>
                      <a:pt x="530080" y="145067"/>
                      <a:pt x="530080" y="253929"/>
                    </a:cubicBezTo>
                    <a:cubicBezTo>
                      <a:pt x="530080" y="253929"/>
                      <a:pt x="529914" y="293712"/>
                      <a:pt x="530080" y="297374"/>
                    </a:cubicBezTo>
                    <a:lnTo>
                      <a:pt x="253596" y="297374"/>
                    </a:lnTo>
                    <a:cubicBezTo>
                      <a:pt x="113690" y="297374"/>
                      <a:pt x="0" y="346396"/>
                      <a:pt x="0" y="514267"/>
                    </a:cubicBezTo>
                    <a:cubicBezTo>
                      <a:pt x="0" y="664411"/>
                      <a:pt x="122928" y="732990"/>
                      <a:pt x="273571" y="732990"/>
                    </a:cubicBezTo>
                    <a:cubicBezTo>
                      <a:pt x="451929" y="732990"/>
                      <a:pt x="529997" y="632284"/>
                      <a:pt x="529997" y="632284"/>
                    </a:cubicBezTo>
                    <a:lnTo>
                      <a:pt x="529997" y="732990"/>
                    </a:lnTo>
                    <a:lnTo>
                      <a:pt x="669903" y="732990"/>
                    </a:lnTo>
                    <a:lnTo>
                      <a:pt x="669903" y="214313"/>
                    </a:lnTo>
                    <a:cubicBezTo>
                      <a:pt x="661830" y="48605"/>
                      <a:pt x="471488" y="0"/>
                      <a:pt x="333079" y="0"/>
                    </a:cubicBezTo>
                    <a:close/>
                    <a:moveTo>
                      <a:pt x="529997" y="446269"/>
                    </a:moveTo>
                    <a:cubicBezTo>
                      <a:pt x="529997" y="554633"/>
                      <a:pt x="391672" y="617553"/>
                      <a:pt x="299288" y="617553"/>
                    </a:cubicBezTo>
                    <a:cubicBezTo>
                      <a:pt x="231125" y="617553"/>
                      <a:pt x="143319" y="594749"/>
                      <a:pt x="143319" y="512602"/>
                    </a:cubicBezTo>
                    <a:cubicBezTo>
                      <a:pt x="143319" y="430373"/>
                      <a:pt x="190592" y="407651"/>
                      <a:pt x="262335" y="407651"/>
                    </a:cubicBezTo>
                    <a:lnTo>
                      <a:pt x="529997" y="407651"/>
                    </a:lnTo>
                    <a:lnTo>
                      <a:pt x="529997" y="446269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  <p:grpSp>
          <p:nvGrpSpPr>
            <p:cNvPr id="44" name="Groupe 43">
              <a:extLst>
                <a:ext uri="{FF2B5EF4-FFF2-40B4-BE49-F238E27FC236}">
                  <a16:creationId xmlns:a16="http://schemas.microsoft.com/office/drawing/2014/main" id="{7A93ACC7-0FC5-4E42-9A92-E233EF4B3BDD}"/>
                </a:ext>
              </a:extLst>
            </p:cNvPr>
            <p:cNvGrpSpPr/>
            <p:nvPr userDrawn="1"/>
          </p:nvGrpSpPr>
          <p:grpSpPr>
            <a:xfrm>
              <a:off x="2752472" y="0"/>
              <a:ext cx="3638377" cy="3631244"/>
              <a:chOff x="2752472" y="0"/>
              <a:chExt cx="3638377" cy="3631244"/>
            </a:xfrm>
          </p:grpSpPr>
          <p:sp>
            <p:nvSpPr>
              <p:cNvPr id="45" name="Forme libre : forme 44">
                <a:extLst>
                  <a:ext uri="{FF2B5EF4-FFF2-40B4-BE49-F238E27FC236}">
                    <a16:creationId xmlns:a16="http://schemas.microsoft.com/office/drawing/2014/main" id="{57603CFD-4D04-4A34-A606-ACDAC0C83EBE}"/>
                  </a:ext>
                </a:extLst>
              </p:cNvPr>
              <p:cNvSpPr/>
              <p:nvPr/>
            </p:nvSpPr>
            <p:spPr>
              <a:xfrm>
                <a:off x="3627443" y="0"/>
                <a:ext cx="1911500" cy="962868"/>
              </a:xfrm>
              <a:custGeom>
                <a:avLst/>
                <a:gdLst>
                  <a:gd name="connsiteX0" fmla="*/ 1911501 w 1911500"/>
                  <a:gd name="connsiteY0" fmla="*/ 277816 h 962868"/>
                  <a:gd name="connsiteX1" fmla="*/ 958955 w 1911500"/>
                  <a:gd name="connsiteY1" fmla="*/ 0 h 962868"/>
                  <a:gd name="connsiteX2" fmla="*/ 0 w 1911500"/>
                  <a:gd name="connsiteY2" fmla="*/ 264499 h 962868"/>
                  <a:gd name="connsiteX3" fmla="*/ 956791 w 1911500"/>
                  <a:gd name="connsiteY3" fmla="*/ 962867 h 962868"/>
                  <a:gd name="connsiteX4" fmla="*/ 1911501 w 1911500"/>
                  <a:gd name="connsiteY4" fmla="*/ 277816 h 962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11500" h="962868">
                    <a:moveTo>
                      <a:pt x="1911501" y="277816"/>
                    </a:moveTo>
                    <a:cubicBezTo>
                      <a:pt x="1651163" y="110610"/>
                      <a:pt x="1308430" y="0"/>
                      <a:pt x="958955" y="0"/>
                    </a:cubicBezTo>
                    <a:cubicBezTo>
                      <a:pt x="634199" y="0"/>
                      <a:pt x="299621" y="79316"/>
                      <a:pt x="0" y="264499"/>
                    </a:cubicBezTo>
                    <a:cubicBezTo>
                      <a:pt x="0" y="264499"/>
                      <a:pt x="408317" y="961618"/>
                      <a:pt x="956791" y="962867"/>
                    </a:cubicBezTo>
                    <a:cubicBezTo>
                      <a:pt x="1505264" y="964115"/>
                      <a:pt x="1911501" y="277816"/>
                      <a:pt x="1911501" y="277816"/>
                    </a:cubicBezTo>
                    <a:close/>
                  </a:path>
                </a:pathLst>
              </a:custGeom>
              <a:solidFill>
                <a:srgbClr val="FFE80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6" name="Forme libre : forme 45">
                <a:extLst>
                  <a:ext uri="{FF2B5EF4-FFF2-40B4-BE49-F238E27FC236}">
                    <a16:creationId xmlns:a16="http://schemas.microsoft.com/office/drawing/2014/main" id="{43458750-899D-4394-B830-1E9A3B51E930}"/>
                  </a:ext>
                </a:extLst>
              </p:cNvPr>
              <p:cNvSpPr/>
              <p:nvPr/>
            </p:nvSpPr>
            <p:spPr>
              <a:xfrm>
                <a:off x="2752472" y="435699"/>
                <a:ext cx="1037602" cy="1816620"/>
              </a:xfrm>
              <a:custGeom>
                <a:avLst/>
                <a:gdLst>
                  <a:gd name="connsiteX0" fmla="*/ 638936 w 1037602"/>
                  <a:gd name="connsiteY0" fmla="*/ 0 h 1816620"/>
                  <a:gd name="connsiteX1" fmla="*/ 88964 w 1037602"/>
                  <a:gd name="connsiteY1" fmla="*/ 826040 h 1816620"/>
                  <a:gd name="connsiteX2" fmla="*/ 53675 w 1037602"/>
                  <a:gd name="connsiteY2" fmla="*/ 1816621 h 1816620"/>
                  <a:gd name="connsiteX3" fmla="*/ 1004058 w 1037602"/>
                  <a:gd name="connsiteY3" fmla="*/ 1125578 h 1816620"/>
                  <a:gd name="connsiteX4" fmla="*/ 638936 w 1037602"/>
                  <a:gd name="connsiteY4" fmla="*/ 0 h 1816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7602" h="1816620">
                    <a:moveTo>
                      <a:pt x="638936" y="0"/>
                    </a:moveTo>
                    <a:cubicBezTo>
                      <a:pt x="389085" y="210151"/>
                      <a:pt x="197660" y="493876"/>
                      <a:pt x="88964" y="826040"/>
                    </a:cubicBezTo>
                    <a:cubicBezTo>
                      <a:pt x="-19732" y="1158203"/>
                      <a:pt x="-25558" y="1487787"/>
                      <a:pt x="53675" y="1816621"/>
                    </a:cubicBezTo>
                    <a:cubicBezTo>
                      <a:pt x="53675" y="1816621"/>
                      <a:pt x="833440" y="1646919"/>
                      <a:pt x="1004058" y="1125578"/>
                    </a:cubicBezTo>
                    <a:cubicBezTo>
                      <a:pt x="1174675" y="604236"/>
                      <a:pt x="638936" y="0"/>
                      <a:pt x="638936" y="0"/>
                    </a:cubicBezTo>
                    <a:close/>
                  </a:path>
                </a:pathLst>
              </a:custGeom>
              <a:solidFill>
                <a:srgbClr val="FF994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7" name="Forme libre : forme 46">
                <a:extLst>
                  <a:ext uri="{FF2B5EF4-FFF2-40B4-BE49-F238E27FC236}">
                    <a16:creationId xmlns:a16="http://schemas.microsoft.com/office/drawing/2014/main" id="{091F78CC-3B11-43B4-8B6D-739240B1A3D0}"/>
                  </a:ext>
                </a:extLst>
              </p:cNvPr>
              <p:cNvSpPr/>
              <p:nvPr/>
            </p:nvSpPr>
            <p:spPr>
              <a:xfrm>
                <a:off x="2887295" y="2362027"/>
                <a:ext cx="1547103" cy="1269217"/>
              </a:xfrm>
              <a:custGeom>
                <a:avLst/>
                <a:gdLst>
                  <a:gd name="connsiteX0" fmla="*/ 0 w 1547103"/>
                  <a:gd name="connsiteY0" fmla="*/ 140976 h 1269217"/>
                  <a:gd name="connsiteX1" fmla="*/ 609064 w 1547103"/>
                  <a:gd name="connsiteY1" fmla="*/ 922489 h 1269217"/>
                  <a:gd name="connsiteX2" fmla="*/ 1541802 w 1547103"/>
                  <a:gd name="connsiteY2" fmla="*/ 1269217 h 1269217"/>
                  <a:gd name="connsiteX3" fmla="*/ 1176846 w 1547103"/>
                  <a:gd name="connsiteY3" fmla="*/ 144722 h 1269217"/>
                  <a:gd name="connsiteX4" fmla="*/ 0 w 1547103"/>
                  <a:gd name="connsiteY4" fmla="*/ 140976 h 1269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7103" h="1269217">
                    <a:moveTo>
                      <a:pt x="0" y="140976"/>
                    </a:moveTo>
                    <a:cubicBezTo>
                      <a:pt x="127755" y="449503"/>
                      <a:pt x="330998" y="715833"/>
                      <a:pt x="609064" y="922489"/>
                    </a:cubicBezTo>
                    <a:cubicBezTo>
                      <a:pt x="889543" y="1130976"/>
                      <a:pt x="1229030" y="1248660"/>
                      <a:pt x="1541802" y="1269217"/>
                    </a:cubicBezTo>
                    <a:cubicBezTo>
                      <a:pt x="1541802" y="1269217"/>
                      <a:pt x="1619870" y="468146"/>
                      <a:pt x="1176846" y="144722"/>
                    </a:cubicBezTo>
                    <a:cubicBezTo>
                      <a:pt x="733823" y="-178703"/>
                      <a:pt x="0" y="140976"/>
                      <a:pt x="0" y="140976"/>
                    </a:cubicBezTo>
                    <a:close/>
                  </a:path>
                </a:pathLst>
              </a:custGeom>
              <a:solidFill>
                <a:srgbClr val="E1000F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8" name="Forme libre : forme 47">
                <a:extLst>
                  <a:ext uri="{FF2B5EF4-FFF2-40B4-BE49-F238E27FC236}">
                    <a16:creationId xmlns:a16="http://schemas.microsoft.com/office/drawing/2014/main" id="{25815A24-B8B0-4B4D-9625-670E8EA1BFD7}"/>
                  </a:ext>
                </a:extLst>
              </p:cNvPr>
              <p:cNvSpPr/>
              <p:nvPr/>
            </p:nvSpPr>
            <p:spPr>
              <a:xfrm>
                <a:off x="4718054" y="2358044"/>
                <a:ext cx="1543227" cy="1272450"/>
              </a:xfrm>
              <a:custGeom>
                <a:avLst/>
                <a:gdLst>
                  <a:gd name="connsiteX0" fmla="*/ 7086 w 1543227"/>
                  <a:gd name="connsiteY0" fmla="*/ 1272451 h 1272450"/>
                  <a:gd name="connsiteX1" fmla="*/ 933915 w 1543227"/>
                  <a:gd name="connsiteY1" fmla="*/ 921977 h 1272450"/>
                  <a:gd name="connsiteX2" fmla="*/ 1543228 w 1543227"/>
                  <a:gd name="connsiteY2" fmla="*/ 135637 h 1272450"/>
                  <a:gd name="connsiteX3" fmla="*/ 359973 w 1543227"/>
                  <a:gd name="connsiteY3" fmla="*/ 148787 h 1272450"/>
                  <a:gd name="connsiteX4" fmla="*/ 7086 w 1543227"/>
                  <a:gd name="connsiteY4" fmla="*/ 1272451 h 127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3227" h="1272450">
                    <a:moveTo>
                      <a:pt x="7086" y="1272451"/>
                    </a:moveTo>
                    <a:cubicBezTo>
                      <a:pt x="357560" y="1237412"/>
                      <a:pt x="650856" y="1126885"/>
                      <a:pt x="933915" y="921977"/>
                    </a:cubicBezTo>
                    <a:cubicBezTo>
                      <a:pt x="1207902" y="723644"/>
                      <a:pt x="1416388" y="443082"/>
                      <a:pt x="1543228" y="135637"/>
                    </a:cubicBezTo>
                    <a:cubicBezTo>
                      <a:pt x="1543228" y="135637"/>
                      <a:pt x="800417" y="-178133"/>
                      <a:pt x="359973" y="148787"/>
                    </a:cubicBezTo>
                    <a:cubicBezTo>
                      <a:pt x="-80470" y="475708"/>
                      <a:pt x="7086" y="1272451"/>
                      <a:pt x="7086" y="1272451"/>
                    </a:cubicBezTo>
                    <a:close/>
                  </a:path>
                </a:pathLst>
              </a:custGeom>
              <a:solidFill>
                <a:srgbClr val="5770BE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9" name="Forme libre : forme 48">
                <a:extLst>
                  <a:ext uri="{FF2B5EF4-FFF2-40B4-BE49-F238E27FC236}">
                    <a16:creationId xmlns:a16="http://schemas.microsoft.com/office/drawing/2014/main" id="{CC32A3B7-91D8-4CBD-9C74-C8A91E4E80F7}"/>
                  </a:ext>
                </a:extLst>
              </p:cNvPr>
              <p:cNvSpPr/>
              <p:nvPr/>
            </p:nvSpPr>
            <p:spPr>
              <a:xfrm>
                <a:off x="5355803" y="439111"/>
                <a:ext cx="1035046" cy="1817120"/>
              </a:xfrm>
              <a:custGeom>
                <a:avLst/>
                <a:gdLst>
                  <a:gd name="connsiteX0" fmla="*/ 982049 w 1035046"/>
                  <a:gd name="connsiteY0" fmla="*/ 1817120 h 1817120"/>
                  <a:gd name="connsiteX1" fmla="*/ 949090 w 1035046"/>
                  <a:gd name="connsiteY1" fmla="*/ 825207 h 1817120"/>
                  <a:gd name="connsiteX2" fmla="*/ 401615 w 1035046"/>
                  <a:gd name="connsiteY2" fmla="*/ 0 h 1817120"/>
                  <a:gd name="connsiteX3" fmla="*/ 32665 w 1035046"/>
                  <a:gd name="connsiteY3" fmla="*/ 1120667 h 1817120"/>
                  <a:gd name="connsiteX4" fmla="*/ 982049 w 1035046"/>
                  <a:gd name="connsiteY4" fmla="*/ 1817120 h 1817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5046" h="1817120">
                    <a:moveTo>
                      <a:pt x="982049" y="1817120"/>
                    </a:moveTo>
                    <a:cubicBezTo>
                      <a:pt x="1058369" y="1502268"/>
                      <a:pt x="1056371" y="1157787"/>
                      <a:pt x="949090" y="825207"/>
                    </a:cubicBezTo>
                    <a:cubicBezTo>
                      <a:pt x="841809" y="492627"/>
                      <a:pt x="649718" y="217642"/>
                      <a:pt x="401615" y="0"/>
                    </a:cubicBezTo>
                    <a:cubicBezTo>
                      <a:pt x="401615" y="0"/>
                      <a:pt x="-135706" y="598660"/>
                      <a:pt x="32665" y="1120667"/>
                    </a:cubicBezTo>
                    <a:cubicBezTo>
                      <a:pt x="200952" y="1642674"/>
                      <a:pt x="982049" y="1817120"/>
                      <a:pt x="982049" y="1817120"/>
                    </a:cubicBezTo>
                    <a:close/>
                  </a:path>
                </a:pathLst>
              </a:custGeom>
              <a:solidFill>
                <a:srgbClr val="00AC8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615439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titr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91A7E33E-EFFD-4ECA-B675-CED70E08C3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8AE072A-0DE3-445C-991B-1FF54D483686}"/>
              </a:ext>
            </a:extLst>
          </p:cNvPr>
          <p:cNvGrpSpPr/>
          <p:nvPr userDrawn="1"/>
        </p:nvGrpSpPr>
        <p:grpSpPr>
          <a:xfrm>
            <a:off x="11341101" y="240140"/>
            <a:ext cx="361951" cy="502176"/>
            <a:chOff x="2719388" y="0"/>
            <a:chExt cx="3708400" cy="5145088"/>
          </a:xfrm>
          <a:solidFill>
            <a:schemeClr val="bg1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6EAAAE4-81CD-4923-9B00-96AA86990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2825" y="4416425"/>
              <a:ext cx="658813" cy="723900"/>
            </a:xfrm>
            <a:custGeom>
              <a:avLst/>
              <a:gdLst>
                <a:gd name="T0" fmla="*/ 258 w 434"/>
                <a:gd name="T1" fmla="*/ 0 h 477"/>
                <a:gd name="T2" fmla="*/ 92 w 434"/>
                <a:gd name="T3" fmla="*/ 67 h 477"/>
                <a:gd name="T4" fmla="*/ 92 w 434"/>
                <a:gd name="T5" fmla="*/ 0 h 477"/>
                <a:gd name="T6" fmla="*/ 0 w 434"/>
                <a:gd name="T7" fmla="*/ 0 h 477"/>
                <a:gd name="T8" fmla="*/ 0 w 434"/>
                <a:gd name="T9" fmla="*/ 477 h 477"/>
                <a:gd name="T10" fmla="*/ 92 w 434"/>
                <a:gd name="T11" fmla="*/ 477 h 477"/>
                <a:gd name="T12" fmla="*/ 92 w 434"/>
                <a:gd name="T13" fmla="*/ 187 h 477"/>
                <a:gd name="T14" fmla="*/ 241 w 434"/>
                <a:gd name="T15" fmla="*/ 76 h 477"/>
                <a:gd name="T16" fmla="*/ 342 w 434"/>
                <a:gd name="T17" fmla="*/ 161 h 477"/>
                <a:gd name="T18" fmla="*/ 342 w 434"/>
                <a:gd name="T19" fmla="*/ 161 h 477"/>
                <a:gd name="T20" fmla="*/ 342 w 434"/>
                <a:gd name="T21" fmla="*/ 477 h 477"/>
                <a:gd name="T22" fmla="*/ 434 w 434"/>
                <a:gd name="T23" fmla="*/ 477 h 477"/>
                <a:gd name="T24" fmla="*/ 434 w 434"/>
                <a:gd name="T25" fmla="*/ 161 h 477"/>
                <a:gd name="T26" fmla="*/ 258 w 434"/>
                <a:gd name="T27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4" h="477">
                  <a:moveTo>
                    <a:pt x="258" y="0"/>
                  </a:moveTo>
                  <a:cubicBezTo>
                    <a:pt x="144" y="0"/>
                    <a:pt x="93" y="65"/>
                    <a:pt x="92" y="6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77"/>
                    <a:pt x="0" y="477"/>
                    <a:pt x="0" y="477"/>
                  </a:cubicBezTo>
                  <a:cubicBezTo>
                    <a:pt x="92" y="477"/>
                    <a:pt x="92" y="477"/>
                    <a:pt x="92" y="47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4" y="117"/>
                    <a:pt x="182" y="76"/>
                    <a:pt x="241" y="76"/>
                  </a:cubicBezTo>
                  <a:cubicBezTo>
                    <a:pt x="285" y="76"/>
                    <a:pt x="342" y="107"/>
                    <a:pt x="342" y="161"/>
                  </a:cubicBezTo>
                  <a:cubicBezTo>
                    <a:pt x="342" y="161"/>
                    <a:pt x="342" y="161"/>
                    <a:pt x="342" y="161"/>
                  </a:cubicBezTo>
                  <a:cubicBezTo>
                    <a:pt x="342" y="477"/>
                    <a:pt x="342" y="477"/>
                    <a:pt x="342" y="477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434" y="161"/>
                    <a:pt x="434" y="161"/>
                    <a:pt x="434" y="161"/>
                  </a:cubicBezTo>
                  <a:cubicBezTo>
                    <a:pt x="434" y="54"/>
                    <a:pt x="355" y="0"/>
                    <a:pt x="2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0BCD58C1-66D1-49A9-817D-EA1CCE1886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26125" y="4405313"/>
              <a:ext cx="601663" cy="738188"/>
            </a:xfrm>
            <a:custGeom>
              <a:avLst/>
              <a:gdLst>
                <a:gd name="T0" fmla="*/ 245 w 396"/>
                <a:gd name="T1" fmla="*/ 201 h 486"/>
                <a:gd name="T2" fmla="*/ 245 w 396"/>
                <a:gd name="T3" fmla="*/ 201 h 486"/>
                <a:gd name="T4" fmla="*/ 162 w 396"/>
                <a:gd name="T5" fmla="*/ 201 h 486"/>
                <a:gd name="T6" fmla="*/ 93 w 396"/>
                <a:gd name="T7" fmla="*/ 140 h 486"/>
                <a:gd name="T8" fmla="*/ 192 w 396"/>
                <a:gd name="T9" fmla="*/ 81 h 486"/>
                <a:gd name="T10" fmla="*/ 336 w 396"/>
                <a:gd name="T11" fmla="*/ 107 h 486"/>
                <a:gd name="T12" fmla="*/ 368 w 396"/>
                <a:gd name="T13" fmla="*/ 33 h 486"/>
                <a:gd name="T14" fmla="*/ 201 w 396"/>
                <a:gd name="T15" fmla="*/ 0 h 486"/>
                <a:gd name="T16" fmla="*/ 5 w 396"/>
                <a:gd name="T17" fmla="*/ 142 h 486"/>
                <a:gd name="T18" fmla="*/ 152 w 396"/>
                <a:gd name="T19" fmla="*/ 285 h 486"/>
                <a:gd name="T20" fmla="*/ 152 w 396"/>
                <a:gd name="T21" fmla="*/ 285 h 486"/>
                <a:gd name="T22" fmla="*/ 235 w 396"/>
                <a:gd name="T23" fmla="*/ 285 h 486"/>
                <a:gd name="T24" fmla="*/ 304 w 396"/>
                <a:gd name="T25" fmla="*/ 346 h 486"/>
                <a:gd name="T26" fmla="*/ 204 w 396"/>
                <a:gd name="T27" fmla="*/ 405 h 486"/>
                <a:gd name="T28" fmla="*/ 44 w 396"/>
                <a:gd name="T29" fmla="*/ 372 h 486"/>
                <a:gd name="T30" fmla="*/ 13 w 396"/>
                <a:gd name="T31" fmla="*/ 446 h 486"/>
                <a:gd name="T32" fmla="*/ 195 w 396"/>
                <a:gd name="T33" fmla="*/ 486 h 486"/>
                <a:gd name="T34" fmla="*/ 391 w 396"/>
                <a:gd name="T35" fmla="*/ 345 h 486"/>
                <a:gd name="T36" fmla="*/ 245 w 396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6" h="486">
                  <a:moveTo>
                    <a:pt x="245" y="201"/>
                  </a:moveTo>
                  <a:cubicBezTo>
                    <a:pt x="245" y="201"/>
                    <a:pt x="245" y="201"/>
                    <a:pt x="245" y="201"/>
                  </a:cubicBezTo>
                  <a:cubicBezTo>
                    <a:pt x="162" y="201"/>
                    <a:pt x="162" y="201"/>
                    <a:pt x="162" y="201"/>
                  </a:cubicBezTo>
                  <a:cubicBezTo>
                    <a:pt x="115" y="201"/>
                    <a:pt x="91" y="183"/>
                    <a:pt x="93" y="140"/>
                  </a:cubicBezTo>
                  <a:cubicBezTo>
                    <a:pt x="95" y="95"/>
                    <a:pt x="144" y="81"/>
                    <a:pt x="192" y="81"/>
                  </a:cubicBezTo>
                  <a:cubicBezTo>
                    <a:pt x="261" y="81"/>
                    <a:pt x="312" y="98"/>
                    <a:pt x="336" y="107"/>
                  </a:cubicBezTo>
                  <a:cubicBezTo>
                    <a:pt x="368" y="33"/>
                    <a:pt x="368" y="33"/>
                    <a:pt x="368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1" y="0"/>
                    <a:pt x="10" y="32"/>
                    <a:pt x="5" y="142"/>
                  </a:cubicBezTo>
                  <a:cubicBezTo>
                    <a:pt x="0" y="248"/>
                    <a:pt x="74" y="283"/>
                    <a:pt x="152" y="285"/>
                  </a:cubicBezTo>
                  <a:cubicBezTo>
                    <a:pt x="152" y="285"/>
                    <a:pt x="152" y="285"/>
                    <a:pt x="152" y="285"/>
                  </a:cubicBezTo>
                  <a:cubicBezTo>
                    <a:pt x="235" y="285"/>
                    <a:pt x="235" y="285"/>
                    <a:pt x="235" y="285"/>
                  </a:cubicBezTo>
                  <a:cubicBezTo>
                    <a:pt x="281" y="285"/>
                    <a:pt x="306" y="303"/>
                    <a:pt x="304" y="346"/>
                  </a:cubicBezTo>
                  <a:cubicBezTo>
                    <a:pt x="302" y="391"/>
                    <a:pt x="253" y="405"/>
                    <a:pt x="204" y="405"/>
                  </a:cubicBezTo>
                  <a:cubicBezTo>
                    <a:pt x="106" y="405"/>
                    <a:pt x="44" y="372"/>
                    <a:pt x="44" y="372"/>
                  </a:cubicBezTo>
                  <a:cubicBezTo>
                    <a:pt x="13" y="446"/>
                    <a:pt x="13" y="446"/>
                    <a:pt x="13" y="446"/>
                  </a:cubicBezTo>
                  <a:cubicBezTo>
                    <a:pt x="13" y="446"/>
                    <a:pt x="83" y="486"/>
                    <a:pt x="195" y="486"/>
                  </a:cubicBezTo>
                  <a:cubicBezTo>
                    <a:pt x="276" y="486"/>
                    <a:pt x="387" y="454"/>
                    <a:pt x="391" y="345"/>
                  </a:cubicBezTo>
                  <a:cubicBezTo>
                    <a:pt x="396" y="238"/>
                    <a:pt x="322" y="203"/>
                    <a:pt x="245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AE8DB6E-B1F5-4293-BB50-9FC333A20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026025" y="4402138"/>
              <a:ext cx="700088" cy="742950"/>
            </a:xfrm>
            <a:custGeom>
              <a:avLst/>
              <a:gdLst>
                <a:gd name="T0" fmla="*/ 234 w 460"/>
                <a:gd name="T1" fmla="*/ 0 h 489"/>
                <a:gd name="T2" fmla="*/ 0 w 460"/>
                <a:gd name="T3" fmla="*/ 249 h 489"/>
                <a:gd name="T4" fmla="*/ 256 w 460"/>
                <a:gd name="T5" fmla="*/ 489 h 489"/>
                <a:gd name="T6" fmla="*/ 437 w 460"/>
                <a:gd name="T7" fmla="*/ 449 h 489"/>
                <a:gd name="T8" fmla="*/ 403 w 460"/>
                <a:gd name="T9" fmla="*/ 378 h 489"/>
                <a:gd name="T10" fmla="*/ 253 w 460"/>
                <a:gd name="T11" fmla="*/ 408 h 489"/>
                <a:gd name="T12" fmla="*/ 96 w 460"/>
                <a:gd name="T13" fmla="*/ 285 h 489"/>
                <a:gd name="T14" fmla="*/ 367 w 460"/>
                <a:gd name="T15" fmla="*/ 285 h 489"/>
                <a:gd name="T16" fmla="*/ 460 w 460"/>
                <a:gd name="T17" fmla="*/ 285 h 489"/>
                <a:gd name="T18" fmla="*/ 460 w 460"/>
                <a:gd name="T19" fmla="*/ 243 h 489"/>
                <a:gd name="T20" fmla="*/ 234 w 460"/>
                <a:gd name="T21" fmla="*/ 0 h 489"/>
                <a:gd name="T22" fmla="*/ 97 w 460"/>
                <a:gd name="T23" fmla="*/ 209 h 489"/>
                <a:gd name="T24" fmla="*/ 238 w 460"/>
                <a:gd name="T25" fmla="*/ 79 h 489"/>
                <a:gd name="T26" fmla="*/ 366 w 460"/>
                <a:gd name="T27" fmla="*/ 209 h 489"/>
                <a:gd name="T28" fmla="*/ 97 w 460"/>
                <a:gd name="T29" fmla="*/ 20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0" h="489">
                  <a:moveTo>
                    <a:pt x="234" y="0"/>
                  </a:moveTo>
                  <a:cubicBezTo>
                    <a:pt x="101" y="0"/>
                    <a:pt x="0" y="77"/>
                    <a:pt x="0" y="249"/>
                  </a:cubicBezTo>
                  <a:cubicBezTo>
                    <a:pt x="0" y="421"/>
                    <a:pt x="127" y="489"/>
                    <a:pt x="256" y="489"/>
                  </a:cubicBezTo>
                  <a:cubicBezTo>
                    <a:pt x="375" y="489"/>
                    <a:pt x="437" y="449"/>
                    <a:pt x="437" y="449"/>
                  </a:cubicBezTo>
                  <a:cubicBezTo>
                    <a:pt x="403" y="378"/>
                    <a:pt x="403" y="378"/>
                    <a:pt x="403" y="378"/>
                  </a:cubicBezTo>
                  <a:cubicBezTo>
                    <a:pt x="403" y="378"/>
                    <a:pt x="357" y="408"/>
                    <a:pt x="253" y="408"/>
                  </a:cubicBezTo>
                  <a:cubicBezTo>
                    <a:pt x="182" y="408"/>
                    <a:pt x="106" y="386"/>
                    <a:pt x="96" y="285"/>
                  </a:cubicBezTo>
                  <a:cubicBezTo>
                    <a:pt x="367" y="285"/>
                    <a:pt x="367" y="285"/>
                    <a:pt x="367" y="285"/>
                  </a:cubicBezTo>
                  <a:cubicBezTo>
                    <a:pt x="460" y="285"/>
                    <a:pt x="460" y="285"/>
                    <a:pt x="460" y="285"/>
                  </a:cubicBezTo>
                  <a:cubicBezTo>
                    <a:pt x="460" y="243"/>
                    <a:pt x="460" y="243"/>
                    <a:pt x="460" y="243"/>
                  </a:cubicBezTo>
                  <a:cubicBezTo>
                    <a:pt x="460" y="87"/>
                    <a:pt x="388" y="0"/>
                    <a:pt x="234" y="0"/>
                  </a:cubicBezTo>
                  <a:close/>
                  <a:moveTo>
                    <a:pt x="97" y="209"/>
                  </a:moveTo>
                  <a:cubicBezTo>
                    <a:pt x="108" y="108"/>
                    <a:pt x="159" y="79"/>
                    <a:pt x="238" y="79"/>
                  </a:cubicBezTo>
                  <a:cubicBezTo>
                    <a:pt x="322" y="79"/>
                    <a:pt x="360" y="119"/>
                    <a:pt x="366" y="209"/>
                  </a:cubicBezTo>
                  <a:lnTo>
                    <a:pt x="97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EC8E473-602C-4ABE-8E74-27DE0B2568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35463" y="4405313"/>
              <a:ext cx="600075" cy="738188"/>
            </a:xfrm>
            <a:custGeom>
              <a:avLst/>
              <a:gdLst>
                <a:gd name="T0" fmla="*/ 244 w 395"/>
                <a:gd name="T1" fmla="*/ 201 h 486"/>
                <a:gd name="T2" fmla="*/ 244 w 395"/>
                <a:gd name="T3" fmla="*/ 201 h 486"/>
                <a:gd name="T4" fmla="*/ 161 w 395"/>
                <a:gd name="T5" fmla="*/ 201 h 486"/>
                <a:gd name="T6" fmla="*/ 92 w 395"/>
                <a:gd name="T7" fmla="*/ 140 h 486"/>
                <a:gd name="T8" fmla="*/ 191 w 395"/>
                <a:gd name="T9" fmla="*/ 81 h 486"/>
                <a:gd name="T10" fmla="*/ 336 w 395"/>
                <a:gd name="T11" fmla="*/ 107 h 486"/>
                <a:gd name="T12" fmla="*/ 367 w 395"/>
                <a:gd name="T13" fmla="*/ 33 h 486"/>
                <a:gd name="T14" fmla="*/ 201 w 395"/>
                <a:gd name="T15" fmla="*/ 0 h 486"/>
                <a:gd name="T16" fmla="*/ 4 w 395"/>
                <a:gd name="T17" fmla="*/ 142 h 486"/>
                <a:gd name="T18" fmla="*/ 151 w 395"/>
                <a:gd name="T19" fmla="*/ 285 h 486"/>
                <a:gd name="T20" fmla="*/ 151 w 395"/>
                <a:gd name="T21" fmla="*/ 285 h 486"/>
                <a:gd name="T22" fmla="*/ 234 w 395"/>
                <a:gd name="T23" fmla="*/ 285 h 486"/>
                <a:gd name="T24" fmla="*/ 303 w 395"/>
                <a:gd name="T25" fmla="*/ 346 h 486"/>
                <a:gd name="T26" fmla="*/ 203 w 395"/>
                <a:gd name="T27" fmla="*/ 405 h 486"/>
                <a:gd name="T28" fmla="*/ 44 w 395"/>
                <a:gd name="T29" fmla="*/ 372 h 486"/>
                <a:gd name="T30" fmla="*/ 12 w 395"/>
                <a:gd name="T31" fmla="*/ 446 h 486"/>
                <a:gd name="T32" fmla="*/ 194 w 395"/>
                <a:gd name="T33" fmla="*/ 486 h 486"/>
                <a:gd name="T34" fmla="*/ 391 w 395"/>
                <a:gd name="T35" fmla="*/ 345 h 486"/>
                <a:gd name="T36" fmla="*/ 244 w 395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5" h="486">
                  <a:moveTo>
                    <a:pt x="244" y="201"/>
                  </a:moveTo>
                  <a:cubicBezTo>
                    <a:pt x="244" y="201"/>
                    <a:pt x="244" y="201"/>
                    <a:pt x="244" y="201"/>
                  </a:cubicBezTo>
                  <a:cubicBezTo>
                    <a:pt x="161" y="201"/>
                    <a:pt x="161" y="201"/>
                    <a:pt x="161" y="201"/>
                  </a:cubicBezTo>
                  <a:cubicBezTo>
                    <a:pt x="115" y="201"/>
                    <a:pt x="90" y="183"/>
                    <a:pt x="92" y="140"/>
                  </a:cubicBezTo>
                  <a:cubicBezTo>
                    <a:pt x="94" y="95"/>
                    <a:pt x="143" y="81"/>
                    <a:pt x="191" y="81"/>
                  </a:cubicBezTo>
                  <a:cubicBezTo>
                    <a:pt x="260" y="81"/>
                    <a:pt x="311" y="98"/>
                    <a:pt x="336" y="107"/>
                  </a:cubicBezTo>
                  <a:cubicBezTo>
                    <a:pt x="367" y="33"/>
                    <a:pt x="367" y="33"/>
                    <a:pt x="367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0" y="0"/>
                    <a:pt x="9" y="32"/>
                    <a:pt x="4" y="142"/>
                  </a:cubicBezTo>
                  <a:cubicBezTo>
                    <a:pt x="0" y="248"/>
                    <a:pt x="74" y="283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234" y="285"/>
                    <a:pt x="234" y="285"/>
                    <a:pt x="234" y="285"/>
                  </a:cubicBezTo>
                  <a:cubicBezTo>
                    <a:pt x="280" y="285"/>
                    <a:pt x="305" y="303"/>
                    <a:pt x="303" y="346"/>
                  </a:cubicBezTo>
                  <a:cubicBezTo>
                    <a:pt x="301" y="391"/>
                    <a:pt x="252" y="405"/>
                    <a:pt x="203" y="405"/>
                  </a:cubicBezTo>
                  <a:cubicBezTo>
                    <a:pt x="105" y="405"/>
                    <a:pt x="44" y="372"/>
                    <a:pt x="44" y="372"/>
                  </a:cubicBezTo>
                  <a:cubicBezTo>
                    <a:pt x="12" y="446"/>
                    <a:pt x="12" y="446"/>
                    <a:pt x="12" y="446"/>
                  </a:cubicBezTo>
                  <a:cubicBezTo>
                    <a:pt x="12" y="446"/>
                    <a:pt x="83" y="486"/>
                    <a:pt x="194" y="486"/>
                  </a:cubicBezTo>
                  <a:cubicBezTo>
                    <a:pt x="275" y="486"/>
                    <a:pt x="386" y="454"/>
                    <a:pt x="391" y="345"/>
                  </a:cubicBezTo>
                  <a:cubicBezTo>
                    <a:pt x="395" y="238"/>
                    <a:pt x="321" y="203"/>
                    <a:pt x="244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4FE414C-3DB9-4FE9-B834-0A39C9D48A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19388" y="4406900"/>
              <a:ext cx="671513" cy="735013"/>
            </a:xfrm>
            <a:custGeom>
              <a:avLst/>
              <a:gdLst>
                <a:gd name="T0" fmla="*/ 220 w 442"/>
                <a:gd name="T1" fmla="*/ 0 h 484"/>
                <a:gd name="T2" fmla="*/ 39 w 442"/>
                <a:gd name="T3" fmla="*/ 30 h 484"/>
                <a:gd name="T4" fmla="*/ 75 w 442"/>
                <a:gd name="T5" fmla="*/ 104 h 484"/>
                <a:gd name="T6" fmla="*/ 230 w 442"/>
                <a:gd name="T7" fmla="*/ 81 h 484"/>
                <a:gd name="T8" fmla="*/ 350 w 442"/>
                <a:gd name="T9" fmla="*/ 168 h 484"/>
                <a:gd name="T10" fmla="*/ 350 w 442"/>
                <a:gd name="T11" fmla="*/ 196 h 484"/>
                <a:gd name="T12" fmla="*/ 168 w 442"/>
                <a:gd name="T13" fmla="*/ 196 h 484"/>
                <a:gd name="T14" fmla="*/ 0 w 442"/>
                <a:gd name="T15" fmla="*/ 339 h 484"/>
                <a:gd name="T16" fmla="*/ 181 w 442"/>
                <a:gd name="T17" fmla="*/ 484 h 484"/>
                <a:gd name="T18" fmla="*/ 350 w 442"/>
                <a:gd name="T19" fmla="*/ 417 h 484"/>
                <a:gd name="T20" fmla="*/ 350 w 442"/>
                <a:gd name="T21" fmla="*/ 484 h 484"/>
                <a:gd name="T22" fmla="*/ 442 w 442"/>
                <a:gd name="T23" fmla="*/ 484 h 484"/>
                <a:gd name="T24" fmla="*/ 442 w 442"/>
                <a:gd name="T25" fmla="*/ 142 h 484"/>
                <a:gd name="T26" fmla="*/ 220 w 442"/>
                <a:gd name="T27" fmla="*/ 0 h 484"/>
                <a:gd name="T28" fmla="*/ 350 w 442"/>
                <a:gd name="T29" fmla="*/ 295 h 484"/>
                <a:gd name="T30" fmla="*/ 198 w 442"/>
                <a:gd name="T31" fmla="*/ 407 h 484"/>
                <a:gd name="T32" fmla="*/ 95 w 442"/>
                <a:gd name="T33" fmla="*/ 338 h 484"/>
                <a:gd name="T34" fmla="*/ 173 w 442"/>
                <a:gd name="T35" fmla="*/ 269 h 484"/>
                <a:gd name="T36" fmla="*/ 350 w 442"/>
                <a:gd name="T37" fmla="*/ 269 h 484"/>
                <a:gd name="T38" fmla="*/ 350 w 442"/>
                <a:gd name="T39" fmla="*/ 295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2" h="484">
                  <a:moveTo>
                    <a:pt x="220" y="0"/>
                  </a:moveTo>
                  <a:cubicBezTo>
                    <a:pt x="135" y="0"/>
                    <a:pt x="72" y="18"/>
                    <a:pt x="39" y="30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105" y="95"/>
                    <a:pt x="159" y="81"/>
                    <a:pt x="230" y="81"/>
                  </a:cubicBezTo>
                  <a:cubicBezTo>
                    <a:pt x="285" y="81"/>
                    <a:pt x="350" y="96"/>
                    <a:pt x="350" y="168"/>
                  </a:cubicBezTo>
                  <a:cubicBezTo>
                    <a:pt x="350" y="168"/>
                    <a:pt x="350" y="194"/>
                    <a:pt x="350" y="196"/>
                  </a:cubicBezTo>
                  <a:cubicBezTo>
                    <a:pt x="168" y="196"/>
                    <a:pt x="168" y="196"/>
                    <a:pt x="168" y="196"/>
                  </a:cubicBezTo>
                  <a:cubicBezTo>
                    <a:pt x="75" y="196"/>
                    <a:pt x="0" y="229"/>
                    <a:pt x="0" y="339"/>
                  </a:cubicBezTo>
                  <a:cubicBezTo>
                    <a:pt x="0" y="438"/>
                    <a:pt x="81" y="484"/>
                    <a:pt x="181" y="484"/>
                  </a:cubicBezTo>
                  <a:cubicBezTo>
                    <a:pt x="298" y="484"/>
                    <a:pt x="350" y="417"/>
                    <a:pt x="350" y="417"/>
                  </a:cubicBezTo>
                  <a:cubicBezTo>
                    <a:pt x="350" y="484"/>
                    <a:pt x="350" y="484"/>
                    <a:pt x="350" y="484"/>
                  </a:cubicBezTo>
                  <a:cubicBezTo>
                    <a:pt x="442" y="484"/>
                    <a:pt x="442" y="484"/>
                    <a:pt x="442" y="484"/>
                  </a:cubicBezTo>
                  <a:cubicBezTo>
                    <a:pt x="442" y="142"/>
                    <a:pt x="442" y="142"/>
                    <a:pt x="442" y="142"/>
                  </a:cubicBezTo>
                  <a:cubicBezTo>
                    <a:pt x="437" y="32"/>
                    <a:pt x="311" y="0"/>
                    <a:pt x="220" y="0"/>
                  </a:cubicBezTo>
                  <a:close/>
                  <a:moveTo>
                    <a:pt x="350" y="295"/>
                  </a:moveTo>
                  <a:cubicBezTo>
                    <a:pt x="350" y="366"/>
                    <a:pt x="258" y="407"/>
                    <a:pt x="198" y="407"/>
                  </a:cubicBezTo>
                  <a:cubicBezTo>
                    <a:pt x="153" y="407"/>
                    <a:pt x="95" y="392"/>
                    <a:pt x="95" y="338"/>
                  </a:cubicBezTo>
                  <a:cubicBezTo>
                    <a:pt x="95" y="284"/>
                    <a:pt x="126" y="269"/>
                    <a:pt x="173" y="269"/>
                  </a:cubicBezTo>
                  <a:cubicBezTo>
                    <a:pt x="350" y="269"/>
                    <a:pt x="350" y="269"/>
                    <a:pt x="350" y="269"/>
                  </a:cubicBezTo>
                  <a:lnTo>
                    <a:pt x="350" y="2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CCE5207A-3E84-4DC4-A07C-47027DA0FF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5850" y="0"/>
              <a:ext cx="1914525" cy="965200"/>
            </a:xfrm>
            <a:custGeom>
              <a:avLst/>
              <a:gdLst>
                <a:gd name="T0" fmla="*/ 1260 w 1260"/>
                <a:gd name="T1" fmla="*/ 183 h 636"/>
                <a:gd name="T2" fmla="*/ 632 w 1260"/>
                <a:gd name="T3" fmla="*/ 0 h 636"/>
                <a:gd name="T4" fmla="*/ 0 w 1260"/>
                <a:gd name="T5" fmla="*/ 174 h 636"/>
                <a:gd name="T6" fmla="*/ 630 w 1260"/>
                <a:gd name="T7" fmla="*/ 635 h 636"/>
                <a:gd name="T8" fmla="*/ 1260 w 1260"/>
                <a:gd name="T9" fmla="*/ 183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0" h="636">
                  <a:moveTo>
                    <a:pt x="1260" y="183"/>
                  </a:moveTo>
                  <a:cubicBezTo>
                    <a:pt x="1088" y="73"/>
                    <a:pt x="862" y="0"/>
                    <a:pt x="632" y="0"/>
                  </a:cubicBezTo>
                  <a:cubicBezTo>
                    <a:pt x="418" y="0"/>
                    <a:pt x="197" y="52"/>
                    <a:pt x="0" y="174"/>
                  </a:cubicBezTo>
                  <a:cubicBezTo>
                    <a:pt x="0" y="174"/>
                    <a:pt x="269" y="634"/>
                    <a:pt x="630" y="635"/>
                  </a:cubicBezTo>
                  <a:cubicBezTo>
                    <a:pt x="992" y="636"/>
                    <a:pt x="1260" y="183"/>
                    <a:pt x="1260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77B6E331-2620-41C0-B97C-1B12164FD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2563" y="436563"/>
              <a:ext cx="1201738" cy="1819275"/>
            </a:xfrm>
            <a:custGeom>
              <a:avLst/>
              <a:gdLst>
                <a:gd name="T0" fmla="*/ 438 w 791"/>
                <a:gd name="T1" fmla="*/ 0 h 1198"/>
                <a:gd name="T2" fmla="*/ 75 w 791"/>
                <a:gd name="T3" fmla="*/ 545 h 1198"/>
                <a:gd name="T4" fmla="*/ 52 w 791"/>
                <a:gd name="T5" fmla="*/ 1198 h 1198"/>
                <a:gd name="T6" fmla="*/ 679 w 791"/>
                <a:gd name="T7" fmla="*/ 742 h 1198"/>
                <a:gd name="T8" fmla="*/ 438 w 791"/>
                <a:gd name="T9" fmla="*/ 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1" h="1198">
                  <a:moveTo>
                    <a:pt x="438" y="0"/>
                  </a:moveTo>
                  <a:cubicBezTo>
                    <a:pt x="273" y="139"/>
                    <a:pt x="147" y="326"/>
                    <a:pt x="75" y="545"/>
                  </a:cubicBezTo>
                  <a:cubicBezTo>
                    <a:pt x="4" y="764"/>
                    <a:pt x="0" y="981"/>
                    <a:pt x="52" y="1198"/>
                  </a:cubicBezTo>
                  <a:cubicBezTo>
                    <a:pt x="52" y="1198"/>
                    <a:pt x="566" y="1086"/>
                    <a:pt x="679" y="742"/>
                  </a:cubicBezTo>
                  <a:cubicBezTo>
                    <a:pt x="791" y="399"/>
                    <a:pt x="438" y="0"/>
                    <a:pt x="4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DA1FDC7C-42C8-4041-B97D-F2CA92B557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82900" y="2185988"/>
              <a:ext cx="1622425" cy="1447800"/>
            </a:xfrm>
            <a:custGeom>
              <a:avLst/>
              <a:gdLst>
                <a:gd name="T0" fmla="*/ 0 w 1067"/>
                <a:gd name="T1" fmla="*/ 211 h 954"/>
                <a:gd name="T2" fmla="*/ 401 w 1067"/>
                <a:gd name="T3" fmla="*/ 726 h 954"/>
                <a:gd name="T4" fmla="*/ 1016 w 1067"/>
                <a:gd name="T5" fmla="*/ 954 h 954"/>
                <a:gd name="T6" fmla="*/ 775 w 1067"/>
                <a:gd name="T7" fmla="*/ 213 h 954"/>
                <a:gd name="T8" fmla="*/ 0 w 1067"/>
                <a:gd name="T9" fmla="*/ 211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7" h="954">
                  <a:moveTo>
                    <a:pt x="0" y="211"/>
                  </a:moveTo>
                  <a:cubicBezTo>
                    <a:pt x="84" y="414"/>
                    <a:pt x="218" y="590"/>
                    <a:pt x="401" y="726"/>
                  </a:cubicBezTo>
                  <a:cubicBezTo>
                    <a:pt x="586" y="863"/>
                    <a:pt x="810" y="941"/>
                    <a:pt x="1016" y="954"/>
                  </a:cubicBezTo>
                  <a:cubicBezTo>
                    <a:pt x="1016" y="954"/>
                    <a:pt x="1067" y="426"/>
                    <a:pt x="775" y="213"/>
                  </a:cubicBezTo>
                  <a:cubicBezTo>
                    <a:pt x="483" y="0"/>
                    <a:pt x="0" y="211"/>
                    <a:pt x="0" y="2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7F7052C-55C2-4219-9B97-3B0041EC6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5500" y="2182813"/>
              <a:ext cx="1627188" cy="1450975"/>
            </a:xfrm>
            <a:custGeom>
              <a:avLst/>
              <a:gdLst>
                <a:gd name="T0" fmla="*/ 58 w 1071"/>
                <a:gd name="T1" fmla="*/ 956 h 956"/>
                <a:gd name="T2" fmla="*/ 669 w 1071"/>
                <a:gd name="T3" fmla="*/ 725 h 956"/>
                <a:gd name="T4" fmla="*/ 1071 w 1071"/>
                <a:gd name="T5" fmla="*/ 207 h 956"/>
                <a:gd name="T6" fmla="*/ 291 w 1071"/>
                <a:gd name="T7" fmla="*/ 215 h 956"/>
                <a:gd name="T8" fmla="*/ 58 w 1071"/>
                <a:gd name="T9" fmla="*/ 956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1" h="956">
                  <a:moveTo>
                    <a:pt x="58" y="956"/>
                  </a:moveTo>
                  <a:cubicBezTo>
                    <a:pt x="289" y="933"/>
                    <a:pt x="482" y="860"/>
                    <a:pt x="669" y="725"/>
                  </a:cubicBezTo>
                  <a:cubicBezTo>
                    <a:pt x="850" y="594"/>
                    <a:pt x="987" y="409"/>
                    <a:pt x="1071" y="207"/>
                  </a:cubicBezTo>
                  <a:cubicBezTo>
                    <a:pt x="1071" y="207"/>
                    <a:pt x="581" y="0"/>
                    <a:pt x="291" y="215"/>
                  </a:cubicBezTo>
                  <a:cubicBezTo>
                    <a:pt x="0" y="431"/>
                    <a:pt x="58" y="956"/>
                    <a:pt x="58" y="9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CD66E80E-6FF0-460D-B6F3-3BFD4976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9700" y="439738"/>
              <a:ext cx="1195388" cy="1819275"/>
            </a:xfrm>
            <a:custGeom>
              <a:avLst/>
              <a:gdLst>
                <a:gd name="T0" fmla="*/ 737 w 787"/>
                <a:gd name="T1" fmla="*/ 1198 h 1198"/>
                <a:gd name="T2" fmla="*/ 715 w 787"/>
                <a:gd name="T3" fmla="*/ 544 h 1198"/>
                <a:gd name="T4" fmla="*/ 355 w 787"/>
                <a:gd name="T5" fmla="*/ 0 h 1198"/>
                <a:gd name="T6" fmla="*/ 111 w 787"/>
                <a:gd name="T7" fmla="*/ 739 h 1198"/>
                <a:gd name="T8" fmla="*/ 737 w 787"/>
                <a:gd name="T9" fmla="*/ 1198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7" h="1198">
                  <a:moveTo>
                    <a:pt x="737" y="1198"/>
                  </a:moveTo>
                  <a:cubicBezTo>
                    <a:pt x="787" y="991"/>
                    <a:pt x="786" y="764"/>
                    <a:pt x="715" y="544"/>
                  </a:cubicBezTo>
                  <a:cubicBezTo>
                    <a:pt x="645" y="325"/>
                    <a:pt x="518" y="144"/>
                    <a:pt x="355" y="0"/>
                  </a:cubicBezTo>
                  <a:cubicBezTo>
                    <a:pt x="355" y="0"/>
                    <a:pt x="0" y="395"/>
                    <a:pt x="111" y="739"/>
                  </a:cubicBezTo>
                  <a:cubicBezTo>
                    <a:pt x="222" y="1083"/>
                    <a:pt x="737" y="1198"/>
                    <a:pt x="737" y="1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EF6742AF-C8D3-4ECE-A715-D2E9132A76D7}"/>
              </a:ext>
            </a:extLst>
          </p:cNvPr>
          <p:cNvGrpSpPr/>
          <p:nvPr userDrawn="1"/>
        </p:nvGrpSpPr>
        <p:grpSpPr>
          <a:xfrm>
            <a:off x="6774558" y="2383665"/>
            <a:ext cx="3589316" cy="1769235"/>
            <a:chOff x="1876472" y="1243012"/>
            <a:chExt cx="5386683" cy="2655188"/>
          </a:xfrm>
          <a:solidFill>
            <a:schemeClr val="bg2"/>
          </a:solidFill>
        </p:grpSpPr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E89B02AF-DB8F-42C4-A8A6-230344B46333}"/>
                </a:ext>
              </a:extLst>
            </p:cNvPr>
            <p:cNvSpPr/>
            <p:nvPr/>
          </p:nvSpPr>
          <p:spPr>
            <a:xfrm>
              <a:off x="5656023" y="2294286"/>
              <a:ext cx="757978" cy="1289494"/>
            </a:xfrm>
            <a:custGeom>
              <a:avLst/>
              <a:gdLst>
                <a:gd name="connsiteX0" fmla="*/ 32211 w 757978"/>
                <a:gd name="connsiteY0" fmla="*/ 473202 h 1289494"/>
                <a:gd name="connsiteX1" fmla="*/ 252143 w 757978"/>
                <a:gd name="connsiteY1" fmla="*/ 1289495 h 1289494"/>
                <a:gd name="connsiteX2" fmla="*/ 675434 w 757978"/>
                <a:gd name="connsiteY2" fmla="*/ 708850 h 1289494"/>
                <a:gd name="connsiteX3" fmla="*/ 733918 w 757978"/>
                <a:gd name="connsiteY3" fmla="*/ 0 h 1289494"/>
                <a:gd name="connsiteX4" fmla="*/ 32211 w 757978"/>
                <a:gd name="connsiteY4" fmla="*/ 473202 h 1289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978" h="1289494">
                  <a:moveTo>
                    <a:pt x="32211" y="473202"/>
                  </a:moveTo>
                  <a:cubicBezTo>
                    <a:pt x="-102377" y="834104"/>
                    <a:pt x="226711" y="1257586"/>
                    <a:pt x="252143" y="1289495"/>
                  </a:cubicBezTo>
                  <a:cubicBezTo>
                    <a:pt x="438166" y="1143857"/>
                    <a:pt x="587423" y="946595"/>
                    <a:pt x="675434" y="708850"/>
                  </a:cubicBezTo>
                  <a:cubicBezTo>
                    <a:pt x="762493" y="473678"/>
                    <a:pt x="778399" y="229457"/>
                    <a:pt x="733918" y="0"/>
                  </a:cubicBezTo>
                  <a:cubicBezTo>
                    <a:pt x="702390" y="5715"/>
                    <a:pt x="168038" y="108966"/>
                    <a:pt x="32211" y="4732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68B4B2E3-6F03-4BD4-BB28-FCDF5C00B34A}"/>
                </a:ext>
              </a:extLst>
            </p:cNvPr>
            <p:cNvSpPr/>
            <p:nvPr/>
          </p:nvSpPr>
          <p:spPr>
            <a:xfrm>
              <a:off x="6505177" y="2608706"/>
              <a:ext cx="757978" cy="1289494"/>
            </a:xfrm>
            <a:custGeom>
              <a:avLst/>
              <a:gdLst>
                <a:gd name="connsiteX0" fmla="*/ 32211 w 757978"/>
                <a:gd name="connsiteY0" fmla="*/ 473202 h 1289494"/>
                <a:gd name="connsiteX1" fmla="*/ 252143 w 757978"/>
                <a:gd name="connsiteY1" fmla="*/ 1289495 h 1289494"/>
                <a:gd name="connsiteX2" fmla="*/ 675434 w 757978"/>
                <a:gd name="connsiteY2" fmla="*/ 708851 h 1289494"/>
                <a:gd name="connsiteX3" fmla="*/ 733918 w 757978"/>
                <a:gd name="connsiteY3" fmla="*/ 0 h 1289494"/>
                <a:gd name="connsiteX4" fmla="*/ 32211 w 757978"/>
                <a:gd name="connsiteY4" fmla="*/ 473202 h 1289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978" h="1289494">
                  <a:moveTo>
                    <a:pt x="32211" y="473202"/>
                  </a:moveTo>
                  <a:cubicBezTo>
                    <a:pt x="-102377" y="834104"/>
                    <a:pt x="226712" y="1257586"/>
                    <a:pt x="252143" y="1289495"/>
                  </a:cubicBezTo>
                  <a:cubicBezTo>
                    <a:pt x="438167" y="1143857"/>
                    <a:pt x="587423" y="946594"/>
                    <a:pt x="675434" y="708851"/>
                  </a:cubicBezTo>
                  <a:cubicBezTo>
                    <a:pt x="762493" y="473678"/>
                    <a:pt x="778399" y="229457"/>
                    <a:pt x="733918" y="0"/>
                  </a:cubicBezTo>
                  <a:cubicBezTo>
                    <a:pt x="702485" y="5810"/>
                    <a:pt x="168037" y="109061"/>
                    <a:pt x="32211" y="4732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99B404BE-FE54-428A-911D-CAC51B52FD2D}"/>
                </a:ext>
              </a:extLst>
            </p:cNvPr>
            <p:cNvSpPr/>
            <p:nvPr/>
          </p:nvSpPr>
          <p:spPr>
            <a:xfrm>
              <a:off x="2704671" y="1549717"/>
              <a:ext cx="755433" cy="1292256"/>
            </a:xfrm>
            <a:custGeom>
              <a:avLst/>
              <a:gdLst>
                <a:gd name="connsiteX0" fmla="*/ 724043 w 755433"/>
                <a:gd name="connsiteY0" fmla="*/ 816102 h 1292256"/>
                <a:gd name="connsiteX1" fmla="*/ 25574 w 755433"/>
                <a:gd name="connsiteY1" fmla="*/ 1292257 h 1292256"/>
                <a:gd name="connsiteX2" fmla="*/ 82534 w 755433"/>
                <a:gd name="connsiteY2" fmla="*/ 575977 h 1292256"/>
                <a:gd name="connsiteX3" fmla="*/ 499824 w 755433"/>
                <a:gd name="connsiteY3" fmla="*/ 0 h 1292256"/>
                <a:gd name="connsiteX4" fmla="*/ 724043 w 755433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33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658" y="145161"/>
                    <a:pt x="499824" y="0"/>
                  </a:cubicBezTo>
                  <a:cubicBezTo>
                    <a:pt x="519922" y="24860"/>
                    <a:pt x="858250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19526F4F-A482-4075-A175-93D5B6F1862F}"/>
                </a:ext>
              </a:extLst>
            </p:cNvPr>
            <p:cNvSpPr/>
            <p:nvPr/>
          </p:nvSpPr>
          <p:spPr>
            <a:xfrm>
              <a:off x="1876472" y="1243012"/>
              <a:ext cx="755400" cy="1292255"/>
            </a:xfrm>
            <a:custGeom>
              <a:avLst/>
              <a:gdLst>
                <a:gd name="connsiteX0" fmla="*/ 724043 w 755400"/>
                <a:gd name="connsiteY0" fmla="*/ 816102 h 1292256"/>
                <a:gd name="connsiteX1" fmla="*/ 25574 w 755400"/>
                <a:gd name="connsiteY1" fmla="*/ 1292257 h 1292256"/>
                <a:gd name="connsiteX2" fmla="*/ 82534 w 755400"/>
                <a:gd name="connsiteY2" fmla="*/ 575977 h 1292256"/>
                <a:gd name="connsiteX3" fmla="*/ 499824 w 755400"/>
                <a:gd name="connsiteY3" fmla="*/ 0 h 1292256"/>
                <a:gd name="connsiteX4" fmla="*/ 724043 w 755400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00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563" y="145161"/>
                    <a:pt x="499824" y="0"/>
                  </a:cubicBezTo>
                  <a:cubicBezTo>
                    <a:pt x="519922" y="24860"/>
                    <a:pt x="858155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2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noFill/>
          </a:ln>
        </p:spPr>
        <p:txBody>
          <a:bodyPr lIns="0" bIns="360000" anchor="ctr" anchorCtr="0"/>
          <a:lstStyle>
            <a:lvl1pPr marL="527987" indent="-527987">
              <a:buFont typeface="+mj-lt"/>
              <a:buNone/>
              <a:defRPr sz="4333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1. Titre de partie</a:t>
            </a:r>
          </a:p>
        </p:txBody>
      </p:sp>
      <p:sp>
        <p:nvSpPr>
          <p:cNvPr id="23" name="Espace réservé de la date 4">
            <a:extLst>
              <a:ext uri="{FF2B5EF4-FFF2-40B4-BE49-F238E27FC236}">
                <a16:creationId xmlns:a16="http://schemas.microsoft.com/office/drawing/2014/main" id="{979B2E0D-EA57-4BD7-9C3E-D26051B48C1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1"/>
            <a:ext cx="1560000" cy="2825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35" name="Espace réservé du pied de page 8">
            <a:extLst>
              <a:ext uri="{FF2B5EF4-FFF2-40B4-BE49-F238E27FC236}">
                <a16:creationId xmlns:a16="http://schemas.microsoft.com/office/drawing/2014/main" id="{FFFB696E-EECC-4454-8ED3-CA5C36E3B32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présentation sur une seule ligne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995918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titre 2">
    <p:bg>
      <p:bgPr>
        <a:solidFill>
          <a:srgbClr val="FFE8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noFill/>
          </a:ln>
        </p:spPr>
        <p:txBody>
          <a:bodyPr lIns="0" bIns="360000" anchor="ctr" anchorCtr="0"/>
          <a:lstStyle>
            <a:lvl1pPr marL="527987" indent="-527987">
              <a:buFont typeface="+mj-lt"/>
              <a:buNone/>
              <a:defRPr sz="4333">
                <a:solidFill>
                  <a:srgbClr val="262626"/>
                </a:solidFill>
              </a:defRPr>
            </a:lvl1pPr>
          </a:lstStyle>
          <a:p>
            <a:r>
              <a:rPr lang="fr-FR" dirty="0"/>
              <a:t>1. Titre de partie</a:t>
            </a:r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8AE072A-0DE3-445C-991B-1FF54D483686}"/>
              </a:ext>
            </a:extLst>
          </p:cNvPr>
          <p:cNvGrpSpPr/>
          <p:nvPr userDrawn="1"/>
        </p:nvGrpSpPr>
        <p:grpSpPr>
          <a:xfrm>
            <a:off x="11341101" y="240140"/>
            <a:ext cx="361951" cy="502176"/>
            <a:chOff x="2719388" y="0"/>
            <a:chExt cx="3708400" cy="5145088"/>
          </a:xfrm>
          <a:solidFill>
            <a:srgbClr val="262626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6EAAAE4-81CD-4923-9B00-96AA86990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2825" y="4416425"/>
              <a:ext cx="658813" cy="723900"/>
            </a:xfrm>
            <a:custGeom>
              <a:avLst/>
              <a:gdLst>
                <a:gd name="T0" fmla="*/ 258 w 434"/>
                <a:gd name="T1" fmla="*/ 0 h 477"/>
                <a:gd name="T2" fmla="*/ 92 w 434"/>
                <a:gd name="T3" fmla="*/ 67 h 477"/>
                <a:gd name="T4" fmla="*/ 92 w 434"/>
                <a:gd name="T5" fmla="*/ 0 h 477"/>
                <a:gd name="T6" fmla="*/ 0 w 434"/>
                <a:gd name="T7" fmla="*/ 0 h 477"/>
                <a:gd name="T8" fmla="*/ 0 w 434"/>
                <a:gd name="T9" fmla="*/ 477 h 477"/>
                <a:gd name="T10" fmla="*/ 92 w 434"/>
                <a:gd name="T11" fmla="*/ 477 h 477"/>
                <a:gd name="T12" fmla="*/ 92 w 434"/>
                <a:gd name="T13" fmla="*/ 187 h 477"/>
                <a:gd name="T14" fmla="*/ 241 w 434"/>
                <a:gd name="T15" fmla="*/ 76 h 477"/>
                <a:gd name="T16" fmla="*/ 342 w 434"/>
                <a:gd name="T17" fmla="*/ 161 h 477"/>
                <a:gd name="T18" fmla="*/ 342 w 434"/>
                <a:gd name="T19" fmla="*/ 161 h 477"/>
                <a:gd name="T20" fmla="*/ 342 w 434"/>
                <a:gd name="T21" fmla="*/ 477 h 477"/>
                <a:gd name="T22" fmla="*/ 434 w 434"/>
                <a:gd name="T23" fmla="*/ 477 h 477"/>
                <a:gd name="T24" fmla="*/ 434 w 434"/>
                <a:gd name="T25" fmla="*/ 161 h 477"/>
                <a:gd name="T26" fmla="*/ 258 w 434"/>
                <a:gd name="T27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4" h="477">
                  <a:moveTo>
                    <a:pt x="258" y="0"/>
                  </a:moveTo>
                  <a:cubicBezTo>
                    <a:pt x="144" y="0"/>
                    <a:pt x="93" y="65"/>
                    <a:pt x="92" y="6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77"/>
                    <a:pt x="0" y="477"/>
                    <a:pt x="0" y="477"/>
                  </a:cubicBezTo>
                  <a:cubicBezTo>
                    <a:pt x="92" y="477"/>
                    <a:pt x="92" y="477"/>
                    <a:pt x="92" y="47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4" y="117"/>
                    <a:pt x="182" y="76"/>
                    <a:pt x="241" y="76"/>
                  </a:cubicBezTo>
                  <a:cubicBezTo>
                    <a:pt x="285" y="76"/>
                    <a:pt x="342" y="107"/>
                    <a:pt x="342" y="161"/>
                  </a:cubicBezTo>
                  <a:cubicBezTo>
                    <a:pt x="342" y="161"/>
                    <a:pt x="342" y="161"/>
                    <a:pt x="342" y="161"/>
                  </a:cubicBezTo>
                  <a:cubicBezTo>
                    <a:pt x="342" y="477"/>
                    <a:pt x="342" y="477"/>
                    <a:pt x="342" y="477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434" y="161"/>
                    <a:pt x="434" y="161"/>
                    <a:pt x="434" y="161"/>
                  </a:cubicBezTo>
                  <a:cubicBezTo>
                    <a:pt x="434" y="54"/>
                    <a:pt x="355" y="0"/>
                    <a:pt x="2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0BCD58C1-66D1-49A9-817D-EA1CCE1886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26125" y="4405313"/>
              <a:ext cx="601663" cy="738188"/>
            </a:xfrm>
            <a:custGeom>
              <a:avLst/>
              <a:gdLst>
                <a:gd name="T0" fmla="*/ 245 w 396"/>
                <a:gd name="T1" fmla="*/ 201 h 486"/>
                <a:gd name="T2" fmla="*/ 245 w 396"/>
                <a:gd name="T3" fmla="*/ 201 h 486"/>
                <a:gd name="T4" fmla="*/ 162 w 396"/>
                <a:gd name="T5" fmla="*/ 201 h 486"/>
                <a:gd name="T6" fmla="*/ 93 w 396"/>
                <a:gd name="T7" fmla="*/ 140 h 486"/>
                <a:gd name="T8" fmla="*/ 192 w 396"/>
                <a:gd name="T9" fmla="*/ 81 h 486"/>
                <a:gd name="T10" fmla="*/ 336 w 396"/>
                <a:gd name="T11" fmla="*/ 107 h 486"/>
                <a:gd name="T12" fmla="*/ 368 w 396"/>
                <a:gd name="T13" fmla="*/ 33 h 486"/>
                <a:gd name="T14" fmla="*/ 201 w 396"/>
                <a:gd name="T15" fmla="*/ 0 h 486"/>
                <a:gd name="T16" fmla="*/ 5 w 396"/>
                <a:gd name="T17" fmla="*/ 142 h 486"/>
                <a:gd name="T18" fmla="*/ 152 w 396"/>
                <a:gd name="T19" fmla="*/ 285 h 486"/>
                <a:gd name="T20" fmla="*/ 152 w 396"/>
                <a:gd name="T21" fmla="*/ 285 h 486"/>
                <a:gd name="T22" fmla="*/ 235 w 396"/>
                <a:gd name="T23" fmla="*/ 285 h 486"/>
                <a:gd name="T24" fmla="*/ 304 w 396"/>
                <a:gd name="T25" fmla="*/ 346 h 486"/>
                <a:gd name="T26" fmla="*/ 204 w 396"/>
                <a:gd name="T27" fmla="*/ 405 h 486"/>
                <a:gd name="T28" fmla="*/ 44 w 396"/>
                <a:gd name="T29" fmla="*/ 372 h 486"/>
                <a:gd name="T30" fmla="*/ 13 w 396"/>
                <a:gd name="T31" fmla="*/ 446 h 486"/>
                <a:gd name="T32" fmla="*/ 195 w 396"/>
                <a:gd name="T33" fmla="*/ 486 h 486"/>
                <a:gd name="T34" fmla="*/ 391 w 396"/>
                <a:gd name="T35" fmla="*/ 345 h 486"/>
                <a:gd name="T36" fmla="*/ 245 w 396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6" h="486">
                  <a:moveTo>
                    <a:pt x="245" y="201"/>
                  </a:moveTo>
                  <a:cubicBezTo>
                    <a:pt x="245" y="201"/>
                    <a:pt x="245" y="201"/>
                    <a:pt x="245" y="201"/>
                  </a:cubicBezTo>
                  <a:cubicBezTo>
                    <a:pt x="162" y="201"/>
                    <a:pt x="162" y="201"/>
                    <a:pt x="162" y="201"/>
                  </a:cubicBezTo>
                  <a:cubicBezTo>
                    <a:pt x="115" y="201"/>
                    <a:pt x="91" y="183"/>
                    <a:pt x="93" y="140"/>
                  </a:cubicBezTo>
                  <a:cubicBezTo>
                    <a:pt x="95" y="95"/>
                    <a:pt x="144" y="81"/>
                    <a:pt x="192" y="81"/>
                  </a:cubicBezTo>
                  <a:cubicBezTo>
                    <a:pt x="261" y="81"/>
                    <a:pt x="312" y="98"/>
                    <a:pt x="336" y="107"/>
                  </a:cubicBezTo>
                  <a:cubicBezTo>
                    <a:pt x="368" y="33"/>
                    <a:pt x="368" y="33"/>
                    <a:pt x="368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1" y="0"/>
                    <a:pt x="10" y="32"/>
                    <a:pt x="5" y="142"/>
                  </a:cubicBezTo>
                  <a:cubicBezTo>
                    <a:pt x="0" y="248"/>
                    <a:pt x="74" y="283"/>
                    <a:pt x="152" y="285"/>
                  </a:cubicBezTo>
                  <a:cubicBezTo>
                    <a:pt x="152" y="285"/>
                    <a:pt x="152" y="285"/>
                    <a:pt x="152" y="285"/>
                  </a:cubicBezTo>
                  <a:cubicBezTo>
                    <a:pt x="235" y="285"/>
                    <a:pt x="235" y="285"/>
                    <a:pt x="235" y="285"/>
                  </a:cubicBezTo>
                  <a:cubicBezTo>
                    <a:pt x="281" y="285"/>
                    <a:pt x="306" y="303"/>
                    <a:pt x="304" y="346"/>
                  </a:cubicBezTo>
                  <a:cubicBezTo>
                    <a:pt x="302" y="391"/>
                    <a:pt x="253" y="405"/>
                    <a:pt x="204" y="405"/>
                  </a:cubicBezTo>
                  <a:cubicBezTo>
                    <a:pt x="106" y="405"/>
                    <a:pt x="44" y="372"/>
                    <a:pt x="44" y="372"/>
                  </a:cubicBezTo>
                  <a:cubicBezTo>
                    <a:pt x="13" y="446"/>
                    <a:pt x="13" y="446"/>
                    <a:pt x="13" y="446"/>
                  </a:cubicBezTo>
                  <a:cubicBezTo>
                    <a:pt x="13" y="446"/>
                    <a:pt x="83" y="486"/>
                    <a:pt x="195" y="486"/>
                  </a:cubicBezTo>
                  <a:cubicBezTo>
                    <a:pt x="276" y="486"/>
                    <a:pt x="387" y="454"/>
                    <a:pt x="391" y="345"/>
                  </a:cubicBezTo>
                  <a:cubicBezTo>
                    <a:pt x="396" y="238"/>
                    <a:pt x="322" y="203"/>
                    <a:pt x="245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AE8DB6E-B1F5-4293-BB50-9FC333A20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026025" y="4402138"/>
              <a:ext cx="700088" cy="742950"/>
            </a:xfrm>
            <a:custGeom>
              <a:avLst/>
              <a:gdLst>
                <a:gd name="T0" fmla="*/ 234 w 460"/>
                <a:gd name="T1" fmla="*/ 0 h 489"/>
                <a:gd name="T2" fmla="*/ 0 w 460"/>
                <a:gd name="T3" fmla="*/ 249 h 489"/>
                <a:gd name="T4" fmla="*/ 256 w 460"/>
                <a:gd name="T5" fmla="*/ 489 h 489"/>
                <a:gd name="T6" fmla="*/ 437 w 460"/>
                <a:gd name="T7" fmla="*/ 449 h 489"/>
                <a:gd name="T8" fmla="*/ 403 w 460"/>
                <a:gd name="T9" fmla="*/ 378 h 489"/>
                <a:gd name="T10" fmla="*/ 253 w 460"/>
                <a:gd name="T11" fmla="*/ 408 h 489"/>
                <a:gd name="T12" fmla="*/ 96 w 460"/>
                <a:gd name="T13" fmla="*/ 285 h 489"/>
                <a:gd name="T14" fmla="*/ 367 w 460"/>
                <a:gd name="T15" fmla="*/ 285 h 489"/>
                <a:gd name="T16" fmla="*/ 460 w 460"/>
                <a:gd name="T17" fmla="*/ 285 h 489"/>
                <a:gd name="T18" fmla="*/ 460 w 460"/>
                <a:gd name="T19" fmla="*/ 243 h 489"/>
                <a:gd name="T20" fmla="*/ 234 w 460"/>
                <a:gd name="T21" fmla="*/ 0 h 489"/>
                <a:gd name="T22" fmla="*/ 97 w 460"/>
                <a:gd name="T23" fmla="*/ 209 h 489"/>
                <a:gd name="T24" fmla="*/ 238 w 460"/>
                <a:gd name="T25" fmla="*/ 79 h 489"/>
                <a:gd name="T26" fmla="*/ 366 w 460"/>
                <a:gd name="T27" fmla="*/ 209 h 489"/>
                <a:gd name="T28" fmla="*/ 97 w 460"/>
                <a:gd name="T29" fmla="*/ 20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0" h="489">
                  <a:moveTo>
                    <a:pt x="234" y="0"/>
                  </a:moveTo>
                  <a:cubicBezTo>
                    <a:pt x="101" y="0"/>
                    <a:pt x="0" y="77"/>
                    <a:pt x="0" y="249"/>
                  </a:cubicBezTo>
                  <a:cubicBezTo>
                    <a:pt x="0" y="421"/>
                    <a:pt x="127" y="489"/>
                    <a:pt x="256" y="489"/>
                  </a:cubicBezTo>
                  <a:cubicBezTo>
                    <a:pt x="375" y="489"/>
                    <a:pt x="437" y="449"/>
                    <a:pt x="437" y="449"/>
                  </a:cubicBezTo>
                  <a:cubicBezTo>
                    <a:pt x="403" y="378"/>
                    <a:pt x="403" y="378"/>
                    <a:pt x="403" y="378"/>
                  </a:cubicBezTo>
                  <a:cubicBezTo>
                    <a:pt x="403" y="378"/>
                    <a:pt x="357" y="408"/>
                    <a:pt x="253" y="408"/>
                  </a:cubicBezTo>
                  <a:cubicBezTo>
                    <a:pt x="182" y="408"/>
                    <a:pt x="106" y="386"/>
                    <a:pt x="96" y="285"/>
                  </a:cubicBezTo>
                  <a:cubicBezTo>
                    <a:pt x="367" y="285"/>
                    <a:pt x="367" y="285"/>
                    <a:pt x="367" y="285"/>
                  </a:cubicBezTo>
                  <a:cubicBezTo>
                    <a:pt x="460" y="285"/>
                    <a:pt x="460" y="285"/>
                    <a:pt x="460" y="285"/>
                  </a:cubicBezTo>
                  <a:cubicBezTo>
                    <a:pt x="460" y="243"/>
                    <a:pt x="460" y="243"/>
                    <a:pt x="460" y="243"/>
                  </a:cubicBezTo>
                  <a:cubicBezTo>
                    <a:pt x="460" y="87"/>
                    <a:pt x="388" y="0"/>
                    <a:pt x="234" y="0"/>
                  </a:cubicBezTo>
                  <a:close/>
                  <a:moveTo>
                    <a:pt x="97" y="209"/>
                  </a:moveTo>
                  <a:cubicBezTo>
                    <a:pt x="108" y="108"/>
                    <a:pt x="159" y="79"/>
                    <a:pt x="238" y="79"/>
                  </a:cubicBezTo>
                  <a:cubicBezTo>
                    <a:pt x="322" y="79"/>
                    <a:pt x="360" y="119"/>
                    <a:pt x="366" y="209"/>
                  </a:cubicBezTo>
                  <a:lnTo>
                    <a:pt x="97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EC8E473-602C-4ABE-8E74-27DE0B2568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35463" y="4405313"/>
              <a:ext cx="600075" cy="738188"/>
            </a:xfrm>
            <a:custGeom>
              <a:avLst/>
              <a:gdLst>
                <a:gd name="T0" fmla="*/ 244 w 395"/>
                <a:gd name="T1" fmla="*/ 201 h 486"/>
                <a:gd name="T2" fmla="*/ 244 w 395"/>
                <a:gd name="T3" fmla="*/ 201 h 486"/>
                <a:gd name="T4" fmla="*/ 161 w 395"/>
                <a:gd name="T5" fmla="*/ 201 h 486"/>
                <a:gd name="T6" fmla="*/ 92 w 395"/>
                <a:gd name="T7" fmla="*/ 140 h 486"/>
                <a:gd name="T8" fmla="*/ 191 w 395"/>
                <a:gd name="T9" fmla="*/ 81 h 486"/>
                <a:gd name="T10" fmla="*/ 336 w 395"/>
                <a:gd name="T11" fmla="*/ 107 h 486"/>
                <a:gd name="T12" fmla="*/ 367 w 395"/>
                <a:gd name="T13" fmla="*/ 33 h 486"/>
                <a:gd name="T14" fmla="*/ 201 w 395"/>
                <a:gd name="T15" fmla="*/ 0 h 486"/>
                <a:gd name="T16" fmla="*/ 4 w 395"/>
                <a:gd name="T17" fmla="*/ 142 h 486"/>
                <a:gd name="T18" fmla="*/ 151 w 395"/>
                <a:gd name="T19" fmla="*/ 285 h 486"/>
                <a:gd name="T20" fmla="*/ 151 w 395"/>
                <a:gd name="T21" fmla="*/ 285 h 486"/>
                <a:gd name="T22" fmla="*/ 234 w 395"/>
                <a:gd name="T23" fmla="*/ 285 h 486"/>
                <a:gd name="T24" fmla="*/ 303 w 395"/>
                <a:gd name="T25" fmla="*/ 346 h 486"/>
                <a:gd name="T26" fmla="*/ 203 w 395"/>
                <a:gd name="T27" fmla="*/ 405 h 486"/>
                <a:gd name="T28" fmla="*/ 44 w 395"/>
                <a:gd name="T29" fmla="*/ 372 h 486"/>
                <a:gd name="T30" fmla="*/ 12 w 395"/>
                <a:gd name="T31" fmla="*/ 446 h 486"/>
                <a:gd name="T32" fmla="*/ 194 w 395"/>
                <a:gd name="T33" fmla="*/ 486 h 486"/>
                <a:gd name="T34" fmla="*/ 391 w 395"/>
                <a:gd name="T35" fmla="*/ 345 h 486"/>
                <a:gd name="T36" fmla="*/ 244 w 395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5" h="486">
                  <a:moveTo>
                    <a:pt x="244" y="201"/>
                  </a:moveTo>
                  <a:cubicBezTo>
                    <a:pt x="244" y="201"/>
                    <a:pt x="244" y="201"/>
                    <a:pt x="244" y="201"/>
                  </a:cubicBezTo>
                  <a:cubicBezTo>
                    <a:pt x="161" y="201"/>
                    <a:pt x="161" y="201"/>
                    <a:pt x="161" y="201"/>
                  </a:cubicBezTo>
                  <a:cubicBezTo>
                    <a:pt x="115" y="201"/>
                    <a:pt x="90" y="183"/>
                    <a:pt x="92" y="140"/>
                  </a:cubicBezTo>
                  <a:cubicBezTo>
                    <a:pt x="94" y="95"/>
                    <a:pt x="143" y="81"/>
                    <a:pt x="191" y="81"/>
                  </a:cubicBezTo>
                  <a:cubicBezTo>
                    <a:pt x="260" y="81"/>
                    <a:pt x="311" y="98"/>
                    <a:pt x="336" y="107"/>
                  </a:cubicBezTo>
                  <a:cubicBezTo>
                    <a:pt x="367" y="33"/>
                    <a:pt x="367" y="33"/>
                    <a:pt x="367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0" y="0"/>
                    <a:pt x="9" y="32"/>
                    <a:pt x="4" y="142"/>
                  </a:cubicBezTo>
                  <a:cubicBezTo>
                    <a:pt x="0" y="248"/>
                    <a:pt x="74" y="283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234" y="285"/>
                    <a:pt x="234" y="285"/>
                    <a:pt x="234" y="285"/>
                  </a:cubicBezTo>
                  <a:cubicBezTo>
                    <a:pt x="280" y="285"/>
                    <a:pt x="305" y="303"/>
                    <a:pt x="303" y="346"/>
                  </a:cubicBezTo>
                  <a:cubicBezTo>
                    <a:pt x="301" y="391"/>
                    <a:pt x="252" y="405"/>
                    <a:pt x="203" y="405"/>
                  </a:cubicBezTo>
                  <a:cubicBezTo>
                    <a:pt x="105" y="405"/>
                    <a:pt x="44" y="372"/>
                    <a:pt x="44" y="372"/>
                  </a:cubicBezTo>
                  <a:cubicBezTo>
                    <a:pt x="12" y="446"/>
                    <a:pt x="12" y="446"/>
                    <a:pt x="12" y="446"/>
                  </a:cubicBezTo>
                  <a:cubicBezTo>
                    <a:pt x="12" y="446"/>
                    <a:pt x="83" y="486"/>
                    <a:pt x="194" y="486"/>
                  </a:cubicBezTo>
                  <a:cubicBezTo>
                    <a:pt x="275" y="486"/>
                    <a:pt x="386" y="454"/>
                    <a:pt x="391" y="345"/>
                  </a:cubicBezTo>
                  <a:cubicBezTo>
                    <a:pt x="395" y="238"/>
                    <a:pt x="321" y="203"/>
                    <a:pt x="244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4FE414C-3DB9-4FE9-B834-0A39C9D48A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19388" y="4406900"/>
              <a:ext cx="671513" cy="735013"/>
            </a:xfrm>
            <a:custGeom>
              <a:avLst/>
              <a:gdLst>
                <a:gd name="T0" fmla="*/ 220 w 442"/>
                <a:gd name="T1" fmla="*/ 0 h 484"/>
                <a:gd name="T2" fmla="*/ 39 w 442"/>
                <a:gd name="T3" fmla="*/ 30 h 484"/>
                <a:gd name="T4" fmla="*/ 75 w 442"/>
                <a:gd name="T5" fmla="*/ 104 h 484"/>
                <a:gd name="T6" fmla="*/ 230 w 442"/>
                <a:gd name="T7" fmla="*/ 81 h 484"/>
                <a:gd name="T8" fmla="*/ 350 w 442"/>
                <a:gd name="T9" fmla="*/ 168 h 484"/>
                <a:gd name="T10" fmla="*/ 350 w 442"/>
                <a:gd name="T11" fmla="*/ 196 h 484"/>
                <a:gd name="T12" fmla="*/ 168 w 442"/>
                <a:gd name="T13" fmla="*/ 196 h 484"/>
                <a:gd name="T14" fmla="*/ 0 w 442"/>
                <a:gd name="T15" fmla="*/ 339 h 484"/>
                <a:gd name="T16" fmla="*/ 181 w 442"/>
                <a:gd name="T17" fmla="*/ 484 h 484"/>
                <a:gd name="T18" fmla="*/ 350 w 442"/>
                <a:gd name="T19" fmla="*/ 417 h 484"/>
                <a:gd name="T20" fmla="*/ 350 w 442"/>
                <a:gd name="T21" fmla="*/ 484 h 484"/>
                <a:gd name="T22" fmla="*/ 442 w 442"/>
                <a:gd name="T23" fmla="*/ 484 h 484"/>
                <a:gd name="T24" fmla="*/ 442 w 442"/>
                <a:gd name="T25" fmla="*/ 142 h 484"/>
                <a:gd name="T26" fmla="*/ 220 w 442"/>
                <a:gd name="T27" fmla="*/ 0 h 484"/>
                <a:gd name="T28" fmla="*/ 350 w 442"/>
                <a:gd name="T29" fmla="*/ 295 h 484"/>
                <a:gd name="T30" fmla="*/ 198 w 442"/>
                <a:gd name="T31" fmla="*/ 407 h 484"/>
                <a:gd name="T32" fmla="*/ 95 w 442"/>
                <a:gd name="T33" fmla="*/ 338 h 484"/>
                <a:gd name="T34" fmla="*/ 173 w 442"/>
                <a:gd name="T35" fmla="*/ 269 h 484"/>
                <a:gd name="T36" fmla="*/ 350 w 442"/>
                <a:gd name="T37" fmla="*/ 269 h 484"/>
                <a:gd name="T38" fmla="*/ 350 w 442"/>
                <a:gd name="T39" fmla="*/ 295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2" h="484">
                  <a:moveTo>
                    <a:pt x="220" y="0"/>
                  </a:moveTo>
                  <a:cubicBezTo>
                    <a:pt x="135" y="0"/>
                    <a:pt x="72" y="18"/>
                    <a:pt x="39" y="30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105" y="95"/>
                    <a:pt x="159" y="81"/>
                    <a:pt x="230" y="81"/>
                  </a:cubicBezTo>
                  <a:cubicBezTo>
                    <a:pt x="285" y="81"/>
                    <a:pt x="350" y="96"/>
                    <a:pt x="350" y="168"/>
                  </a:cubicBezTo>
                  <a:cubicBezTo>
                    <a:pt x="350" y="168"/>
                    <a:pt x="350" y="194"/>
                    <a:pt x="350" y="196"/>
                  </a:cubicBezTo>
                  <a:cubicBezTo>
                    <a:pt x="168" y="196"/>
                    <a:pt x="168" y="196"/>
                    <a:pt x="168" y="196"/>
                  </a:cubicBezTo>
                  <a:cubicBezTo>
                    <a:pt x="75" y="196"/>
                    <a:pt x="0" y="229"/>
                    <a:pt x="0" y="339"/>
                  </a:cubicBezTo>
                  <a:cubicBezTo>
                    <a:pt x="0" y="438"/>
                    <a:pt x="81" y="484"/>
                    <a:pt x="181" y="484"/>
                  </a:cubicBezTo>
                  <a:cubicBezTo>
                    <a:pt x="298" y="484"/>
                    <a:pt x="350" y="417"/>
                    <a:pt x="350" y="417"/>
                  </a:cubicBezTo>
                  <a:cubicBezTo>
                    <a:pt x="350" y="484"/>
                    <a:pt x="350" y="484"/>
                    <a:pt x="350" y="484"/>
                  </a:cubicBezTo>
                  <a:cubicBezTo>
                    <a:pt x="442" y="484"/>
                    <a:pt x="442" y="484"/>
                    <a:pt x="442" y="484"/>
                  </a:cubicBezTo>
                  <a:cubicBezTo>
                    <a:pt x="442" y="142"/>
                    <a:pt x="442" y="142"/>
                    <a:pt x="442" y="142"/>
                  </a:cubicBezTo>
                  <a:cubicBezTo>
                    <a:pt x="437" y="32"/>
                    <a:pt x="311" y="0"/>
                    <a:pt x="220" y="0"/>
                  </a:cubicBezTo>
                  <a:close/>
                  <a:moveTo>
                    <a:pt x="350" y="295"/>
                  </a:moveTo>
                  <a:cubicBezTo>
                    <a:pt x="350" y="366"/>
                    <a:pt x="258" y="407"/>
                    <a:pt x="198" y="407"/>
                  </a:cubicBezTo>
                  <a:cubicBezTo>
                    <a:pt x="153" y="407"/>
                    <a:pt x="95" y="392"/>
                    <a:pt x="95" y="338"/>
                  </a:cubicBezTo>
                  <a:cubicBezTo>
                    <a:pt x="95" y="284"/>
                    <a:pt x="126" y="269"/>
                    <a:pt x="173" y="269"/>
                  </a:cubicBezTo>
                  <a:cubicBezTo>
                    <a:pt x="350" y="269"/>
                    <a:pt x="350" y="269"/>
                    <a:pt x="350" y="269"/>
                  </a:cubicBezTo>
                  <a:lnTo>
                    <a:pt x="350" y="2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CCE5207A-3E84-4DC4-A07C-47027DA0FF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5850" y="0"/>
              <a:ext cx="1914525" cy="965200"/>
            </a:xfrm>
            <a:custGeom>
              <a:avLst/>
              <a:gdLst>
                <a:gd name="T0" fmla="*/ 1260 w 1260"/>
                <a:gd name="T1" fmla="*/ 183 h 636"/>
                <a:gd name="T2" fmla="*/ 632 w 1260"/>
                <a:gd name="T3" fmla="*/ 0 h 636"/>
                <a:gd name="T4" fmla="*/ 0 w 1260"/>
                <a:gd name="T5" fmla="*/ 174 h 636"/>
                <a:gd name="T6" fmla="*/ 630 w 1260"/>
                <a:gd name="T7" fmla="*/ 635 h 636"/>
                <a:gd name="T8" fmla="*/ 1260 w 1260"/>
                <a:gd name="T9" fmla="*/ 183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0" h="636">
                  <a:moveTo>
                    <a:pt x="1260" y="183"/>
                  </a:moveTo>
                  <a:cubicBezTo>
                    <a:pt x="1088" y="73"/>
                    <a:pt x="862" y="0"/>
                    <a:pt x="632" y="0"/>
                  </a:cubicBezTo>
                  <a:cubicBezTo>
                    <a:pt x="418" y="0"/>
                    <a:pt x="197" y="52"/>
                    <a:pt x="0" y="174"/>
                  </a:cubicBezTo>
                  <a:cubicBezTo>
                    <a:pt x="0" y="174"/>
                    <a:pt x="269" y="634"/>
                    <a:pt x="630" y="635"/>
                  </a:cubicBezTo>
                  <a:cubicBezTo>
                    <a:pt x="992" y="636"/>
                    <a:pt x="1260" y="183"/>
                    <a:pt x="1260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77B6E331-2620-41C0-B97C-1B12164FD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2563" y="436563"/>
              <a:ext cx="1201738" cy="1819275"/>
            </a:xfrm>
            <a:custGeom>
              <a:avLst/>
              <a:gdLst>
                <a:gd name="T0" fmla="*/ 438 w 791"/>
                <a:gd name="T1" fmla="*/ 0 h 1198"/>
                <a:gd name="T2" fmla="*/ 75 w 791"/>
                <a:gd name="T3" fmla="*/ 545 h 1198"/>
                <a:gd name="T4" fmla="*/ 52 w 791"/>
                <a:gd name="T5" fmla="*/ 1198 h 1198"/>
                <a:gd name="T6" fmla="*/ 679 w 791"/>
                <a:gd name="T7" fmla="*/ 742 h 1198"/>
                <a:gd name="T8" fmla="*/ 438 w 791"/>
                <a:gd name="T9" fmla="*/ 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1" h="1198">
                  <a:moveTo>
                    <a:pt x="438" y="0"/>
                  </a:moveTo>
                  <a:cubicBezTo>
                    <a:pt x="273" y="139"/>
                    <a:pt x="147" y="326"/>
                    <a:pt x="75" y="545"/>
                  </a:cubicBezTo>
                  <a:cubicBezTo>
                    <a:pt x="4" y="764"/>
                    <a:pt x="0" y="981"/>
                    <a:pt x="52" y="1198"/>
                  </a:cubicBezTo>
                  <a:cubicBezTo>
                    <a:pt x="52" y="1198"/>
                    <a:pt x="566" y="1086"/>
                    <a:pt x="679" y="742"/>
                  </a:cubicBezTo>
                  <a:cubicBezTo>
                    <a:pt x="791" y="399"/>
                    <a:pt x="438" y="0"/>
                    <a:pt x="4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DA1FDC7C-42C8-4041-B97D-F2CA92B557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82900" y="2185988"/>
              <a:ext cx="1622425" cy="1447800"/>
            </a:xfrm>
            <a:custGeom>
              <a:avLst/>
              <a:gdLst>
                <a:gd name="T0" fmla="*/ 0 w 1067"/>
                <a:gd name="T1" fmla="*/ 211 h 954"/>
                <a:gd name="T2" fmla="*/ 401 w 1067"/>
                <a:gd name="T3" fmla="*/ 726 h 954"/>
                <a:gd name="T4" fmla="*/ 1016 w 1067"/>
                <a:gd name="T5" fmla="*/ 954 h 954"/>
                <a:gd name="T6" fmla="*/ 775 w 1067"/>
                <a:gd name="T7" fmla="*/ 213 h 954"/>
                <a:gd name="T8" fmla="*/ 0 w 1067"/>
                <a:gd name="T9" fmla="*/ 211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7" h="954">
                  <a:moveTo>
                    <a:pt x="0" y="211"/>
                  </a:moveTo>
                  <a:cubicBezTo>
                    <a:pt x="84" y="414"/>
                    <a:pt x="218" y="590"/>
                    <a:pt x="401" y="726"/>
                  </a:cubicBezTo>
                  <a:cubicBezTo>
                    <a:pt x="586" y="863"/>
                    <a:pt x="810" y="941"/>
                    <a:pt x="1016" y="954"/>
                  </a:cubicBezTo>
                  <a:cubicBezTo>
                    <a:pt x="1016" y="954"/>
                    <a:pt x="1067" y="426"/>
                    <a:pt x="775" y="213"/>
                  </a:cubicBezTo>
                  <a:cubicBezTo>
                    <a:pt x="483" y="0"/>
                    <a:pt x="0" y="211"/>
                    <a:pt x="0" y="2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7F7052C-55C2-4219-9B97-3B0041EC6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5500" y="2182813"/>
              <a:ext cx="1627188" cy="1450975"/>
            </a:xfrm>
            <a:custGeom>
              <a:avLst/>
              <a:gdLst>
                <a:gd name="T0" fmla="*/ 58 w 1071"/>
                <a:gd name="T1" fmla="*/ 956 h 956"/>
                <a:gd name="T2" fmla="*/ 669 w 1071"/>
                <a:gd name="T3" fmla="*/ 725 h 956"/>
                <a:gd name="T4" fmla="*/ 1071 w 1071"/>
                <a:gd name="T5" fmla="*/ 207 h 956"/>
                <a:gd name="T6" fmla="*/ 291 w 1071"/>
                <a:gd name="T7" fmla="*/ 215 h 956"/>
                <a:gd name="T8" fmla="*/ 58 w 1071"/>
                <a:gd name="T9" fmla="*/ 956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1" h="956">
                  <a:moveTo>
                    <a:pt x="58" y="956"/>
                  </a:moveTo>
                  <a:cubicBezTo>
                    <a:pt x="289" y="933"/>
                    <a:pt x="482" y="860"/>
                    <a:pt x="669" y="725"/>
                  </a:cubicBezTo>
                  <a:cubicBezTo>
                    <a:pt x="850" y="594"/>
                    <a:pt x="987" y="409"/>
                    <a:pt x="1071" y="207"/>
                  </a:cubicBezTo>
                  <a:cubicBezTo>
                    <a:pt x="1071" y="207"/>
                    <a:pt x="581" y="0"/>
                    <a:pt x="291" y="215"/>
                  </a:cubicBezTo>
                  <a:cubicBezTo>
                    <a:pt x="0" y="431"/>
                    <a:pt x="58" y="956"/>
                    <a:pt x="58" y="9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CD66E80E-6FF0-460D-B6F3-3BFD4976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9700" y="439738"/>
              <a:ext cx="1195388" cy="1819275"/>
            </a:xfrm>
            <a:custGeom>
              <a:avLst/>
              <a:gdLst>
                <a:gd name="T0" fmla="*/ 737 w 787"/>
                <a:gd name="T1" fmla="*/ 1198 h 1198"/>
                <a:gd name="T2" fmla="*/ 715 w 787"/>
                <a:gd name="T3" fmla="*/ 544 h 1198"/>
                <a:gd name="T4" fmla="*/ 355 w 787"/>
                <a:gd name="T5" fmla="*/ 0 h 1198"/>
                <a:gd name="T6" fmla="*/ 111 w 787"/>
                <a:gd name="T7" fmla="*/ 739 h 1198"/>
                <a:gd name="T8" fmla="*/ 737 w 787"/>
                <a:gd name="T9" fmla="*/ 1198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7" h="1198">
                  <a:moveTo>
                    <a:pt x="737" y="1198"/>
                  </a:moveTo>
                  <a:cubicBezTo>
                    <a:pt x="787" y="991"/>
                    <a:pt x="786" y="764"/>
                    <a:pt x="715" y="544"/>
                  </a:cubicBezTo>
                  <a:cubicBezTo>
                    <a:pt x="645" y="325"/>
                    <a:pt x="518" y="144"/>
                    <a:pt x="355" y="0"/>
                  </a:cubicBezTo>
                  <a:cubicBezTo>
                    <a:pt x="355" y="0"/>
                    <a:pt x="0" y="395"/>
                    <a:pt x="111" y="739"/>
                  </a:cubicBezTo>
                  <a:cubicBezTo>
                    <a:pt x="222" y="1083"/>
                    <a:pt x="737" y="1198"/>
                    <a:pt x="737" y="1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11EC5EB1-2433-445A-90EB-40A3439D696C}"/>
              </a:ext>
            </a:extLst>
          </p:cNvPr>
          <p:cNvGrpSpPr/>
          <p:nvPr userDrawn="1"/>
        </p:nvGrpSpPr>
        <p:grpSpPr>
          <a:xfrm>
            <a:off x="6360160" y="1702960"/>
            <a:ext cx="3413760" cy="3360563"/>
            <a:chOff x="2024062" y="61912"/>
            <a:chExt cx="5097779" cy="5018340"/>
          </a:xfrm>
          <a:solidFill>
            <a:srgbClr val="FF9940"/>
          </a:solidFill>
        </p:grpSpPr>
        <p:sp>
          <p:nvSpPr>
            <p:cNvPr id="18" name="Forme libre : forme 7">
              <a:extLst>
                <a:ext uri="{FF2B5EF4-FFF2-40B4-BE49-F238E27FC236}">
                  <a16:creationId xmlns:a16="http://schemas.microsoft.com/office/drawing/2014/main" id="{980A77CA-4106-4CFD-9089-5D17008DBD8F}"/>
                </a:ext>
              </a:extLst>
            </p:cNvPr>
            <p:cNvSpPr/>
            <p:nvPr/>
          </p:nvSpPr>
          <p:spPr>
            <a:xfrm>
              <a:off x="4123409" y="3661504"/>
              <a:ext cx="726675" cy="1418748"/>
            </a:xfrm>
            <a:custGeom>
              <a:avLst/>
              <a:gdLst>
                <a:gd name="connsiteX0" fmla="*/ 5487 w 726675"/>
                <a:gd name="connsiteY0" fmla="*/ 635032 h 1418748"/>
                <a:gd name="connsiteX1" fmla="*/ 407442 w 726675"/>
                <a:gd name="connsiteY1" fmla="*/ 1418749 h 1418748"/>
                <a:gd name="connsiteX2" fmla="*/ 712242 w 726675"/>
                <a:gd name="connsiteY2" fmla="*/ 734949 h 1418748"/>
                <a:gd name="connsiteX3" fmla="*/ 617373 w 726675"/>
                <a:gd name="connsiteY3" fmla="*/ 0 h 1418748"/>
                <a:gd name="connsiteX4" fmla="*/ 5487 w 726675"/>
                <a:gd name="connsiteY4" fmla="*/ 635032 h 1418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6675" h="1418748">
                  <a:moveTo>
                    <a:pt x="5487" y="635032"/>
                  </a:moveTo>
                  <a:cubicBezTo>
                    <a:pt x="-52996" y="1032129"/>
                    <a:pt x="374581" y="1391888"/>
                    <a:pt x="407442" y="1418749"/>
                  </a:cubicBezTo>
                  <a:cubicBezTo>
                    <a:pt x="565176" y="1229868"/>
                    <a:pt x="674333" y="996315"/>
                    <a:pt x="712242" y="734949"/>
                  </a:cubicBezTo>
                  <a:cubicBezTo>
                    <a:pt x="749771" y="476345"/>
                    <a:pt x="712718" y="224028"/>
                    <a:pt x="617373" y="0"/>
                  </a:cubicBezTo>
                  <a:cubicBezTo>
                    <a:pt x="586512" y="12763"/>
                    <a:pt x="64447" y="234410"/>
                    <a:pt x="5487" y="6350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9" name="Forme libre : forme 10">
              <a:extLst>
                <a:ext uri="{FF2B5EF4-FFF2-40B4-BE49-F238E27FC236}">
                  <a16:creationId xmlns:a16="http://schemas.microsoft.com/office/drawing/2014/main" id="{0249ABE6-2F7B-4AA0-8FB6-54E6BF81A1B2}"/>
                </a:ext>
              </a:extLst>
            </p:cNvPr>
            <p:cNvSpPr/>
            <p:nvPr/>
          </p:nvSpPr>
          <p:spPr>
            <a:xfrm>
              <a:off x="5837681" y="2484253"/>
              <a:ext cx="1284160" cy="839943"/>
            </a:xfrm>
            <a:custGeom>
              <a:avLst/>
              <a:gdLst>
                <a:gd name="connsiteX0" fmla="*/ 414814 w 1284160"/>
                <a:gd name="connsiteY0" fmla="*/ 783012 h 839943"/>
                <a:gd name="connsiteX1" fmla="*/ 1284161 w 1284160"/>
                <a:gd name="connsiteY1" fmla="*/ 643185 h 839943"/>
                <a:gd name="connsiteX2" fmla="*/ 316992 w 1284160"/>
                <a:gd name="connsiteY2" fmla="*/ 14345 h 839943"/>
                <a:gd name="connsiteX3" fmla="*/ 0 w 1284160"/>
                <a:gd name="connsiteY3" fmla="*/ 5105 h 839943"/>
                <a:gd name="connsiteX4" fmla="*/ 414814 w 1284160"/>
                <a:gd name="connsiteY4" fmla="*/ 783012 h 839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4160" h="839943">
                  <a:moveTo>
                    <a:pt x="414814" y="783012"/>
                  </a:moveTo>
                  <a:cubicBezTo>
                    <a:pt x="773430" y="960844"/>
                    <a:pt x="1246061" y="667474"/>
                    <a:pt x="1284161" y="643185"/>
                  </a:cubicBezTo>
                  <a:cubicBezTo>
                    <a:pt x="1076801" y="314096"/>
                    <a:pt x="732091" y="74447"/>
                    <a:pt x="316992" y="14345"/>
                  </a:cubicBezTo>
                  <a:cubicBezTo>
                    <a:pt x="209740" y="-1181"/>
                    <a:pt x="103537" y="-3848"/>
                    <a:pt x="0" y="5105"/>
                  </a:cubicBezTo>
                  <a:cubicBezTo>
                    <a:pt x="2572" y="39110"/>
                    <a:pt x="52292" y="603275"/>
                    <a:pt x="414814" y="7830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0" name="Forme libre : forme 11">
              <a:extLst>
                <a:ext uri="{FF2B5EF4-FFF2-40B4-BE49-F238E27FC236}">
                  <a16:creationId xmlns:a16="http://schemas.microsoft.com/office/drawing/2014/main" id="{CF86E031-9A54-4E6A-8774-D463D2F85038}"/>
                </a:ext>
              </a:extLst>
            </p:cNvPr>
            <p:cNvSpPr/>
            <p:nvPr/>
          </p:nvSpPr>
          <p:spPr>
            <a:xfrm>
              <a:off x="5349048" y="61912"/>
              <a:ext cx="1045824" cy="1055342"/>
            </a:xfrm>
            <a:custGeom>
              <a:avLst/>
              <a:gdLst>
                <a:gd name="connsiteX0" fmla="*/ 868775 w 1045824"/>
                <a:gd name="connsiteY0" fmla="*/ 866585 h 1055342"/>
                <a:gd name="connsiteX1" fmla="*/ 1005269 w 1045824"/>
                <a:gd name="connsiteY1" fmla="*/ 0 h 1055342"/>
                <a:gd name="connsiteX2" fmla="*/ 0 w 1045824"/>
                <a:gd name="connsiteY2" fmla="*/ 1020604 h 1055342"/>
                <a:gd name="connsiteX3" fmla="*/ 868775 w 1045824"/>
                <a:gd name="connsiteY3" fmla="*/ 866585 h 1055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5824" h="1055342">
                  <a:moveTo>
                    <a:pt x="868775" y="866585"/>
                  </a:moveTo>
                  <a:cubicBezTo>
                    <a:pt x="1142714" y="586645"/>
                    <a:pt x="1021271" y="63341"/>
                    <a:pt x="1005269" y="0"/>
                  </a:cubicBezTo>
                  <a:cubicBezTo>
                    <a:pt x="516731" y="122587"/>
                    <a:pt x="119444" y="509111"/>
                    <a:pt x="0" y="1020604"/>
                  </a:cubicBezTo>
                  <a:cubicBezTo>
                    <a:pt x="24765" y="1026605"/>
                    <a:pt x="583406" y="1158145"/>
                    <a:pt x="868775" y="86658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1" name="Forme libre : forme 12">
              <a:extLst>
                <a:ext uri="{FF2B5EF4-FFF2-40B4-BE49-F238E27FC236}">
                  <a16:creationId xmlns:a16="http://schemas.microsoft.com/office/drawing/2014/main" id="{C59B5725-5F9C-4F97-A8F1-326A63828549}"/>
                </a:ext>
              </a:extLst>
            </p:cNvPr>
            <p:cNvSpPr/>
            <p:nvPr/>
          </p:nvSpPr>
          <p:spPr>
            <a:xfrm>
              <a:off x="2839938" y="68103"/>
              <a:ext cx="853528" cy="1267015"/>
            </a:xfrm>
            <a:custGeom>
              <a:avLst/>
              <a:gdLst>
                <a:gd name="connsiteX0" fmla="*/ 790800 w 853528"/>
                <a:gd name="connsiteY0" fmla="*/ 397955 h 1267015"/>
                <a:gd name="connsiteX1" fmla="*/ 2702 w 853528"/>
                <a:gd name="connsiteY1" fmla="*/ 0 h 1267015"/>
                <a:gd name="connsiteX2" fmla="*/ 671738 w 853528"/>
                <a:gd name="connsiteY2" fmla="*/ 1267016 h 1267015"/>
                <a:gd name="connsiteX3" fmla="*/ 790800 w 853528"/>
                <a:gd name="connsiteY3" fmla="*/ 397955 h 126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3528" h="1267015">
                  <a:moveTo>
                    <a:pt x="790800" y="397955"/>
                  </a:moveTo>
                  <a:cubicBezTo>
                    <a:pt x="599824" y="33052"/>
                    <a:pt x="17846" y="762"/>
                    <a:pt x="2702" y="0"/>
                  </a:cubicBezTo>
                  <a:cubicBezTo>
                    <a:pt x="-30160" y="524637"/>
                    <a:pt x="239303" y="1009078"/>
                    <a:pt x="671738" y="1267016"/>
                  </a:cubicBezTo>
                  <a:cubicBezTo>
                    <a:pt x="705456" y="1210723"/>
                    <a:pt x="972347" y="744855"/>
                    <a:pt x="790800" y="3979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2" name="Forme libre : forme 14">
              <a:extLst>
                <a:ext uri="{FF2B5EF4-FFF2-40B4-BE49-F238E27FC236}">
                  <a16:creationId xmlns:a16="http://schemas.microsoft.com/office/drawing/2014/main" id="{FABA9E58-4B46-4EE4-97E2-26E72D584C53}"/>
                </a:ext>
              </a:extLst>
            </p:cNvPr>
            <p:cNvSpPr/>
            <p:nvPr/>
          </p:nvSpPr>
          <p:spPr>
            <a:xfrm>
              <a:off x="2024062" y="2446286"/>
              <a:ext cx="1410176" cy="729358"/>
            </a:xfrm>
            <a:custGeom>
              <a:avLst/>
              <a:gdLst>
                <a:gd name="connsiteX0" fmla="*/ 622173 w 1410176"/>
                <a:gd name="connsiteY0" fmla="*/ 7258 h 729358"/>
                <a:gd name="connsiteX1" fmla="*/ 0 w 1410176"/>
                <a:gd name="connsiteY1" fmla="*/ 634194 h 729358"/>
                <a:gd name="connsiteX2" fmla="*/ 10001 w 1410176"/>
                <a:gd name="connsiteY2" fmla="*/ 638480 h 729358"/>
                <a:gd name="connsiteX3" fmla="*/ 304705 w 1410176"/>
                <a:gd name="connsiteY3" fmla="*/ 714966 h 729358"/>
                <a:gd name="connsiteX4" fmla="*/ 1410176 w 1410176"/>
                <a:gd name="connsiteY4" fmla="*/ 387020 h 729358"/>
                <a:gd name="connsiteX5" fmla="*/ 622173 w 1410176"/>
                <a:gd name="connsiteY5" fmla="*/ 7258 h 729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10176" h="729358">
                  <a:moveTo>
                    <a:pt x="622173" y="7258"/>
                  </a:moveTo>
                  <a:cubicBezTo>
                    <a:pt x="210693" y="76981"/>
                    <a:pt x="0" y="634194"/>
                    <a:pt x="0" y="634194"/>
                  </a:cubicBezTo>
                  <a:cubicBezTo>
                    <a:pt x="3334" y="635718"/>
                    <a:pt x="6668" y="637051"/>
                    <a:pt x="10001" y="638480"/>
                  </a:cubicBezTo>
                  <a:cubicBezTo>
                    <a:pt x="103251" y="674103"/>
                    <a:pt x="201740" y="700106"/>
                    <a:pt x="304705" y="714966"/>
                  </a:cubicBezTo>
                  <a:cubicBezTo>
                    <a:pt x="719614" y="775068"/>
                    <a:pt x="1117949" y="643338"/>
                    <a:pt x="1410176" y="387020"/>
                  </a:cubicBezTo>
                  <a:cubicBezTo>
                    <a:pt x="1359884" y="329870"/>
                    <a:pt x="1003459" y="-57417"/>
                    <a:pt x="622173" y="72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23" name="Espace réservé du numéro de diapositive 9">
            <a:extLst>
              <a:ext uri="{FF2B5EF4-FFF2-40B4-BE49-F238E27FC236}">
                <a16:creationId xmlns:a16="http://schemas.microsoft.com/office/drawing/2014/main" id="{91A7E33E-EFFD-4ECA-B675-CED70E08C3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8452755" y="6212901"/>
            <a:ext cx="1800000" cy="246221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35" name="Espace réservé de la date 4">
            <a:extLst>
              <a:ext uri="{FF2B5EF4-FFF2-40B4-BE49-F238E27FC236}">
                <a16:creationId xmlns:a16="http://schemas.microsoft.com/office/drawing/2014/main" id="{979B2E0D-EA57-4BD7-9C3E-D26051B48C1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1"/>
            <a:ext cx="1560000" cy="282572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36" name="Espace réservé du pied de page 8">
            <a:extLst>
              <a:ext uri="{FF2B5EF4-FFF2-40B4-BE49-F238E27FC236}">
                <a16:creationId xmlns:a16="http://schemas.microsoft.com/office/drawing/2014/main" id="{FFFB696E-EECC-4454-8ED3-CA5C36E3B32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</a:lstStyle>
          <a:p>
            <a:r>
              <a:rPr lang="fr-FR"/>
              <a:t>Titre de la présentation sur une seule ligne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66682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tit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91A7E33E-EFFD-4ECA-B675-CED70E08C3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8AE072A-0DE3-445C-991B-1FF54D483686}"/>
              </a:ext>
            </a:extLst>
          </p:cNvPr>
          <p:cNvGrpSpPr/>
          <p:nvPr userDrawn="1"/>
        </p:nvGrpSpPr>
        <p:grpSpPr>
          <a:xfrm>
            <a:off x="11341101" y="240140"/>
            <a:ext cx="361951" cy="502176"/>
            <a:chOff x="2719388" y="0"/>
            <a:chExt cx="3708400" cy="5145088"/>
          </a:xfrm>
          <a:solidFill>
            <a:schemeClr val="bg1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6EAAAE4-81CD-4923-9B00-96AA86990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2825" y="4416425"/>
              <a:ext cx="658813" cy="723900"/>
            </a:xfrm>
            <a:custGeom>
              <a:avLst/>
              <a:gdLst>
                <a:gd name="T0" fmla="*/ 258 w 434"/>
                <a:gd name="T1" fmla="*/ 0 h 477"/>
                <a:gd name="T2" fmla="*/ 92 w 434"/>
                <a:gd name="T3" fmla="*/ 67 h 477"/>
                <a:gd name="T4" fmla="*/ 92 w 434"/>
                <a:gd name="T5" fmla="*/ 0 h 477"/>
                <a:gd name="T6" fmla="*/ 0 w 434"/>
                <a:gd name="T7" fmla="*/ 0 h 477"/>
                <a:gd name="T8" fmla="*/ 0 w 434"/>
                <a:gd name="T9" fmla="*/ 477 h 477"/>
                <a:gd name="T10" fmla="*/ 92 w 434"/>
                <a:gd name="T11" fmla="*/ 477 h 477"/>
                <a:gd name="T12" fmla="*/ 92 w 434"/>
                <a:gd name="T13" fmla="*/ 187 h 477"/>
                <a:gd name="T14" fmla="*/ 241 w 434"/>
                <a:gd name="T15" fmla="*/ 76 h 477"/>
                <a:gd name="T16" fmla="*/ 342 w 434"/>
                <a:gd name="T17" fmla="*/ 161 h 477"/>
                <a:gd name="T18" fmla="*/ 342 w 434"/>
                <a:gd name="T19" fmla="*/ 161 h 477"/>
                <a:gd name="T20" fmla="*/ 342 w 434"/>
                <a:gd name="T21" fmla="*/ 477 h 477"/>
                <a:gd name="T22" fmla="*/ 434 w 434"/>
                <a:gd name="T23" fmla="*/ 477 h 477"/>
                <a:gd name="T24" fmla="*/ 434 w 434"/>
                <a:gd name="T25" fmla="*/ 161 h 477"/>
                <a:gd name="T26" fmla="*/ 258 w 434"/>
                <a:gd name="T27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4" h="477">
                  <a:moveTo>
                    <a:pt x="258" y="0"/>
                  </a:moveTo>
                  <a:cubicBezTo>
                    <a:pt x="144" y="0"/>
                    <a:pt x="93" y="65"/>
                    <a:pt x="92" y="6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77"/>
                    <a:pt x="0" y="477"/>
                    <a:pt x="0" y="477"/>
                  </a:cubicBezTo>
                  <a:cubicBezTo>
                    <a:pt x="92" y="477"/>
                    <a:pt x="92" y="477"/>
                    <a:pt x="92" y="47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4" y="117"/>
                    <a:pt x="182" y="76"/>
                    <a:pt x="241" y="76"/>
                  </a:cubicBezTo>
                  <a:cubicBezTo>
                    <a:pt x="285" y="76"/>
                    <a:pt x="342" y="107"/>
                    <a:pt x="342" y="161"/>
                  </a:cubicBezTo>
                  <a:cubicBezTo>
                    <a:pt x="342" y="161"/>
                    <a:pt x="342" y="161"/>
                    <a:pt x="342" y="161"/>
                  </a:cubicBezTo>
                  <a:cubicBezTo>
                    <a:pt x="342" y="477"/>
                    <a:pt x="342" y="477"/>
                    <a:pt x="342" y="477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434" y="161"/>
                    <a:pt x="434" y="161"/>
                    <a:pt x="434" y="161"/>
                  </a:cubicBezTo>
                  <a:cubicBezTo>
                    <a:pt x="434" y="54"/>
                    <a:pt x="355" y="0"/>
                    <a:pt x="2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0BCD58C1-66D1-49A9-817D-EA1CCE1886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26125" y="4405313"/>
              <a:ext cx="601663" cy="738188"/>
            </a:xfrm>
            <a:custGeom>
              <a:avLst/>
              <a:gdLst>
                <a:gd name="T0" fmla="*/ 245 w 396"/>
                <a:gd name="T1" fmla="*/ 201 h 486"/>
                <a:gd name="T2" fmla="*/ 245 w 396"/>
                <a:gd name="T3" fmla="*/ 201 h 486"/>
                <a:gd name="T4" fmla="*/ 162 w 396"/>
                <a:gd name="T5" fmla="*/ 201 h 486"/>
                <a:gd name="T6" fmla="*/ 93 w 396"/>
                <a:gd name="T7" fmla="*/ 140 h 486"/>
                <a:gd name="T8" fmla="*/ 192 w 396"/>
                <a:gd name="T9" fmla="*/ 81 h 486"/>
                <a:gd name="T10" fmla="*/ 336 w 396"/>
                <a:gd name="T11" fmla="*/ 107 h 486"/>
                <a:gd name="T12" fmla="*/ 368 w 396"/>
                <a:gd name="T13" fmla="*/ 33 h 486"/>
                <a:gd name="T14" fmla="*/ 201 w 396"/>
                <a:gd name="T15" fmla="*/ 0 h 486"/>
                <a:gd name="T16" fmla="*/ 5 w 396"/>
                <a:gd name="T17" fmla="*/ 142 h 486"/>
                <a:gd name="T18" fmla="*/ 152 w 396"/>
                <a:gd name="T19" fmla="*/ 285 h 486"/>
                <a:gd name="T20" fmla="*/ 152 w 396"/>
                <a:gd name="T21" fmla="*/ 285 h 486"/>
                <a:gd name="T22" fmla="*/ 235 w 396"/>
                <a:gd name="T23" fmla="*/ 285 h 486"/>
                <a:gd name="T24" fmla="*/ 304 w 396"/>
                <a:gd name="T25" fmla="*/ 346 h 486"/>
                <a:gd name="T26" fmla="*/ 204 w 396"/>
                <a:gd name="T27" fmla="*/ 405 h 486"/>
                <a:gd name="T28" fmla="*/ 44 w 396"/>
                <a:gd name="T29" fmla="*/ 372 h 486"/>
                <a:gd name="T30" fmla="*/ 13 w 396"/>
                <a:gd name="T31" fmla="*/ 446 h 486"/>
                <a:gd name="T32" fmla="*/ 195 w 396"/>
                <a:gd name="T33" fmla="*/ 486 h 486"/>
                <a:gd name="T34" fmla="*/ 391 w 396"/>
                <a:gd name="T35" fmla="*/ 345 h 486"/>
                <a:gd name="T36" fmla="*/ 245 w 396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6" h="486">
                  <a:moveTo>
                    <a:pt x="245" y="201"/>
                  </a:moveTo>
                  <a:cubicBezTo>
                    <a:pt x="245" y="201"/>
                    <a:pt x="245" y="201"/>
                    <a:pt x="245" y="201"/>
                  </a:cubicBezTo>
                  <a:cubicBezTo>
                    <a:pt x="162" y="201"/>
                    <a:pt x="162" y="201"/>
                    <a:pt x="162" y="201"/>
                  </a:cubicBezTo>
                  <a:cubicBezTo>
                    <a:pt x="115" y="201"/>
                    <a:pt x="91" y="183"/>
                    <a:pt x="93" y="140"/>
                  </a:cubicBezTo>
                  <a:cubicBezTo>
                    <a:pt x="95" y="95"/>
                    <a:pt x="144" y="81"/>
                    <a:pt x="192" y="81"/>
                  </a:cubicBezTo>
                  <a:cubicBezTo>
                    <a:pt x="261" y="81"/>
                    <a:pt x="312" y="98"/>
                    <a:pt x="336" y="107"/>
                  </a:cubicBezTo>
                  <a:cubicBezTo>
                    <a:pt x="368" y="33"/>
                    <a:pt x="368" y="33"/>
                    <a:pt x="368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1" y="0"/>
                    <a:pt x="10" y="32"/>
                    <a:pt x="5" y="142"/>
                  </a:cubicBezTo>
                  <a:cubicBezTo>
                    <a:pt x="0" y="248"/>
                    <a:pt x="74" y="283"/>
                    <a:pt x="152" y="285"/>
                  </a:cubicBezTo>
                  <a:cubicBezTo>
                    <a:pt x="152" y="285"/>
                    <a:pt x="152" y="285"/>
                    <a:pt x="152" y="285"/>
                  </a:cubicBezTo>
                  <a:cubicBezTo>
                    <a:pt x="235" y="285"/>
                    <a:pt x="235" y="285"/>
                    <a:pt x="235" y="285"/>
                  </a:cubicBezTo>
                  <a:cubicBezTo>
                    <a:pt x="281" y="285"/>
                    <a:pt x="306" y="303"/>
                    <a:pt x="304" y="346"/>
                  </a:cubicBezTo>
                  <a:cubicBezTo>
                    <a:pt x="302" y="391"/>
                    <a:pt x="253" y="405"/>
                    <a:pt x="204" y="405"/>
                  </a:cubicBezTo>
                  <a:cubicBezTo>
                    <a:pt x="106" y="405"/>
                    <a:pt x="44" y="372"/>
                    <a:pt x="44" y="372"/>
                  </a:cubicBezTo>
                  <a:cubicBezTo>
                    <a:pt x="13" y="446"/>
                    <a:pt x="13" y="446"/>
                    <a:pt x="13" y="446"/>
                  </a:cubicBezTo>
                  <a:cubicBezTo>
                    <a:pt x="13" y="446"/>
                    <a:pt x="83" y="486"/>
                    <a:pt x="195" y="486"/>
                  </a:cubicBezTo>
                  <a:cubicBezTo>
                    <a:pt x="276" y="486"/>
                    <a:pt x="387" y="454"/>
                    <a:pt x="391" y="345"/>
                  </a:cubicBezTo>
                  <a:cubicBezTo>
                    <a:pt x="396" y="238"/>
                    <a:pt x="322" y="203"/>
                    <a:pt x="245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AE8DB6E-B1F5-4293-BB50-9FC333A20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026025" y="4402138"/>
              <a:ext cx="700088" cy="742950"/>
            </a:xfrm>
            <a:custGeom>
              <a:avLst/>
              <a:gdLst>
                <a:gd name="T0" fmla="*/ 234 w 460"/>
                <a:gd name="T1" fmla="*/ 0 h 489"/>
                <a:gd name="T2" fmla="*/ 0 w 460"/>
                <a:gd name="T3" fmla="*/ 249 h 489"/>
                <a:gd name="T4" fmla="*/ 256 w 460"/>
                <a:gd name="T5" fmla="*/ 489 h 489"/>
                <a:gd name="T6" fmla="*/ 437 w 460"/>
                <a:gd name="T7" fmla="*/ 449 h 489"/>
                <a:gd name="T8" fmla="*/ 403 w 460"/>
                <a:gd name="T9" fmla="*/ 378 h 489"/>
                <a:gd name="T10" fmla="*/ 253 w 460"/>
                <a:gd name="T11" fmla="*/ 408 h 489"/>
                <a:gd name="T12" fmla="*/ 96 w 460"/>
                <a:gd name="T13" fmla="*/ 285 h 489"/>
                <a:gd name="T14" fmla="*/ 367 w 460"/>
                <a:gd name="T15" fmla="*/ 285 h 489"/>
                <a:gd name="T16" fmla="*/ 460 w 460"/>
                <a:gd name="T17" fmla="*/ 285 h 489"/>
                <a:gd name="T18" fmla="*/ 460 w 460"/>
                <a:gd name="T19" fmla="*/ 243 h 489"/>
                <a:gd name="T20" fmla="*/ 234 w 460"/>
                <a:gd name="T21" fmla="*/ 0 h 489"/>
                <a:gd name="T22" fmla="*/ 97 w 460"/>
                <a:gd name="T23" fmla="*/ 209 h 489"/>
                <a:gd name="T24" fmla="*/ 238 w 460"/>
                <a:gd name="T25" fmla="*/ 79 h 489"/>
                <a:gd name="T26" fmla="*/ 366 w 460"/>
                <a:gd name="T27" fmla="*/ 209 h 489"/>
                <a:gd name="T28" fmla="*/ 97 w 460"/>
                <a:gd name="T29" fmla="*/ 20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0" h="489">
                  <a:moveTo>
                    <a:pt x="234" y="0"/>
                  </a:moveTo>
                  <a:cubicBezTo>
                    <a:pt x="101" y="0"/>
                    <a:pt x="0" y="77"/>
                    <a:pt x="0" y="249"/>
                  </a:cubicBezTo>
                  <a:cubicBezTo>
                    <a:pt x="0" y="421"/>
                    <a:pt x="127" y="489"/>
                    <a:pt x="256" y="489"/>
                  </a:cubicBezTo>
                  <a:cubicBezTo>
                    <a:pt x="375" y="489"/>
                    <a:pt x="437" y="449"/>
                    <a:pt x="437" y="449"/>
                  </a:cubicBezTo>
                  <a:cubicBezTo>
                    <a:pt x="403" y="378"/>
                    <a:pt x="403" y="378"/>
                    <a:pt x="403" y="378"/>
                  </a:cubicBezTo>
                  <a:cubicBezTo>
                    <a:pt x="403" y="378"/>
                    <a:pt x="357" y="408"/>
                    <a:pt x="253" y="408"/>
                  </a:cubicBezTo>
                  <a:cubicBezTo>
                    <a:pt x="182" y="408"/>
                    <a:pt x="106" y="386"/>
                    <a:pt x="96" y="285"/>
                  </a:cubicBezTo>
                  <a:cubicBezTo>
                    <a:pt x="367" y="285"/>
                    <a:pt x="367" y="285"/>
                    <a:pt x="367" y="285"/>
                  </a:cubicBezTo>
                  <a:cubicBezTo>
                    <a:pt x="460" y="285"/>
                    <a:pt x="460" y="285"/>
                    <a:pt x="460" y="285"/>
                  </a:cubicBezTo>
                  <a:cubicBezTo>
                    <a:pt x="460" y="243"/>
                    <a:pt x="460" y="243"/>
                    <a:pt x="460" y="243"/>
                  </a:cubicBezTo>
                  <a:cubicBezTo>
                    <a:pt x="460" y="87"/>
                    <a:pt x="388" y="0"/>
                    <a:pt x="234" y="0"/>
                  </a:cubicBezTo>
                  <a:close/>
                  <a:moveTo>
                    <a:pt x="97" y="209"/>
                  </a:moveTo>
                  <a:cubicBezTo>
                    <a:pt x="108" y="108"/>
                    <a:pt x="159" y="79"/>
                    <a:pt x="238" y="79"/>
                  </a:cubicBezTo>
                  <a:cubicBezTo>
                    <a:pt x="322" y="79"/>
                    <a:pt x="360" y="119"/>
                    <a:pt x="366" y="209"/>
                  </a:cubicBezTo>
                  <a:lnTo>
                    <a:pt x="97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EC8E473-602C-4ABE-8E74-27DE0B2568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35463" y="4405313"/>
              <a:ext cx="600075" cy="738188"/>
            </a:xfrm>
            <a:custGeom>
              <a:avLst/>
              <a:gdLst>
                <a:gd name="T0" fmla="*/ 244 w 395"/>
                <a:gd name="T1" fmla="*/ 201 h 486"/>
                <a:gd name="T2" fmla="*/ 244 w 395"/>
                <a:gd name="T3" fmla="*/ 201 h 486"/>
                <a:gd name="T4" fmla="*/ 161 w 395"/>
                <a:gd name="T5" fmla="*/ 201 h 486"/>
                <a:gd name="T6" fmla="*/ 92 w 395"/>
                <a:gd name="T7" fmla="*/ 140 h 486"/>
                <a:gd name="T8" fmla="*/ 191 w 395"/>
                <a:gd name="T9" fmla="*/ 81 h 486"/>
                <a:gd name="T10" fmla="*/ 336 w 395"/>
                <a:gd name="T11" fmla="*/ 107 h 486"/>
                <a:gd name="T12" fmla="*/ 367 w 395"/>
                <a:gd name="T13" fmla="*/ 33 h 486"/>
                <a:gd name="T14" fmla="*/ 201 w 395"/>
                <a:gd name="T15" fmla="*/ 0 h 486"/>
                <a:gd name="T16" fmla="*/ 4 w 395"/>
                <a:gd name="T17" fmla="*/ 142 h 486"/>
                <a:gd name="T18" fmla="*/ 151 w 395"/>
                <a:gd name="T19" fmla="*/ 285 h 486"/>
                <a:gd name="T20" fmla="*/ 151 w 395"/>
                <a:gd name="T21" fmla="*/ 285 h 486"/>
                <a:gd name="T22" fmla="*/ 234 w 395"/>
                <a:gd name="T23" fmla="*/ 285 h 486"/>
                <a:gd name="T24" fmla="*/ 303 w 395"/>
                <a:gd name="T25" fmla="*/ 346 h 486"/>
                <a:gd name="T26" fmla="*/ 203 w 395"/>
                <a:gd name="T27" fmla="*/ 405 h 486"/>
                <a:gd name="T28" fmla="*/ 44 w 395"/>
                <a:gd name="T29" fmla="*/ 372 h 486"/>
                <a:gd name="T30" fmla="*/ 12 w 395"/>
                <a:gd name="T31" fmla="*/ 446 h 486"/>
                <a:gd name="T32" fmla="*/ 194 w 395"/>
                <a:gd name="T33" fmla="*/ 486 h 486"/>
                <a:gd name="T34" fmla="*/ 391 w 395"/>
                <a:gd name="T35" fmla="*/ 345 h 486"/>
                <a:gd name="T36" fmla="*/ 244 w 395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5" h="486">
                  <a:moveTo>
                    <a:pt x="244" y="201"/>
                  </a:moveTo>
                  <a:cubicBezTo>
                    <a:pt x="244" y="201"/>
                    <a:pt x="244" y="201"/>
                    <a:pt x="244" y="201"/>
                  </a:cubicBezTo>
                  <a:cubicBezTo>
                    <a:pt x="161" y="201"/>
                    <a:pt x="161" y="201"/>
                    <a:pt x="161" y="201"/>
                  </a:cubicBezTo>
                  <a:cubicBezTo>
                    <a:pt x="115" y="201"/>
                    <a:pt x="90" y="183"/>
                    <a:pt x="92" y="140"/>
                  </a:cubicBezTo>
                  <a:cubicBezTo>
                    <a:pt x="94" y="95"/>
                    <a:pt x="143" y="81"/>
                    <a:pt x="191" y="81"/>
                  </a:cubicBezTo>
                  <a:cubicBezTo>
                    <a:pt x="260" y="81"/>
                    <a:pt x="311" y="98"/>
                    <a:pt x="336" y="107"/>
                  </a:cubicBezTo>
                  <a:cubicBezTo>
                    <a:pt x="367" y="33"/>
                    <a:pt x="367" y="33"/>
                    <a:pt x="367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0" y="0"/>
                    <a:pt x="9" y="32"/>
                    <a:pt x="4" y="142"/>
                  </a:cubicBezTo>
                  <a:cubicBezTo>
                    <a:pt x="0" y="248"/>
                    <a:pt x="74" y="283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234" y="285"/>
                    <a:pt x="234" y="285"/>
                    <a:pt x="234" y="285"/>
                  </a:cubicBezTo>
                  <a:cubicBezTo>
                    <a:pt x="280" y="285"/>
                    <a:pt x="305" y="303"/>
                    <a:pt x="303" y="346"/>
                  </a:cubicBezTo>
                  <a:cubicBezTo>
                    <a:pt x="301" y="391"/>
                    <a:pt x="252" y="405"/>
                    <a:pt x="203" y="405"/>
                  </a:cubicBezTo>
                  <a:cubicBezTo>
                    <a:pt x="105" y="405"/>
                    <a:pt x="44" y="372"/>
                    <a:pt x="44" y="372"/>
                  </a:cubicBezTo>
                  <a:cubicBezTo>
                    <a:pt x="12" y="446"/>
                    <a:pt x="12" y="446"/>
                    <a:pt x="12" y="446"/>
                  </a:cubicBezTo>
                  <a:cubicBezTo>
                    <a:pt x="12" y="446"/>
                    <a:pt x="83" y="486"/>
                    <a:pt x="194" y="486"/>
                  </a:cubicBezTo>
                  <a:cubicBezTo>
                    <a:pt x="275" y="486"/>
                    <a:pt x="386" y="454"/>
                    <a:pt x="391" y="345"/>
                  </a:cubicBezTo>
                  <a:cubicBezTo>
                    <a:pt x="395" y="238"/>
                    <a:pt x="321" y="203"/>
                    <a:pt x="244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4FE414C-3DB9-4FE9-B834-0A39C9D48A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19388" y="4406900"/>
              <a:ext cx="671513" cy="735013"/>
            </a:xfrm>
            <a:custGeom>
              <a:avLst/>
              <a:gdLst>
                <a:gd name="T0" fmla="*/ 220 w 442"/>
                <a:gd name="T1" fmla="*/ 0 h 484"/>
                <a:gd name="T2" fmla="*/ 39 w 442"/>
                <a:gd name="T3" fmla="*/ 30 h 484"/>
                <a:gd name="T4" fmla="*/ 75 w 442"/>
                <a:gd name="T5" fmla="*/ 104 h 484"/>
                <a:gd name="T6" fmla="*/ 230 w 442"/>
                <a:gd name="T7" fmla="*/ 81 h 484"/>
                <a:gd name="T8" fmla="*/ 350 w 442"/>
                <a:gd name="T9" fmla="*/ 168 h 484"/>
                <a:gd name="T10" fmla="*/ 350 w 442"/>
                <a:gd name="T11" fmla="*/ 196 h 484"/>
                <a:gd name="T12" fmla="*/ 168 w 442"/>
                <a:gd name="T13" fmla="*/ 196 h 484"/>
                <a:gd name="T14" fmla="*/ 0 w 442"/>
                <a:gd name="T15" fmla="*/ 339 h 484"/>
                <a:gd name="T16" fmla="*/ 181 w 442"/>
                <a:gd name="T17" fmla="*/ 484 h 484"/>
                <a:gd name="T18" fmla="*/ 350 w 442"/>
                <a:gd name="T19" fmla="*/ 417 h 484"/>
                <a:gd name="T20" fmla="*/ 350 w 442"/>
                <a:gd name="T21" fmla="*/ 484 h 484"/>
                <a:gd name="T22" fmla="*/ 442 w 442"/>
                <a:gd name="T23" fmla="*/ 484 h 484"/>
                <a:gd name="T24" fmla="*/ 442 w 442"/>
                <a:gd name="T25" fmla="*/ 142 h 484"/>
                <a:gd name="T26" fmla="*/ 220 w 442"/>
                <a:gd name="T27" fmla="*/ 0 h 484"/>
                <a:gd name="T28" fmla="*/ 350 w 442"/>
                <a:gd name="T29" fmla="*/ 295 h 484"/>
                <a:gd name="T30" fmla="*/ 198 w 442"/>
                <a:gd name="T31" fmla="*/ 407 h 484"/>
                <a:gd name="T32" fmla="*/ 95 w 442"/>
                <a:gd name="T33" fmla="*/ 338 h 484"/>
                <a:gd name="T34" fmla="*/ 173 w 442"/>
                <a:gd name="T35" fmla="*/ 269 h 484"/>
                <a:gd name="T36" fmla="*/ 350 w 442"/>
                <a:gd name="T37" fmla="*/ 269 h 484"/>
                <a:gd name="T38" fmla="*/ 350 w 442"/>
                <a:gd name="T39" fmla="*/ 295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2" h="484">
                  <a:moveTo>
                    <a:pt x="220" y="0"/>
                  </a:moveTo>
                  <a:cubicBezTo>
                    <a:pt x="135" y="0"/>
                    <a:pt x="72" y="18"/>
                    <a:pt x="39" y="30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105" y="95"/>
                    <a:pt x="159" y="81"/>
                    <a:pt x="230" y="81"/>
                  </a:cubicBezTo>
                  <a:cubicBezTo>
                    <a:pt x="285" y="81"/>
                    <a:pt x="350" y="96"/>
                    <a:pt x="350" y="168"/>
                  </a:cubicBezTo>
                  <a:cubicBezTo>
                    <a:pt x="350" y="168"/>
                    <a:pt x="350" y="194"/>
                    <a:pt x="350" y="196"/>
                  </a:cubicBezTo>
                  <a:cubicBezTo>
                    <a:pt x="168" y="196"/>
                    <a:pt x="168" y="196"/>
                    <a:pt x="168" y="196"/>
                  </a:cubicBezTo>
                  <a:cubicBezTo>
                    <a:pt x="75" y="196"/>
                    <a:pt x="0" y="229"/>
                    <a:pt x="0" y="339"/>
                  </a:cubicBezTo>
                  <a:cubicBezTo>
                    <a:pt x="0" y="438"/>
                    <a:pt x="81" y="484"/>
                    <a:pt x="181" y="484"/>
                  </a:cubicBezTo>
                  <a:cubicBezTo>
                    <a:pt x="298" y="484"/>
                    <a:pt x="350" y="417"/>
                    <a:pt x="350" y="417"/>
                  </a:cubicBezTo>
                  <a:cubicBezTo>
                    <a:pt x="350" y="484"/>
                    <a:pt x="350" y="484"/>
                    <a:pt x="350" y="484"/>
                  </a:cubicBezTo>
                  <a:cubicBezTo>
                    <a:pt x="442" y="484"/>
                    <a:pt x="442" y="484"/>
                    <a:pt x="442" y="484"/>
                  </a:cubicBezTo>
                  <a:cubicBezTo>
                    <a:pt x="442" y="142"/>
                    <a:pt x="442" y="142"/>
                    <a:pt x="442" y="142"/>
                  </a:cubicBezTo>
                  <a:cubicBezTo>
                    <a:pt x="437" y="32"/>
                    <a:pt x="311" y="0"/>
                    <a:pt x="220" y="0"/>
                  </a:cubicBezTo>
                  <a:close/>
                  <a:moveTo>
                    <a:pt x="350" y="295"/>
                  </a:moveTo>
                  <a:cubicBezTo>
                    <a:pt x="350" y="366"/>
                    <a:pt x="258" y="407"/>
                    <a:pt x="198" y="407"/>
                  </a:cubicBezTo>
                  <a:cubicBezTo>
                    <a:pt x="153" y="407"/>
                    <a:pt x="95" y="392"/>
                    <a:pt x="95" y="338"/>
                  </a:cubicBezTo>
                  <a:cubicBezTo>
                    <a:pt x="95" y="284"/>
                    <a:pt x="126" y="269"/>
                    <a:pt x="173" y="269"/>
                  </a:cubicBezTo>
                  <a:cubicBezTo>
                    <a:pt x="350" y="269"/>
                    <a:pt x="350" y="269"/>
                    <a:pt x="350" y="269"/>
                  </a:cubicBezTo>
                  <a:lnTo>
                    <a:pt x="350" y="2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CCE5207A-3E84-4DC4-A07C-47027DA0FF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5850" y="0"/>
              <a:ext cx="1914525" cy="965200"/>
            </a:xfrm>
            <a:custGeom>
              <a:avLst/>
              <a:gdLst>
                <a:gd name="T0" fmla="*/ 1260 w 1260"/>
                <a:gd name="T1" fmla="*/ 183 h 636"/>
                <a:gd name="T2" fmla="*/ 632 w 1260"/>
                <a:gd name="T3" fmla="*/ 0 h 636"/>
                <a:gd name="T4" fmla="*/ 0 w 1260"/>
                <a:gd name="T5" fmla="*/ 174 h 636"/>
                <a:gd name="T6" fmla="*/ 630 w 1260"/>
                <a:gd name="T7" fmla="*/ 635 h 636"/>
                <a:gd name="T8" fmla="*/ 1260 w 1260"/>
                <a:gd name="T9" fmla="*/ 183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0" h="636">
                  <a:moveTo>
                    <a:pt x="1260" y="183"/>
                  </a:moveTo>
                  <a:cubicBezTo>
                    <a:pt x="1088" y="73"/>
                    <a:pt x="862" y="0"/>
                    <a:pt x="632" y="0"/>
                  </a:cubicBezTo>
                  <a:cubicBezTo>
                    <a:pt x="418" y="0"/>
                    <a:pt x="197" y="52"/>
                    <a:pt x="0" y="174"/>
                  </a:cubicBezTo>
                  <a:cubicBezTo>
                    <a:pt x="0" y="174"/>
                    <a:pt x="269" y="634"/>
                    <a:pt x="630" y="635"/>
                  </a:cubicBezTo>
                  <a:cubicBezTo>
                    <a:pt x="992" y="636"/>
                    <a:pt x="1260" y="183"/>
                    <a:pt x="1260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77B6E331-2620-41C0-B97C-1B12164FD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2563" y="436563"/>
              <a:ext cx="1201738" cy="1819275"/>
            </a:xfrm>
            <a:custGeom>
              <a:avLst/>
              <a:gdLst>
                <a:gd name="T0" fmla="*/ 438 w 791"/>
                <a:gd name="T1" fmla="*/ 0 h 1198"/>
                <a:gd name="T2" fmla="*/ 75 w 791"/>
                <a:gd name="T3" fmla="*/ 545 h 1198"/>
                <a:gd name="T4" fmla="*/ 52 w 791"/>
                <a:gd name="T5" fmla="*/ 1198 h 1198"/>
                <a:gd name="T6" fmla="*/ 679 w 791"/>
                <a:gd name="T7" fmla="*/ 742 h 1198"/>
                <a:gd name="T8" fmla="*/ 438 w 791"/>
                <a:gd name="T9" fmla="*/ 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1" h="1198">
                  <a:moveTo>
                    <a:pt x="438" y="0"/>
                  </a:moveTo>
                  <a:cubicBezTo>
                    <a:pt x="273" y="139"/>
                    <a:pt x="147" y="326"/>
                    <a:pt x="75" y="545"/>
                  </a:cubicBezTo>
                  <a:cubicBezTo>
                    <a:pt x="4" y="764"/>
                    <a:pt x="0" y="981"/>
                    <a:pt x="52" y="1198"/>
                  </a:cubicBezTo>
                  <a:cubicBezTo>
                    <a:pt x="52" y="1198"/>
                    <a:pt x="566" y="1086"/>
                    <a:pt x="679" y="742"/>
                  </a:cubicBezTo>
                  <a:cubicBezTo>
                    <a:pt x="791" y="399"/>
                    <a:pt x="438" y="0"/>
                    <a:pt x="4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DA1FDC7C-42C8-4041-B97D-F2CA92B557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82900" y="2185988"/>
              <a:ext cx="1622425" cy="1447800"/>
            </a:xfrm>
            <a:custGeom>
              <a:avLst/>
              <a:gdLst>
                <a:gd name="T0" fmla="*/ 0 w 1067"/>
                <a:gd name="T1" fmla="*/ 211 h 954"/>
                <a:gd name="T2" fmla="*/ 401 w 1067"/>
                <a:gd name="T3" fmla="*/ 726 h 954"/>
                <a:gd name="T4" fmla="*/ 1016 w 1067"/>
                <a:gd name="T5" fmla="*/ 954 h 954"/>
                <a:gd name="T6" fmla="*/ 775 w 1067"/>
                <a:gd name="T7" fmla="*/ 213 h 954"/>
                <a:gd name="T8" fmla="*/ 0 w 1067"/>
                <a:gd name="T9" fmla="*/ 211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7" h="954">
                  <a:moveTo>
                    <a:pt x="0" y="211"/>
                  </a:moveTo>
                  <a:cubicBezTo>
                    <a:pt x="84" y="414"/>
                    <a:pt x="218" y="590"/>
                    <a:pt x="401" y="726"/>
                  </a:cubicBezTo>
                  <a:cubicBezTo>
                    <a:pt x="586" y="863"/>
                    <a:pt x="810" y="941"/>
                    <a:pt x="1016" y="954"/>
                  </a:cubicBezTo>
                  <a:cubicBezTo>
                    <a:pt x="1016" y="954"/>
                    <a:pt x="1067" y="426"/>
                    <a:pt x="775" y="213"/>
                  </a:cubicBezTo>
                  <a:cubicBezTo>
                    <a:pt x="483" y="0"/>
                    <a:pt x="0" y="211"/>
                    <a:pt x="0" y="2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7F7052C-55C2-4219-9B97-3B0041EC6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5500" y="2182813"/>
              <a:ext cx="1627188" cy="1450975"/>
            </a:xfrm>
            <a:custGeom>
              <a:avLst/>
              <a:gdLst>
                <a:gd name="T0" fmla="*/ 58 w 1071"/>
                <a:gd name="T1" fmla="*/ 956 h 956"/>
                <a:gd name="T2" fmla="*/ 669 w 1071"/>
                <a:gd name="T3" fmla="*/ 725 h 956"/>
                <a:gd name="T4" fmla="*/ 1071 w 1071"/>
                <a:gd name="T5" fmla="*/ 207 h 956"/>
                <a:gd name="T6" fmla="*/ 291 w 1071"/>
                <a:gd name="T7" fmla="*/ 215 h 956"/>
                <a:gd name="T8" fmla="*/ 58 w 1071"/>
                <a:gd name="T9" fmla="*/ 956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1" h="956">
                  <a:moveTo>
                    <a:pt x="58" y="956"/>
                  </a:moveTo>
                  <a:cubicBezTo>
                    <a:pt x="289" y="933"/>
                    <a:pt x="482" y="860"/>
                    <a:pt x="669" y="725"/>
                  </a:cubicBezTo>
                  <a:cubicBezTo>
                    <a:pt x="850" y="594"/>
                    <a:pt x="987" y="409"/>
                    <a:pt x="1071" y="207"/>
                  </a:cubicBezTo>
                  <a:cubicBezTo>
                    <a:pt x="1071" y="207"/>
                    <a:pt x="581" y="0"/>
                    <a:pt x="291" y="215"/>
                  </a:cubicBezTo>
                  <a:cubicBezTo>
                    <a:pt x="0" y="431"/>
                    <a:pt x="58" y="956"/>
                    <a:pt x="58" y="9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CD66E80E-6FF0-460D-B6F3-3BFD4976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9700" y="439738"/>
              <a:ext cx="1195388" cy="1819275"/>
            </a:xfrm>
            <a:custGeom>
              <a:avLst/>
              <a:gdLst>
                <a:gd name="T0" fmla="*/ 737 w 787"/>
                <a:gd name="T1" fmla="*/ 1198 h 1198"/>
                <a:gd name="T2" fmla="*/ 715 w 787"/>
                <a:gd name="T3" fmla="*/ 544 h 1198"/>
                <a:gd name="T4" fmla="*/ 355 w 787"/>
                <a:gd name="T5" fmla="*/ 0 h 1198"/>
                <a:gd name="T6" fmla="*/ 111 w 787"/>
                <a:gd name="T7" fmla="*/ 739 h 1198"/>
                <a:gd name="T8" fmla="*/ 737 w 787"/>
                <a:gd name="T9" fmla="*/ 1198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7" h="1198">
                  <a:moveTo>
                    <a:pt x="737" y="1198"/>
                  </a:moveTo>
                  <a:cubicBezTo>
                    <a:pt x="787" y="991"/>
                    <a:pt x="786" y="764"/>
                    <a:pt x="715" y="544"/>
                  </a:cubicBezTo>
                  <a:cubicBezTo>
                    <a:pt x="645" y="325"/>
                    <a:pt x="518" y="144"/>
                    <a:pt x="355" y="0"/>
                  </a:cubicBezTo>
                  <a:cubicBezTo>
                    <a:pt x="355" y="0"/>
                    <a:pt x="0" y="395"/>
                    <a:pt x="111" y="739"/>
                  </a:cubicBezTo>
                  <a:cubicBezTo>
                    <a:pt x="222" y="1083"/>
                    <a:pt x="737" y="1198"/>
                    <a:pt x="737" y="1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14A9D647-00F2-4C4B-BEB2-D75043DB8D0E}"/>
              </a:ext>
            </a:extLst>
          </p:cNvPr>
          <p:cNvGrpSpPr/>
          <p:nvPr userDrawn="1"/>
        </p:nvGrpSpPr>
        <p:grpSpPr>
          <a:xfrm>
            <a:off x="7002138" y="1700147"/>
            <a:ext cx="3394929" cy="3339213"/>
            <a:chOff x="2019290" y="61899"/>
            <a:chExt cx="5102087" cy="5018353"/>
          </a:xfrm>
          <a:solidFill>
            <a:srgbClr val="FFE800"/>
          </a:solidFill>
        </p:grpSpPr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0A3EC673-E299-4D73-87EC-841B629A6F7B}"/>
                </a:ext>
              </a:extLst>
            </p:cNvPr>
            <p:cNvSpPr/>
            <p:nvPr/>
          </p:nvSpPr>
          <p:spPr>
            <a:xfrm>
              <a:off x="3946207" y="61899"/>
              <a:ext cx="1278731" cy="636387"/>
            </a:xfrm>
            <a:custGeom>
              <a:avLst/>
              <a:gdLst>
                <a:gd name="connsiteX0" fmla="*/ 636651 w 1278731"/>
                <a:gd name="connsiteY0" fmla="*/ 636378 h 636387"/>
                <a:gd name="connsiteX1" fmla="*/ 1278731 w 1278731"/>
                <a:gd name="connsiteY1" fmla="*/ 184226 h 636387"/>
                <a:gd name="connsiteX2" fmla="*/ 637127 w 1278731"/>
                <a:gd name="connsiteY2" fmla="*/ 13 h 636387"/>
                <a:gd name="connsiteX3" fmla="*/ 0 w 1278731"/>
                <a:gd name="connsiteY3" fmla="*/ 174987 h 636387"/>
                <a:gd name="connsiteX4" fmla="*/ 636651 w 1278731"/>
                <a:gd name="connsiteY4" fmla="*/ 636378 h 636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8731" h="636387">
                  <a:moveTo>
                    <a:pt x="636651" y="636378"/>
                  </a:moveTo>
                  <a:cubicBezTo>
                    <a:pt x="994505" y="638759"/>
                    <a:pt x="1259015" y="216516"/>
                    <a:pt x="1278731" y="184226"/>
                  </a:cubicBezTo>
                  <a:cubicBezTo>
                    <a:pt x="1092422" y="68402"/>
                    <a:pt x="872681" y="1060"/>
                    <a:pt x="637127" y="13"/>
                  </a:cubicBezTo>
                  <a:cubicBezTo>
                    <a:pt x="404146" y="-1035"/>
                    <a:pt x="186023" y="63068"/>
                    <a:pt x="0" y="174987"/>
                  </a:cubicBezTo>
                  <a:cubicBezTo>
                    <a:pt x="15145" y="200609"/>
                    <a:pt x="275558" y="633997"/>
                    <a:pt x="636651" y="63637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CF3A35DC-7A8C-4C7B-88C4-1FD4E5E65E5A}"/>
                </a:ext>
              </a:extLst>
            </p:cNvPr>
            <p:cNvSpPr/>
            <p:nvPr/>
          </p:nvSpPr>
          <p:spPr>
            <a:xfrm>
              <a:off x="2019290" y="1219294"/>
              <a:ext cx="690590" cy="1213103"/>
            </a:xfrm>
            <a:custGeom>
              <a:avLst/>
              <a:gdLst>
                <a:gd name="connsiteX0" fmla="*/ 666569 w 690590"/>
                <a:gd name="connsiteY0" fmla="*/ 750189 h 1213103"/>
                <a:gd name="connsiteX1" fmla="*/ 435207 w 690590"/>
                <a:gd name="connsiteY1" fmla="*/ 0 h 1213103"/>
                <a:gd name="connsiteX2" fmla="*/ 10 w 690590"/>
                <a:gd name="connsiteY2" fmla="*/ 932021 h 1213103"/>
                <a:gd name="connsiteX3" fmla="*/ 31157 w 690590"/>
                <a:gd name="connsiteY3" fmla="*/ 1213104 h 1213103"/>
                <a:gd name="connsiteX4" fmla="*/ 666569 w 690590"/>
                <a:gd name="connsiteY4" fmla="*/ 750189 h 1213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590" h="1213103">
                  <a:moveTo>
                    <a:pt x="666569" y="750189"/>
                  </a:moveTo>
                  <a:cubicBezTo>
                    <a:pt x="779060" y="411575"/>
                    <a:pt x="461401" y="30575"/>
                    <a:pt x="435207" y="0"/>
                  </a:cubicBezTo>
                  <a:cubicBezTo>
                    <a:pt x="170412" y="223933"/>
                    <a:pt x="1629" y="558070"/>
                    <a:pt x="10" y="932021"/>
                  </a:cubicBezTo>
                  <a:cubicBezTo>
                    <a:pt x="-371" y="1028700"/>
                    <a:pt x="10392" y="1122712"/>
                    <a:pt x="31157" y="1213104"/>
                  </a:cubicBezTo>
                  <a:cubicBezTo>
                    <a:pt x="60970" y="1206532"/>
                    <a:pt x="552841" y="1092613"/>
                    <a:pt x="666569" y="7501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5D2C7748-445A-4908-A98D-8C1800ABBEA7}"/>
                </a:ext>
              </a:extLst>
            </p:cNvPr>
            <p:cNvSpPr/>
            <p:nvPr/>
          </p:nvSpPr>
          <p:spPr>
            <a:xfrm>
              <a:off x="2496692" y="4219701"/>
              <a:ext cx="1029858" cy="848932"/>
            </a:xfrm>
            <a:custGeom>
              <a:avLst/>
              <a:gdLst>
                <a:gd name="connsiteX0" fmla="*/ 782003 w 1029858"/>
                <a:gd name="connsiteY0" fmla="*/ 100934 h 848932"/>
                <a:gd name="connsiteX1" fmla="*/ 0 w 1029858"/>
                <a:gd name="connsiteY1" fmla="*/ 87980 h 848932"/>
                <a:gd name="connsiteX2" fmla="*/ 1025843 w 1029858"/>
                <a:gd name="connsiteY2" fmla="*/ 848932 h 848932"/>
                <a:gd name="connsiteX3" fmla="*/ 782003 w 1029858"/>
                <a:gd name="connsiteY3" fmla="*/ 100934 h 8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9858" h="848932">
                  <a:moveTo>
                    <a:pt x="782003" y="100934"/>
                  </a:moveTo>
                  <a:cubicBezTo>
                    <a:pt x="500824" y="-106140"/>
                    <a:pt x="53912" y="65977"/>
                    <a:pt x="0" y="87980"/>
                  </a:cubicBezTo>
                  <a:cubicBezTo>
                    <a:pt x="168783" y="504127"/>
                    <a:pt x="559403" y="806927"/>
                    <a:pt x="1025843" y="848932"/>
                  </a:cubicBezTo>
                  <a:cubicBezTo>
                    <a:pt x="1028033" y="826358"/>
                    <a:pt x="1074896" y="316770"/>
                    <a:pt x="782003" y="1009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D5AF26B3-A801-478A-995F-0DB30CC90980}"/>
                </a:ext>
              </a:extLst>
            </p:cNvPr>
            <p:cNvSpPr/>
            <p:nvPr/>
          </p:nvSpPr>
          <p:spPr>
            <a:xfrm>
              <a:off x="5578922" y="4238632"/>
              <a:ext cx="1038571" cy="841620"/>
            </a:xfrm>
            <a:custGeom>
              <a:avLst/>
              <a:gdLst>
                <a:gd name="connsiteX0" fmla="*/ 256474 w 1038571"/>
                <a:gd name="connsiteY0" fmla="*/ 96385 h 841620"/>
                <a:gd name="connsiteX1" fmla="*/ 2918 w 1038571"/>
                <a:gd name="connsiteY1" fmla="*/ 841621 h 841620"/>
                <a:gd name="connsiteX2" fmla="*/ 1038572 w 1038571"/>
                <a:gd name="connsiteY2" fmla="*/ 93623 h 841620"/>
                <a:gd name="connsiteX3" fmla="*/ 256474 w 1038571"/>
                <a:gd name="connsiteY3" fmla="*/ 96385 h 841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571" h="841620">
                  <a:moveTo>
                    <a:pt x="256474" y="96385"/>
                  </a:moveTo>
                  <a:cubicBezTo>
                    <a:pt x="-42040" y="310221"/>
                    <a:pt x="1680" y="828095"/>
                    <a:pt x="2918" y="841621"/>
                  </a:cubicBezTo>
                  <a:cubicBezTo>
                    <a:pt x="470215" y="805521"/>
                    <a:pt x="864550" y="507484"/>
                    <a:pt x="1038572" y="93623"/>
                  </a:cubicBezTo>
                  <a:cubicBezTo>
                    <a:pt x="984660" y="70953"/>
                    <a:pt x="540224" y="-106879"/>
                    <a:pt x="256474" y="9638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D7071253-7A44-447C-B7DF-70C0E1AD248E}"/>
                </a:ext>
              </a:extLst>
            </p:cNvPr>
            <p:cNvSpPr/>
            <p:nvPr/>
          </p:nvSpPr>
          <p:spPr>
            <a:xfrm>
              <a:off x="6435072" y="1236916"/>
              <a:ext cx="686305" cy="1214342"/>
            </a:xfrm>
            <a:custGeom>
              <a:avLst/>
              <a:gdLst>
                <a:gd name="connsiteX0" fmla="*/ 22020 w 686305"/>
                <a:gd name="connsiteY0" fmla="*/ 742855 h 1214342"/>
                <a:gd name="connsiteX1" fmla="*/ 652766 w 686305"/>
                <a:gd name="connsiteY1" fmla="*/ 1214342 h 1214342"/>
                <a:gd name="connsiteX2" fmla="*/ 655338 w 686305"/>
                <a:gd name="connsiteY2" fmla="*/ 1205008 h 1214342"/>
                <a:gd name="connsiteX3" fmla="*/ 686294 w 686305"/>
                <a:gd name="connsiteY3" fmla="*/ 935355 h 1214342"/>
                <a:gd name="connsiteX4" fmla="*/ 259574 w 686305"/>
                <a:gd name="connsiteY4" fmla="*/ 0 h 1214342"/>
                <a:gd name="connsiteX5" fmla="*/ 22020 w 686305"/>
                <a:gd name="connsiteY5" fmla="*/ 742855 h 121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6305" h="1214342">
                  <a:moveTo>
                    <a:pt x="22020" y="742855"/>
                  </a:moveTo>
                  <a:cubicBezTo>
                    <a:pt x="134701" y="1097471"/>
                    <a:pt x="652766" y="1214342"/>
                    <a:pt x="652766" y="1214342"/>
                  </a:cubicBezTo>
                  <a:cubicBezTo>
                    <a:pt x="653718" y="1211199"/>
                    <a:pt x="654480" y="1208056"/>
                    <a:pt x="655338" y="1205008"/>
                  </a:cubicBezTo>
                  <a:cubicBezTo>
                    <a:pt x="675149" y="1118235"/>
                    <a:pt x="685913" y="1028033"/>
                    <a:pt x="686294" y="935355"/>
                  </a:cubicBezTo>
                  <a:cubicBezTo>
                    <a:pt x="687913" y="561594"/>
                    <a:pt x="522178" y="226219"/>
                    <a:pt x="259574" y="0"/>
                  </a:cubicBezTo>
                  <a:cubicBezTo>
                    <a:pt x="215378" y="51530"/>
                    <a:pt x="-82278" y="414242"/>
                    <a:pt x="22020" y="7428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23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noFill/>
          </a:ln>
        </p:spPr>
        <p:txBody>
          <a:bodyPr lIns="0" bIns="360000" anchor="ctr" anchorCtr="0"/>
          <a:lstStyle>
            <a:lvl1pPr marL="527987" indent="-527987">
              <a:buFont typeface="+mj-lt"/>
              <a:buNone/>
              <a:defRPr sz="4333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1. Titre de partie</a:t>
            </a:r>
          </a:p>
        </p:txBody>
      </p:sp>
      <p:sp>
        <p:nvSpPr>
          <p:cNvPr id="35" name="Espace réservé de la date 4">
            <a:extLst>
              <a:ext uri="{FF2B5EF4-FFF2-40B4-BE49-F238E27FC236}">
                <a16:creationId xmlns:a16="http://schemas.microsoft.com/office/drawing/2014/main" id="{979B2E0D-EA57-4BD7-9C3E-D26051B48C1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1"/>
            <a:ext cx="1560000" cy="2825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36" name="Espace réservé du pied de page 8">
            <a:extLst>
              <a:ext uri="{FF2B5EF4-FFF2-40B4-BE49-F238E27FC236}">
                <a16:creationId xmlns:a16="http://schemas.microsoft.com/office/drawing/2014/main" id="{FFFB696E-EECC-4454-8ED3-CA5C36E3B32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présentation sur une seule ligne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344085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titre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e 19"/>
          <p:cNvGrpSpPr/>
          <p:nvPr userDrawn="1"/>
        </p:nvGrpSpPr>
        <p:grpSpPr>
          <a:xfrm>
            <a:off x="3407701" y="2660915"/>
            <a:ext cx="7514832" cy="1629156"/>
            <a:chOff x="4528607" y="2228471"/>
            <a:chExt cx="2978905" cy="645803"/>
          </a:xfrm>
          <a:solidFill>
            <a:srgbClr val="00AC8C"/>
          </a:solidFill>
        </p:grpSpPr>
        <p:sp>
          <p:nvSpPr>
            <p:cNvPr id="21" name="Forme libre : forme 11">
              <a:extLst>
                <a:ext uri="{FF2B5EF4-FFF2-40B4-BE49-F238E27FC236}">
                  <a16:creationId xmlns:a16="http://schemas.microsoft.com/office/drawing/2014/main" id="{99B404BE-FE54-428A-911D-CAC51B52FD2D}"/>
                </a:ext>
              </a:extLst>
            </p:cNvPr>
            <p:cNvSpPr/>
            <p:nvPr/>
          </p:nvSpPr>
          <p:spPr>
            <a:xfrm rot="20377350" flipH="1" flipV="1">
              <a:off x="7129985" y="2228471"/>
              <a:ext cx="377527" cy="645803"/>
            </a:xfrm>
            <a:custGeom>
              <a:avLst/>
              <a:gdLst>
                <a:gd name="connsiteX0" fmla="*/ 724043 w 755433"/>
                <a:gd name="connsiteY0" fmla="*/ 816102 h 1292256"/>
                <a:gd name="connsiteX1" fmla="*/ 25574 w 755433"/>
                <a:gd name="connsiteY1" fmla="*/ 1292257 h 1292256"/>
                <a:gd name="connsiteX2" fmla="*/ 82534 w 755433"/>
                <a:gd name="connsiteY2" fmla="*/ 575977 h 1292256"/>
                <a:gd name="connsiteX3" fmla="*/ 499824 w 755433"/>
                <a:gd name="connsiteY3" fmla="*/ 0 h 1292256"/>
                <a:gd name="connsiteX4" fmla="*/ 724043 w 755433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33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658" y="145161"/>
                    <a:pt x="499824" y="0"/>
                  </a:cubicBezTo>
                  <a:cubicBezTo>
                    <a:pt x="519922" y="24860"/>
                    <a:pt x="858250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2" name="Forme libre : forme 11">
              <a:extLst>
                <a:ext uri="{FF2B5EF4-FFF2-40B4-BE49-F238E27FC236}">
                  <a16:creationId xmlns:a16="http://schemas.microsoft.com/office/drawing/2014/main" id="{99B404BE-FE54-428A-911D-CAC51B52FD2D}"/>
                </a:ext>
              </a:extLst>
            </p:cNvPr>
            <p:cNvSpPr/>
            <p:nvPr userDrawn="1"/>
          </p:nvSpPr>
          <p:spPr>
            <a:xfrm rot="1222650" flipV="1">
              <a:off x="4528607" y="2228471"/>
              <a:ext cx="377527" cy="645803"/>
            </a:xfrm>
            <a:custGeom>
              <a:avLst/>
              <a:gdLst>
                <a:gd name="connsiteX0" fmla="*/ 724043 w 755433"/>
                <a:gd name="connsiteY0" fmla="*/ 816102 h 1292256"/>
                <a:gd name="connsiteX1" fmla="*/ 25574 w 755433"/>
                <a:gd name="connsiteY1" fmla="*/ 1292257 h 1292256"/>
                <a:gd name="connsiteX2" fmla="*/ 82534 w 755433"/>
                <a:gd name="connsiteY2" fmla="*/ 575977 h 1292256"/>
                <a:gd name="connsiteX3" fmla="*/ 499824 w 755433"/>
                <a:gd name="connsiteY3" fmla="*/ 0 h 1292256"/>
                <a:gd name="connsiteX4" fmla="*/ 724043 w 755433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33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658" y="145161"/>
                    <a:pt x="499824" y="0"/>
                  </a:cubicBezTo>
                  <a:cubicBezTo>
                    <a:pt x="519922" y="24860"/>
                    <a:pt x="858250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91A7E33E-EFFD-4ECA-B675-CED70E08C3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8AE072A-0DE3-445C-991B-1FF54D483686}"/>
              </a:ext>
            </a:extLst>
          </p:cNvPr>
          <p:cNvGrpSpPr/>
          <p:nvPr userDrawn="1"/>
        </p:nvGrpSpPr>
        <p:grpSpPr>
          <a:xfrm>
            <a:off x="11341101" y="240140"/>
            <a:ext cx="361951" cy="502176"/>
            <a:chOff x="2719388" y="0"/>
            <a:chExt cx="3708400" cy="5145088"/>
          </a:xfrm>
          <a:solidFill>
            <a:schemeClr val="bg1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6EAAAE4-81CD-4923-9B00-96AA86990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2825" y="4416425"/>
              <a:ext cx="658813" cy="723900"/>
            </a:xfrm>
            <a:custGeom>
              <a:avLst/>
              <a:gdLst>
                <a:gd name="T0" fmla="*/ 258 w 434"/>
                <a:gd name="T1" fmla="*/ 0 h 477"/>
                <a:gd name="T2" fmla="*/ 92 w 434"/>
                <a:gd name="T3" fmla="*/ 67 h 477"/>
                <a:gd name="T4" fmla="*/ 92 w 434"/>
                <a:gd name="T5" fmla="*/ 0 h 477"/>
                <a:gd name="T6" fmla="*/ 0 w 434"/>
                <a:gd name="T7" fmla="*/ 0 h 477"/>
                <a:gd name="T8" fmla="*/ 0 w 434"/>
                <a:gd name="T9" fmla="*/ 477 h 477"/>
                <a:gd name="T10" fmla="*/ 92 w 434"/>
                <a:gd name="T11" fmla="*/ 477 h 477"/>
                <a:gd name="T12" fmla="*/ 92 w 434"/>
                <a:gd name="T13" fmla="*/ 187 h 477"/>
                <a:gd name="T14" fmla="*/ 241 w 434"/>
                <a:gd name="T15" fmla="*/ 76 h 477"/>
                <a:gd name="T16" fmla="*/ 342 w 434"/>
                <a:gd name="T17" fmla="*/ 161 h 477"/>
                <a:gd name="T18" fmla="*/ 342 w 434"/>
                <a:gd name="T19" fmla="*/ 161 h 477"/>
                <a:gd name="T20" fmla="*/ 342 w 434"/>
                <a:gd name="T21" fmla="*/ 477 h 477"/>
                <a:gd name="T22" fmla="*/ 434 w 434"/>
                <a:gd name="T23" fmla="*/ 477 h 477"/>
                <a:gd name="T24" fmla="*/ 434 w 434"/>
                <a:gd name="T25" fmla="*/ 161 h 477"/>
                <a:gd name="T26" fmla="*/ 258 w 434"/>
                <a:gd name="T27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4" h="477">
                  <a:moveTo>
                    <a:pt x="258" y="0"/>
                  </a:moveTo>
                  <a:cubicBezTo>
                    <a:pt x="144" y="0"/>
                    <a:pt x="93" y="65"/>
                    <a:pt x="92" y="6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77"/>
                    <a:pt x="0" y="477"/>
                    <a:pt x="0" y="477"/>
                  </a:cubicBezTo>
                  <a:cubicBezTo>
                    <a:pt x="92" y="477"/>
                    <a:pt x="92" y="477"/>
                    <a:pt x="92" y="47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4" y="117"/>
                    <a:pt x="182" y="76"/>
                    <a:pt x="241" y="76"/>
                  </a:cubicBezTo>
                  <a:cubicBezTo>
                    <a:pt x="285" y="76"/>
                    <a:pt x="342" y="107"/>
                    <a:pt x="342" y="161"/>
                  </a:cubicBezTo>
                  <a:cubicBezTo>
                    <a:pt x="342" y="161"/>
                    <a:pt x="342" y="161"/>
                    <a:pt x="342" y="161"/>
                  </a:cubicBezTo>
                  <a:cubicBezTo>
                    <a:pt x="342" y="477"/>
                    <a:pt x="342" y="477"/>
                    <a:pt x="342" y="477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434" y="161"/>
                    <a:pt x="434" y="161"/>
                    <a:pt x="434" y="161"/>
                  </a:cubicBezTo>
                  <a:cubicBezTo>
                    <a:pt x="434" y="54"/>
                    <a:pt x="355" y="0"/>
                    <a:pt x="2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0BCD58C1-66D1-49A9-817D-EA1CCE1886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26125" y="4405313"/>
              <a:ext cx="601663" cy="738188"/>
            </a:xfrm>
            <a:custGeom>
              <a:avLst/>
              <a:gdLst>
                <a:gd name="T0" fmla="*/ 245 w 396"/>
                <a:gd name="T1" fmla="*/ 201 h 486"/>
                <a:gd name="T2" fmla="*/ 245 w 396"/>
                <a:gd name="T3" fmla="*/ 201 h 486"/>
                <a:gd name="T4" fmla="*/ 162 w 396"/>
                <a:gd name="T5" fmla="*/ 201 h 486"/>
                <a:gd name="T6" fmla="*/ 93 w 396"/>
                <a:gd name="T7" fmla="*/ 140 h 486"/>
                <a:gd name="T8" fmla="*/ 192 w 396"/>
                <a:gd name="T9" fmla="*/ 81 h 486"/>
                <a:gd name="T10" fmla="*/ 336 w 396"/>
                <a:gd name="T11" fmla="*/ 107 h 486"/>
                <a:gd name="T12" fmla="*/ 368 w 396"/>
                <a:gd name="T13" fmla="*/ 33 h 486"/>
                <a:gd name="T14" fmla="*/ 201 w 396"/>
                <a:gd name="T15" fmla="*/ 0 h 486"/>
                <a:gd name="T16" fmla="*/ 5 w 396"/>
                <a:gd name="T17" fmla="*/ 142 h 486"/>
                <a:gd name="T18" fmla="*/ 152 w 396"/>
                <a:gd name="T19" fmla="*/ 285 h 486"/>
                <a:gd name="T20" fmla="*/ 152 w 396"/>
                <a:gd name="T21" fmla="*/ 285 h 486"/>
                <a:gd name="T22" fmla="*/ 235 w 396"/>
                <a:gd name="T23" fmla="*/ 285 h 486"/>
                <a:gd name="T24" fmla="*/ 304 w 396"/>
                <a:gd name="T25" fmla="*/ 346 h 486"/>
                <a:gd name="T26" fmla="*/ 204 w 396"/>
                <a:gd name="T27" fmla="*/ 405 h 486"/>
                <a:gd name="T28" fmla="*/ 44 w 396"/>
                <a:gd name="T29" fmla="*/ 372 h 486"/>
                <a:gd name="T30" fmla="*/ 13 w 396"/>
                <a:gd name="T31" fmla="*/ 446 h 486"/>
                <a:gd name="T32" fmla="*/ 195 w 396"/>
                <a:gd name="T33" fmla="*/ 486 h 486"/>
                <a:gd name="T34" fmla="*/ 391 w 396"/>
                <a:gd name="T35" fmla="*/ 345 h 486"/>
                <a:gd name="T36" fmla="*/ 245 w 396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6" h="486">
                  <a:moveTo>
                    <a:pt x="245" y="201"/>
                  </a:moveTo>
                  <a:cubicBezTo>
                    <a:pt x="245" y="201"/>
                    <a:pt x="245" y="201"/>
                    <a:pt x="245" y="201"/>
                  </a:cubicBezTo>
                  <a:cubicBezTo>
                    <a:pt x="162" y="201"/>
                    <a:pt x="162" y="201"/>
                    <a:pt x="162" y="201"/>
                  </a:cubicBezTo>
                  <a:cubicBezTo>
                    <a:pt x="115" y="201"/>
                    <a:pt x="91" y="183"/>
                    <a:pt x="93" y="140"/>
                  </a:cubicBezTo>
                  <a:cubicBezTo>
                    <a:pt x="95" y="95"/>
                    <a:pt x="144" y="81"/>
                    <a:pt x="192" y="81"/>
                  </a:cubicBezTo>
                  <a:cubicBezTo>
                    <a:pt x="261" y="81"/>
                    <a:pt x="312" y="98"/>
                    <a:pt x="336" y="107"/>
                  </a:cubicBezTo>
                  <a:cubicBezTo>
                    <a:pt x="368" y="33"/>
                    <a:pt x="368" y="33"/>
                    <a:pt x="368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1" y="0"/>
                    <a:pt x="10" y="32"/>
                    <a:pt x="5" y="142"/>
                  </a:cubicBezTo>
                  <a:cubicBezTo>
                    <a:pt x="0" y="248"/>
                    <a:pt x="74" y="283"/>
                    <a:pt x="152" y="285"/>
                  </a:cubicBezTo>
                  <a:cubicBezTo>
                    <a:pt x="152" y="285"/>
                    <a:pt x="152" y="285"/>
                    <a:pt x="152" y="285"/>
                  </a:cubicBezTo>
                  <a:cubicBezTo>
                    <a:pt x="235" y="285"/>
                    <a:pt x="235" y="285"/>
                    <a:pt x="235" y="285"/>
                  </a:cubicBezTo>
                  <a:cubicBezTo>
                    <a:pt x="281" y="285"/>
                    <a:pt x="306" y="303"/>
                    <a:pt x="304" y="346"/>
                  </a:cubicBezTo>
                  <a:cubicBezTo>
                    <a:pt x="302" y="391"/>
                    <a:pt x="253" y="405"/>
                    <a:pt x="204" y="405"/>
                  </a:cubicBezTo>
                  <a:cubicBezTo>
                    <a:pt x="106" y="405"/>
                    <a:pt x="44" y="372"/>
                    <a:pt x="44" y="372"/>
                  </a:cubicBezTo>
                  <a:cubicBezTo>
                    <a:pt x="13" y="446"/>
                    <a:pt x="13" y="446"/>
                    <a:pt x="13" y="446"/>
                  </a:cubicBezTo>
                  <a:cubicBezTo>
                    <a:pt x="13" y="446"/>
                    <a:pt x="83" y="486"/>
                    <a:pt x="195" y="486"/>
                  </a:cubicBezTo>
                  <a:cubicBezTo>
                    <a:pt x="276" y="486"/>
                    <a:pt x="387" y="454"/>
                    <a:pt x="391" y="345"/>
                  </a:cubicBezTo>
                  <a:cubicBezTo>
                    <a:pt x="396" y="238"/>
                    <a:pt x="322" y="203"/>
                    <a:pt x="245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AE8DB6E-B1F5-4293-BB50-9FC333A20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026025" y="4402138"/>
              <a:ext cx="700088" cy="742950"/>
            </a:xfrm>
            <a:custGeom>
              <a:avLst/>
              <a:gdLst>
                <a:gd name="T0" fmla="*/ 234 w 460"/>
                <a:gd name="T1" fmla="*/ 0 h 489"/>
                <a:gd name="T2" fmla="*/ 0 w 460"/>
                <a:gd name="T3" fmla="*/ 249 h 489"/>
                <a:gd name="T4" fmla="*/ 256 w 460"/>
                <a:gd name="T5" fmla="*/ 489 h 489"/>
                <a:gd name="T6" fmla="*/ 437 w 460"/>
                <a:gd name="T7" fmla="*/ 449 h 489"/>
                <a:gd name="T8" fmla="*/ 403 w 460"/>
                <a:gd name="T9" fmla="*/ 378 h 489"/>
                <a:gd name="T10" fmla="*/ 253 w 460"/>
                <a:gd name="T11" fmla="*/ 408 h 489"/>
                <a:gd name="T12" fmla="*/ 96 w 460"/>
                <a:gd name="T13" fmla="*/ 285 h 489"/>
                <a:gd name="T14" fmla="*/ 367 w 460"/>
                <a:gd name="T15" fmla="*/ 285 h 489"/>
                <a:gd name="T16" fmla="*/ 460 w 460"/>
                <a:gd name="T17" fmla="*/ 285 h 489"/>
                <a:gd name="T18" fmla="*/ 460 w 460"/>
                <a:gd name="T19" fmla="*/ 243 h 489"/>
                <a:gd name="T20" fmla="*/ 234 w 460"/>
                <a:gd name="T21" fmla="*/ 0 h 489"/>
                <a:gd name="T22" fmla="*/ 97 w 460"/>
                <a:gd name="T23" fmla="*/ 209 h 489"/>
                <a:gd name="T24" fmla="*/ 238 w 460"/>
                <a:gd name="T25" fmla="*/ 79 h 489"/>
                <a:gd name="T26" fmla="*/ 366 w 460"/>
                <a:gd name="T27" fmla="*/ 209 h 489"/>
                <a:gd name="T28" fmla="*/ 97 w 460"/>
                <a:gd name="T29" fmla="*/ 20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0" h="489">
                  <a:moveTo>
                    <a:pt x="234" y="0"/>
                  </a:moveTo>
                  <a:cubicBezTo>
                    <a:pt x="101" y="0"/>
                    <a:pt x="0" y="77"/>
                    <a:pt x="0" y="249"/>
                  </a:cubicBezTo>
                  <a:cubicBezTo>
                    <a:pt x="0" y="421"/>
                    <a:pt x="127" y="489"/>
                    <a:pt x="256" y="489"/>
                  </a:cubicBezTo>
                  <a:cubicBezTo>
                    <a:pt x="375" y="489"/>
                    <a:pt x="437" y="449"/>
                    <a:pt x="437" y="449"/>
                  </a:cubicBezTo>
                  <a:cubicBezTo>
                    <a:pt x="403" y="378"/>
                    <a:pt x="403" y="378"/>
                    <a:pt x="403" y="378"/>
                  </a:cubicBezTo>
                  <a:cubicBezTo>
                    <a:pt x="403" y="378"/>
                    <a:pt x="357" y="408"/>
                    <a:pt x="253" y="408"/>
                  </a:cubicBezTo>
                  <a:cubicBezTo>
                    <a:pt x="182" y="408"/>
                    <a:pt x="106" y="386"/>
                    <a:pt x="96" y="285"/>
                  </a:cubicBezTo>
                  <a:cubicBezTo>
                    <a:pt x="367" y="285"/>
                    <a:pt x="367" y="285"/>
                    <a:pt x="367" y="285"/>
                  </a:cubicBezTo>
                  <a:cubicBezTo>
                    <a:pt x="460" y="285"/>
                    <a:pt x="460" y="285"/>
                    <a:pt x="460" y="285"/>
                  </a:cubicBezTo>
                  <a:cubicBezTo>
                    <a:pt x="460" y="243"/>
                    <a:pt x="460" y="243"/>
                    <a:pt x="460" y="243"/>
                  </a:cubicBezTo>
                  <a:cubicBezTo>
                    <a:pt x="460" y="87"/>
                    <a:pt x="388" y="0"/>
                    <a:pt x="234" y="0"/>
                  </a:cubicBezTo>
                  <a:close/>
                  <a:moveTo>
                    <a:pt x="97" y="209"/>
                  </a:moveTo>
                  <a:cubicBezTo>
                    <a:pt x="108" y="108"/>
                    <a:pt x="159" y="79"/>
                    <a:pt x="238" y="79"/>
                  </a:cubicBezTo>
                  <a:cubicBezTo>
                    <a:pt x="322" y="79"/>
                    <a:pt x="360" y="119"/>
                    <a:pt x="366" y="209"/>
                  </a:cubicBezTo>
                  <a:lnTo>
                    <a:pt x="97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EC8E473-602C-4ABE-8E74-27DE0B2568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35463" y="4405313"/>
              <a:ext cx="600075" cy="738188"/>
            </a:xfrm>
            <a:custGeom>
              <a:avLst/>
              <a:gdLst>
                <a:gd name="T0" fmla="*/ 244 w 395"/>
                <a:gd name="T1" fmla="*/ 201 h 486"/>
                <a:gd name="T2" fmla="*/ 244 w 395"/>
                <a:gd name="T3" fmla="*/ 201 h 486"/>
                <a:gd name="T4" fmla="*/ 161 w 395"/>
                <a:gd name="T5" fmla="*/ 201 h 486"/>
                <a:gd name="T6" fmla="*/ 92 w 395"/>
                <a:gd name="T7" fmla="*/ 140 h 486"/>
                <a:gd name="T8" fmla="*/ 191 w 395"/>
                <a:gd name="T9" fmla="*/ 81 h 486"/>
                <a:gd name="T10" fmla="*/ 336 w 395"/>
                <a:gd name="T11" fmla="*/ 107 h 486"/>
                <a:gd name="T12" fmla="*/ 367 w 395"/>
                <a:gd name="T13" fmla="*/ 33 h 486"/>
                <a:gd name="T14" fmla="*/ 201 w 395"/>
                <a:gd name="T15" fmla="*/ 0 h 486"/>
                <a:gd name="T16" fmla="*/ 4 w 395"/>
                <a:gd name="T17" fmla="*/ 142 h 486"/>
                <a:gd name="T18" fmla="*/ 151 w 395"/>
                <a:gd name="T19" fmla="*/ 285 h 486"/>
                <a:gd name="T20" fmla="*/ 151 w 395"/>
                <a:gd name="T21" fmla="*/ 285 h 486"/>
                <a:gd name="T22" fmla="*/ 234 w 395"/>
                <a:gd name="T23" fmla="*/ 285 h 486"/>
                <a:gd name="T24" fmla="*/ 303 w 395"/>
                <a:gd name="T25" fmla="*/ 346 h 486"/>
                <a:gd name="T26" fmla="*/ 203 w 395"/>
                <a:gd name="T27" fmla="*/ 405 h 486"/>
                <a:gd name="T28" fmla="*/ 44 w 395"/>
                <a:gd name="T29" fmla="*/ 372 h 486"/>
                <a:gd name="T30" fmla="*/ 12 w 395"/>
                <a:gd name="T31" fmla="*/ 446 h 486"/>
                <a:gd name="T32" fmla="*/ 194 w 395"/>
                <a:gd name="T33" fmla="*/ 486 h 486"/>
                <a:gd name="T34" fmla="*/ 391 w 395"/>
                <a:gd name="T35" fmla="*/ 345 h 486"/>
                <a:gd name="T36" fmla="*/ 244 w 395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5" h="486">
                  <a:moveTo>
                    <a:pt x="244" y="201"/>
                  </a:moveTo>
                  <a:cubicBezTo>
                    <a:pt x="244" y="201"/>
                    <a:pt x="244" y="201"/>
                    <a:pt x="244" y="201"/>
                  </a:cubicBezTo>
                  <a:cubicBezTo>
                    <a:pt x="161" y="201"/>
                    <a:pt x="161" y="201"/>
                    <a:pt x="161" y="201"/>
                  </a:cubicBezTo>
                  <a:cubicBezTo>
                    <a:pt x="115" y="201"/>
                    <a:pt x="90" y="183"/>
                    <a:pt x="92" y="140"/>
                  </a:cubicBezTo>
                  <a:cubicBezTo>
                    <a:pt x="94" y="95"/>
                    <a:pt x="143" y="81"/>
                    <a:pt x="191" y="81"/>
                  </a:cubicBezTo>
                  <a:cubicBezTo>
                    <a:pt x="260" y="81"/>
                    <a:pt x="311" y="98"/>
                    <a:pt x="336" y="107"/>
                  </a:cubicBezTo>
                  <a:cubicBezTo>
                    <a:pt x="367" y="33"/>
                    <a:pt x="367" y="33"/>
                    <a:pt x="367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0" y="0"/>
                    <a:pt x="9" y="32"/>
                    <a:pt x="4" y="142"/>
                  </a:cubicBezTo>
                  <a:cubicBezTo>
                    <a:pt x="0" y="248"/>
                    <a:pt x="74" y="283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234" y="285"/>
                    <a:pt x="234" y="285"/>
                    <a:pt x="234" y="285"/>
                  </a:cubicBezTo>
                  <a:cubicBezTo>
                    <a:pt x="280" y="285"/>
                    <a:pt x="305" y="303"/>
                    <a:pt x="303" y="346"/>
                  </a:cubicBezTo>
                  <a:cubicBezTo>
                    <a:pt x="301" y="391"/>
                    <a:pt x="252" y="405"/>
                    <a:pt x="203" y="405"/>
                  </a:cubicBezTo>
                  <a:cubicBezTo>
                    <a:pt x="105" y="405"/>
                    <a:pt x="44" y="372"/>
                    <a:pt x="44" y="372"/>
                  </a:cubicBezTo>
                  <a:cubicBezTo>
                    <a:pt x="12" y="446"/>
                    <a:pt x="12" y="446"/>
                    <a:pt x="12" y="446"/>
                  </a:cubicBezTo>
                  <a:cubicBezTo>
                    <a:pt x="12" y="446"/>
                    <a:pt x="83" y="486"/>
                    <a:pt x="194" y="486"/>
                  </a:cubicBezTo>
                  <a:cubicBezTo>
                    <a:pt x="275" y="486"/>
                    <a:pt x="386" y="454"/>
                    <a:pt x="391" y="345"/>
                  </a:cubicBezTo>
                  <a:cubicBezTo>
                    <a:pt x="395" y="238"/>
                    <a:pt x="321" y="203"/>
                    <a:pt x="244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4FE414C-3DB9-4FE9-B834-0A39C9D48A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19388" y="4406900"/>
              <a:ext cx="671513" cy="735013"/>
            </a:xfrm>
            <a:custGeom>
              <a:avLst/>
              <a:gdLst>
                <a:gd name="T0" fmla="*/ 220 w 442"/>
                <a:gd name="T1" fmla="*/ 0 h 484"/>
                <a:gd name="T2" fmla="*/ 39 w 442"/>
                <a:gd name="T3" fmla="*/ 30 h 484"/>
                <a:gd name="T4" fmla="*/ 75 w 442"/>
                <a:gd name="T5" fmla="*/ 104 h 484"/>
                <a:gd name="T6" fmla="*/ 230 w 442"/>
                <a:gd name="T7" fmla="*/ 81 h 484"/>
                <a:gd name="T8" fmla="*/ 350 w 442"/>
                <a:gd name="T9" fmla="*/ 168 h 484"/>
                <a:gd name="T10" fmla="*/ 350 w 442"/>
                <a:gd name="T11" fmla="*/ 196 h 484"/>
                <a:gd name="T12" fmla="*/ 168 w 442"/>
                <a:gd name="T13" fmla="*/ 196 h 484"/>
                <a:gd name="T14" fmla="*/ 0 w 442"/>
                <a:gd name="T15" fmla="*/ 339 h 484"/>
                <a:gd name="T16" fmla="*/ 181 w 442"/>
                <a:gd name="T17" fmla="*/ 484 h 484"/>
                <a:gd name="T18" fmla="*/ 350 w 442"/>
                <a:gd name="T19" fmla="*/ 417 h 484"/>
                <a:gd name="T20" fmla="*/ 350 w 442"/>
                <a:gd name="T21" fmla="*/ 484 h 484"/>
                <a:gd name="T22" fmla="*/ 442 w 442"/>
                <a:gd name="T23" fmla="*/ 484 h 484"/>
                <a:gd name="T24" fmla="*/ 442 w 442"/>
                <a:gd name="T25" fmla="*/ 142 h 484"/>
                <a:gd name="T26" fmla="*/ 220 w 442"/>
                <a:gd name="T27" fmla="*/ 0 h 484"/>
                <a:gd name="T28" fmla="*/ 350 w 442"/>
                <a:gd name="T29" fmla="*/ 295 h 484"/>
                <a:gd name="T30" fmla="*/ 198 w 442"/>
                <a:gd name="T31" fmla="*/ 407 h 484"/>
                <a:gd name="T32" fmla="*/ 95 w 442"/>
                <a:gd name="T33" fmla="*/ 338 h 484"/>
                <a:gd name="T34" fmla="*/ 173 w 442"/>
                <a:gd name="T35" fmla="*/ 269 h 484"/>
                <a:gd name="T36" fmla="*/ 350 w 442"/>
                <a:gd name="T37" fmla="*/ 269 h 484"/>
                <a:gd name="T38" fmla="*/ 350 w 442"/>
                <a:gd name="T39" fmla="*/ 295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2" h="484">
                  <a:moveTo>
                    <a:pt x="220" y="0"/>
                  </a:moveTo>
                  <a:cubicBezTo>
                    <a:pt x="135" y="0"/>
                    <a:pt x="72" y="18"/>
                    <a:pt x="39" y="30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105" y="95"/>
                    <a:pt x="159" y="81"/>
                    <a:pt x="230" y="81"/>
                  </a:cubicBezTo>
                  <a:cubicBezTo>
                    <a:pt x="285" y="81"/>
                    <a:pt x="350" y="96"/>
                    <a:pt x="350" y="168"/>
                  </a:cubicBezTo>
                  <a:cubicBezTo>
                    <a:pt x="350" y="168"/>
                    <a:pt x="350" y="194"/>
                    <a:pt x="350" y="196"/>
                  </a:cubicBezTo>
                  <a:cubicBezTo>
                    <a:pt x="168" y="196"/>
                    <a:pt x="168" y="196"/>
                    <a:pt x="168" y="196"/>
                  </a:cubicBezTo>
                  <a:cubicBezTo>
                    <a:pt x="75" y="196"/>
                    <a:pt x="0" y="229"/>
                    <a:pt x="0" y="339"/>
                  </a:cubicBezTo>
                  <a:cubicBezTo>
                    <a:pt x="0" y="438"/>
                    <a:pt x="81" y="484"/>
                    <a:pt x="181" y="484"/>
                  </a:cubicBezTo>
                  <a:cubicBezTo>
                    <a:pt x="298" y="484"/>
                    <a:pt x="350" y="417"/>
                    <a:pt x="350" y="417"/>
                  </a:cubicBezTo>
                  <a:cubicBezTo>
                    <a:pt x="350" y="484"/>
                    <a:pt x="350" y="484"/>
                    <a:pt x="350" y="484"/>
                  </a:cubicBezTo>
                  <a:cubicBezTo>
                    <a:pt x="442" y="484"/>
                    <a:pt x="442" y="484"/>
                    <a:pt x="442" y="484"/>
                  </a:cubicBezTo>
                  <a:cubicBezTo>
                    <a:pt x="442" y="142"/>
                    <a:pt x="442" y="142"/>
                    <a:pt x="442" y="142"/>
                  </a:cubicBezTo>
                  <a:cubicBezTo>
                    <a:pt x="437" y="32"/>
                    <a:pt x="311" y="0"/>
                    <a:pt x="220" y="0"/>
                  </a:cubicBezTo>
                  <a:close/>
                  <a:moveTo>
                    <a:pt x="350" y="295"/>
                  </a:moveTo>
                  <a:cubicBezTo>
                    <a:pt x="350" y="366"/>
                    <a:pt x="258" y="407"/>
                    <a:pt x="198" y="407"/>
                  </a:cubicBezTo>
                  <a:cubicBezTo>
                    <a:pt x="153" y="407"/>
                    <a:pt x="95" y="392"/>
                    <a:pt x="95" y="338"/>
                  </a:cubicBezTo>
                  <a:cubicBezTo>
                    <a:pt x="95" y="284"/>
                    <a:pt x="126" y="269"/>
                    <a:pt x="173" y="269"/>
                  </a:cubicBezTo>
                  <a:cubicBezTo>
                    <a:pt x="350" y="269"/>
                    <a:pt x="350" y="269"/>
                    <a:pt x="350" y="269"/>
                  </a:cubicBezTo>
                  <a:lnTo>
                    <a:pt x="350" y="2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CCE5207A-3E84-4DC4-A07C-47027DA0FF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5850" y="0"/>
              <a:ext cx="1914525" cy="965200"/>
            </a:xfrm>
            <a:custGeom>
              <a:avLst/>
              <a:gdLst>
                <a:gd name="T0" fmla="*/ 1260 w 1260"/>
                <a:gd name="T1" fmla="*/ 183 h 636"/>
                <a:gd name="T2" fmla="*/ 632 w 1260"/>
                <a:gd name="T3" fmla="*/ 0 h 636"/>
                <a:gd name="T4" fmla="*/ 0 w 1260"/>
                <a:gd name="T5" fmla="*/ 174 h 636"/>
                <a:gd name="T6" fmla="*/ 630 w 1260"/>
                <a:gd name="T7" fmla="*/ 635 h 636"/>
                <a:gd name="T8" fmla="*/ 1260 w 1260"/>
                <a:gd name="T9" fmla="*/ 183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0" h="636">
                  <a:moveTo>
                    <a:pt x="1260" y="183"/>
                  </a:moveTo>
                  <a:cubicBezTo>
                    <a:pt x="1088" y="73"/>
                    <a:pt x="862" y="0"/>
                    <a:pt x="632" y="0"/>
                  </a:cubicBezTo>
                  <a:cubicBezTo>
                    <a:pt x="418" y="0"/>
                    <a:pt x="197" y="52"/>
                    <a:pt x="0" y="174"/>
                  </a:cubicBezTo>
                  <a:cubicBezTo>
                    <a:pt x="0" y="174"/>
                    <a:pt x="269" y="634"/>
                    <a:pt x="630" y="635"/>
                  </a:cubicBezTo>
                  <a:cubicBezTo>
                    <a:pt x="992" y="636"/>
                    <a:pt x="1260" y="183"/>
                    <a:pt x="1260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77B6E331-2620-41C0-B97C-1B12164FD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2563" y="436563"/>
              <a:ext cx="1201738" cy="1819275"/>
            </a:xfrm>
            <a:custGeom>
              <a:avLst/>
              <a:gdLst>
                <a:gd name="T0" fmla="*/ 438 w 791"/>
                <a:gd name="T1" fmla="*/ 0 h 1198"/>
                <a:gd name="T2" fmla="*/ 75 w 791"/>
                <a:gd name="T3" fmla="*/ 545 h 1198"/>
                <a:gd name="T4" fmla="*/ 52 w 791"/>
                <a:gd name="T5" fmla="*/ 1198 h 1198"/>
                <a:gd name="T6" fmla="*/ 679 w 791"/>
                <a:gd name="T7" fmla="*/ 742 h 1198"/>
                <a:gd name="T8" fmla="*/ 438 w 791"/>
                <a:gd name="T9" fmla="*/ 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1" h="1198">
                  <a:moveTo>
                    <a:pt x="438" y="0"/>
                  </a:moveTo>
                  <a:cubicBezTo>
                    <a:pt x="273" y="139"/>
                    <a:pt x="147" y="326"/>
                    <a:pt x="75" y="545"/>
                  </a:cubicBezTo>
                  <a:cubicBezTo>
                    <a:pt x="4" y="764"/>
                    <a:pt x="0" y="981"/>
                    <a:pt x="52" y="1198"/>
                  </a:cubicBezTo>
                  <a:cubicBezTo>
                    <a:pt x="52" y="1198"/>
                    <a:pt x="566" y="1086"/>
                    <a:pt x="679" y="742"/>
                  </a:cubicBezTo>
                  <a:cubicBezTo>
                    <a:pt x="791" y="399"/>
                    <a:pt x="438" y="0"/>
                    <a:pt x="4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DA1FDC7C-42C8-4041-B97D-F2CA92B557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82900" y="2185988"/>
              <a:ext cx="1622425" cy="1447800"/>
            </a:xfrm>
            <a:custGeom>
              <a:avLst/>
              <a:gdLst>
                <a:gd name="T0" fmla="*/ 0 w 1067"/>
                <a:gd name="T1" fmla="*/ 211 h 954"/>
                <a:gd name="T2" fmla="*/ 401 w 1067"/>
                <a:gd name="T3" fmla="*/ 726 h 954"/>
                <a:gd name="T4" fmla="*/ 1016 w 1067"/>
                <a:gd name="T5" fmla="*/ 954 h 954"/>
                <a:gd name="T6" fmla="*/ 775 w 1067"/>
                <a:gd name="T7" fmla="*/ 213 h 954"/>
                <a:gd name="T8" fmla="*/ 0 w 1067"/>
                <a:gd name="T9" fmla="*/ 211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7" h="954">
                  <a:moveTo>
                    <a:pt x="0" y="211"/>
                  </a:moveTo>
                  <a:cubicBezTo>
                    <a:pt x="84" y="414"/>
                    <a:pt x="218" y="590"/>
                    <a:pt x="401" y="726"/>
                  </a:cubicBezTo>
                  <a:cubicBezTo>
                    <a:pt x="586" y="863"/>
                    <a:pt x="810" y="941"/>
                    <a:pt x="1016" y="954"/>
                  </a:cubicBezTo>
                  <a:cubicBezTo>
                    <a:pt x="1016" y="954"/>
                    <a:pt x="1067" y="426"/>
                    <a:pt x="775" y="213"/>
                  </a:cubicBezTo>
                  <a:cubicBezTo>
                    <a:pt x="483" y="0"/>
                    <a:pt x="0" y="211"/>
                    <a:pt x="0" y="2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7F7052C-55C2-4219-9B97-3B0041EC6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5500" y="2182813"/>
              <a:ext cx="1627188" cy="1450975"/>
            </a:xfrm>
            <a:custGeom>
              <a:avLst/>
              <a:gdLst>
                <a:gd name="T0" fmla="*/ 58 w 1071"/>
                <a:gd name="T1" fmla="*/ 956 h 956"/>
                <a:gd name="T2" fmla="*/ 669 w 1071"/>
                <a:gd name="T3" fmla="*/ 725 h 956"/>
                <a:gd name="T4" fmla="*/ 1071 w 1071"/>
                <a:gd name="T5" fmla="*/ 207 h 956"/>
                <a:gd name="T6" fmla="*/ 291 w 1071"/>
                <a:gd name="T7" fmla="*/ 215 h 956"/>
                <a:gd name="T8" fmla="*/ 58 w 1071"/>
                <a:gd name="T9" fmla="*/ 956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1" h="956">
                  <a:moveTo>
                    <a:pt x="58" y="956"/>
                  </a:moveTo>
                  <a:cubicBezTo>
                    <a:pt x="289" y="933"/>
                    <a:pt x="482" y="860"/>
                    <a:pt x="669" y="725"/>
                  </a:cubicBezTo>
                  <a:cubicBezTo>
                    <a:pt x="850" y="594"/>
                    <a:pt x="987" y="409"/>
                    <a:pt x="1071" y="207"/>
                  </a:cubicBezTo>
                  <a:cubicBezTo>
                    <a:pt x="1071" y="207"/>
                    <a:pt x="581" y="0"/>
                    <a:pt x="291" y="215"/>
                  </a:cubicBezTo>
                  <a:cubicBezTo>
                    <a:pt x="0" y="431"/>
                    <a:pt x="58" y="956"/>
                    <a:pt x="58" y="9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CD66E80E-6FF0-460D-B6F3-3BFD4976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9700" y="439738"/>
              <a:ext cx="1195388" cy="1819275"/>
            </a:xfrm>
            <a:custGeom>
              <a:avLst/>
              <a:gdLst>
                <a:gd name="T0" fmla="*/ 737 w 787"/>
                <a:gd name="T1" fmla="*/ 1198 h 1198"/>
                <a:gd name="T2" fmla="*/ 715 w 787"/>
                <a:gd name="T3" fmla="*/ 544 h 1198"/>
                <a:gd name="T4" fmla="*/ 355 w 787"/>
                <a:gd name="T5" fmla="*/ 0 h 1198"/>
                <a:gd name="T6" fmla="*/ 111 w 787"/>
                <a:gd name="T7" fmla="*/ 739 h 1198"/>
                <a:gd name="T8" fmla="*/ 737 w 787"/>
                <a:gd name="T9" fmla="*/ 1198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7" h="1198">
                  <a:moveTo>
                    <a:pt x="737" y="1198"/>
                  </a:moveTo>
                  <a:cubicBezTo>
                    <a:pt x="787" y="991"/>
                    <a:pt x="786" y="764"/>
                    <a:pt x="715" y="544"/>
                  </a:cubicBezTo>
                  <a:cubicBezTo>
                    <a:pt x="645" y="325"/>
                    <a:pt x="518" y="144"/>
                    <a:pt x="355" y="0"/>
                  </a:cubicBezTo>
                  <a:cubicBezTo>
                    <a:pt x="355" y="0"/>
                    <a:pt x="0" y="395"/>
                    <a:pt x="111" y="739"/>
                  </a:cubicBezTo>
                  <a:cubicBezTo>
                    <a:pt x="222" y="1083"/>
                    <a:pt x="737" y="1198"/>
                    <a:pt x="737" y="1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sp>
        <p:nvSpPr>
          <p:cNvPr id="23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noFill/>
          </a:ln>
        </p:spPr>
        <p:txBody>
          <a:bodyPr lIns="0" bIns="360000" anchor="ctr" anchorCtr="0"/>
          <a:lstStyle>
            <a:lvl1pPr marL="527987" indent="-527987">
              <a:buFont typeface="+mj-lt"/>
              <a:buNone/>
              <a:defRPr sz="4333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1. Titre de partie</a:t>
            </a:r>
          </a:p>
        </p:txBody>
      </p:sp>
      <p:sp>
        <p:nvSpPr>
          <p:cNvPr id="35" name="Espace réservé de la date 4">
            <a:extLst>
              <a:ext uri="{FF2B5EF4-FFF2-40B4-BE49-F238E27FC236}">
                <a16:creationId xmlns:a16="http://schemas.microsoft.com/office/drawing/2014/main" id="{979B2E0D-EA57-4BD7-9C3E-D26051B48C1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1"/>
            <a:ext cx="1560000" cy="2825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36" name="Espace réservé du pied de page 8">
            <a:extLst>
              <a:ext uri="{FF2B5EF4-FFF2-40B4-BE49-F238E27FC236}">
                <a16:creationId xmlns:a16="http://schemas.microsoft.com/office/drawing/2014/main" id="{FFFB696E-EECC-4454-8ED3-CA5C36E3B32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présentation sur une seule ligne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208827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titr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91A7E33E-EFFD-4ECA-B675-CED70E08C3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8AE072A-0DE3-445C-991B-1FF54D483686}"/>
              </a:ext>
            </a:extLst>
          </p:cNvPr>
          <p:cNvGrpSpPr/>
          <p:nvPr userDrawn="1"/>
        </p:nvGrpSpPr>
        <p:grpSpPr>
          <a:xfrm>
            <a:off x="11341101" y="240140"/>
            <a:ext cx="361951" cy="502176"/>
            <a:chOff x="2719388" y="0"/>
            <a:chExt cx="3708400" cy="5145088"/>
          </a:xfrm>
          <a:solidFill>
            <a:schemeClr val="bg1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6EAAAE4-81CD-4923-9B00-96AA86990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2825" y="4416425"/>
              <a:ext cx="658813" cy="723900"/>
            </a:xfrm>
            <a:custGeom>
              <a:avLst/>
              <a:gdLst>
                <a:gd name="T0" fmla="*/ 258 w 434"/>
                <a:gd name="T1" fmla="*/ 0 h 477"/>
                <a:gd name="T2" fmla="*/ 92 w 434"/>
                <a:gd name="T3" fmla="*/ 67 h 477"/>
                <a:gd name="T4" fmla="*/ 92 w 434"/>
                <a:gd name="T5" fmla="*/ 0 h 477"/>
                <a:gd name="T6" fmla="*/ 0 w 434"/>
                <a:gd name="T7" fmla="*/ 0 h 477"/>
                <a:gd name="T8" fmla="*/ 0 w 434"/>
                <a:gd name="T9" fmla="*/ 477 h 477"/>
                <a:gd name="T10" fmla="*/ 92 w 434"/>
                <a:gd name="T11" fmla="*/ 477 h 477"/>
                <a:gd name="T12" fmla="*/ 92 w 434"/>
                <a:gd name="T13" fmla="*/ 187 h 477"/>
                <a:gd name="T14" fmla="*/ 241 w 434"/>
                <a:gd name="T15" fmla="*/ 76 h 477"/>
                <a:gd name="T16" fmla="*/ 342 w 434"/>
                <a:gd name="T17" fmla="*/ 161 h 477"/>
                <a:gd name="T18" fmla="*/ 342 w 434"/>
                <a:gd name="T19" fmla="*/ 161 h 477"/>
                <a:gd name="T20" fmla="*/ 342 w 434"/>
                <a:gd name="T21" fmla="*/ 477 h 477"/>
                <a:gd name="T22" fmla="*/ 434 w 434"/>
                <a:gd name="T23" fmla="*/ 477 h 477"/>
                <a:gd name="T24" fmla="*/ 434 w 434"/>
                <a:gd name="T25" fmla="*/ 161 h 477"/>
                <a:gd name="T26" fmla="*/ 258 w 434"/>
                <a:gd name="T27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4" h="477">
                  <a:moveTo>
                    <a:pt x="258" y="0"/>
                  </a:moveTo>
                  <a:cubicBezTo>
                    <a:pt x="144" y="0"/>
                    <a:pt x="93" y="65"/>
                    <a:pt x="92" y="6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77"/>
                    <a:pt x="0" y="477"/>
                    <a:pt x="0" y="477"/>
                  </a:cubicBezTo>
                  <a:cubicBezTo>
                    <a:pt x="92" y="477"/>
                    <a:pt x="92" y="477"/>
                    <a:pt x="92" y="47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4" y="117"/>
                    <a:pt x="182" y="76"/>
                    <a:pt x="241" y="76"/>
                  </a:cubicBezTo>
                  <a:cubicBezTo>
                    <a:pt x="285" y="76"/>
                    <a:pt x="342" y="107"/>
                    <a:pt x="342" y="161"/>
                  </a:cubicBezTo>
                  <a:cubicBezTo>
                    <a:pt x="342" y="161"/>
                    <a:pt x="342" y="161"/>
                    <a:pt x="342" y="161"/>
                  </a:cubicBezTo>
                  <a:cubicBezTo>
                    <a:pt x="342" y="477"/>
                    <a:pt x="342" y="477"/>
                    <a:pt x="342" y="477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434" y="161"/>
                    <a:pt x="434" y="161"/>
                    <a:pt x="434" y="161"/>
                  </a:cubicBezTo>
                  <a:cubicBezTo>
                    <a:pt x="434" y="54"/>
                    <a:pt x="355" y="0"/>
                    <a:pt x="2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0BCD58C1-66D1-49A9-817D-EA1CCE1886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26125" y="4405313"/>
              <a:ext cx="601663" cy="738188"/>
            </a:xfrm>
            <a:custGeom>
              <a:avLst/>
              <a:gdLst>
                <a:gd name="T0" fmla="*/ 245 w 396"/>
                <a:gd name="T1" fmla="*/ 201 h 486"/>
                <a:gd name="T2" fmla="*/ 245 w 396"/>
                <a:gd name="T3" fmla="*/ 201 h 486"/>
                <a:gd name="T4" fmla="*/ 162 w 396"/>
                <a:gd name="T5" fmla="*/ 201 h 486"/>
                <a:gd name="T6" fmla="*/ 93 w 396"/>
                <a:gd name="T7" fmla="*/ 140 h 486"/>
                <a:gd name="T8" fmla="*/ 192 w 396"/>
                <a:gd name="T9" fmla="*/ 81 h 486"/>
                <a:gd name="T10" fmla="*/ 336 w 396"/>
                <a:gd name="T11" fmla="*/ 107 h 486"/>
                <a:gd name="T12" fmla="*/ 368 w 396"/>
                <a:gd name="T13" fmla="*/ 33 h 486"/>
                <a:gd name="T14" fmla="*/ 201 w 396"/>
                <a:gd name="T15" fmla="*/ 0 h 486"/>
                <a:gd name="T16" fmla="*/ 5 w 396"/>
                <a:gd name="T17" fmla="*/ 142 h 486"/>
                <a:gd name="T18" fmla="*/ 152 w 396"/>
                <a:gd name="T19" fmla="*/ 285 h 486"/>
                <a:gd name="T20" fmla="*/ 152 w 396"/>
                <a:gd name="T21" fmla="*/ 285 h 486"/>
                <a:gd name="T22" fmla="*/ 235 w 396"/>
                <a:gd name="T23" fmla="*/ 285 h 486"/>
                <a:gd name="T24" fmla="*/ 304 w 396"/>
                <a:gd name="T25" fmla="*/ 346 h 486"/>
                <a:gd name="T26" fmla="*/ 204 w 396"/>
                <a:gd name="T27" fmla="*/ 405 h 486"/>
                <a:gd name="T28" fmla="*/ 44 w 396"/>
                <a:gd name="T29" fmla="*/ 372 h 486"/>
                <a:gd name="T30" fmla="*/ 13 w 396"/>
                <a:gd name="T31" fmla="*/ 446 h 486"/>
                <a:gd name="T32" fmla="*/ 195 w 396"/>
                <a:gd name="T33" fmla="*/ 486 h 486"/>
                <a:gd name="T34" fmla="*/ 391 w 396"/>
                <a:gd name="T35" fmla="*/ 345 h 486"/>
                <a:gd name="T36" fmla="*/ 245 w 396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6" h="486">
                  <a:moveTo>
                    <a:pt x="245" y="201"/>
                  </a:moveTo>
                  <a:cubicBezTo>
                    <a:pt x="245" y="201"/>
                    <a:pt x="245" y="201"/>
                    <a:pt x="245" y="201"/>
                  </a:cubicBezTo>
                  <a:cubicBezTo>
                    <a:pt x="162" y="201"/>
                    <a:pt x="162" y="201"/>
                    <a:pt x="162" y="201"/>
                  </a:cubicBezTo>
                  <a:cubicBezTo>
                    <a:pt x="115" y="201"/>
                    <a:pt x="91" y="183"/>
                    <a:pt x="93" y="140"/>
                  </a:cubicBezTo>
                  <a:cubicBezTo>
                    <a:pt x="95" y="95"/>
                    <a:pt x="144" y="81"/>
                    <a:pt x="192" y="81"/>
                  </a:cubicBezTo>
                  <a:cubicBezTo>
                    <a:pt x="261" y="81"/>
                    <a:pt x="312" y="98"/>
                    <a:pt x="336" y="107"/>
                  </a:cubicBezTo>
                  <a:cubicBezTo>
                    <a:pt x="368" y="33"/>
                    <a:pt x="368" y="33"/>
                    <a:pt x="368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1" y="0"/>
                    <a:pt x="10" y="32"/>
                    <a:pt x="5" y="142"/>
                  </a:cubicBezTo>
                  <a:cubicBezTo>
                    <a:pt x="0" y="248"/>
                    <a:pt x="74" y="283"/>
                    <a:pt x="152" y="285"/>
                  </a:cubicBezTo>
                  <a:cubicBezTo>
                    <a:pt x="152" y="285"/>
                    <a:pt x="152" y="285"/>
                    <a:pt x="152" y="285"/>
                  </a:cubicBezTo>
                  <a:cubicBezTo>
                    <a:pt x="235" y="285"/>
                    <a:pt x="235" y="285"/>
                    <a:pt x="235" y="285"/>
                  </a:cubicBezTo>
                  <a:cubicBezTo>
                    <a:pt x="281" y="285"/>
                    <a:pt x="306" y="303"/>
                    <a:pt x="304" y="346"/>
                  </a:cubicBezTo>
                  <a:cubicBezTo>
                    <a:pt x="302" y="391"/>
                    <a:pt x="253" y="405"/>
                    <a:pt x="204" y="405"/>
                  </a:cubicBezTo>
                  <a:cubicBezTo>
                    <a:pt x="106" y="405"/>
                    <a:pt x="44" y="372"/>
                    <a:pt x="44" y="372"/>
                  </a:cubicBezTo>
                  <a:cubicBezTo>
                    <a:pt x="13" y="446"/>
                    <a:pt x="13" y="446"/>
                    <a:pt x="13" y="446"/>
                  </a:cubicBezTo>
                  <a:cubicBezTo>
                    <a:pt x="13" y="446"/>
                    <a:pt x="83" y="486"/>
                    <a:pt x="195" y="486"/>
                  </a:cubicBezTo>
                  <a:cubicBezTo>
                    <a:pt x="276" y="486"/>
                    <a:pt x="387" y="454"/>
                    <a:pt x="391" y="345"/>
                  </a:cubicBezTo>
                  <a:cubicBezTo>
                    <a:pt x="396" y="238"/>
                    <a:pt x="322" y="203"/>
                    <a:pt x="245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AE8DB6E-B1F5-4293-BB50-9FC333A20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026025" y="4402138"/>
              <a:ext cx="700088" cy="742950"/>
            </a:xfrm>
            <a:custGeom>
              <a:avLst/>
              <a:gdLst>
                <a:gd name="T0" fmla="*/ 234 w 460"/>
                <a:gd name="T1" fmla="*/ 0 h 489"/>
                <a:gd name="T2" fmla="*/ 0 w 460"/>
                <a:gd name="T3" fmla="*/ 249 h 489"/>
                <a:gd name="T4" fmla="*/ 256 w 460"/>
                <a:gd name="T5" fmla="*/ 489 h 489"/>
                <a:gd name="T6" fmla="*/ 437 w 460"/>
                <a:gd name="T7" fmla="*/ 449 h 489"/>
                <a:gd name="T8" fmla="*/ 403 w 460"/>
                <a:gd name="T9" fmla="*/ 378 h 489"/>
                <a:gd name="T10" fmla="*/ 253 w 460"/>
                <a:gd name="T11" fmla="*/ 408 h 489"/>
                <a:gd name="T12" fmla="*/ 96 w 460"/>
                <a:gd name="T13" fmla="*/ 285 h 489"/>
                <a:gd name="T14" fmla="*/ 367 w 460"/>
                <a:gd name="T15" fmla="*/ 285 h 489"/>
                <a:gd name="T16" fmla="*/ 460 w 460"/>
                <a:gd name="T17" fmla="*/ 285 h 489"/>
                <a:gd name="T18" fmla="*/ 460 w 460"/>
                <a:gd name="T19" fmla="*/ 243 h 489"/>
                <a:gd name="T20" fmla="*/ 234 w 460"/>
                <a:gd name="T21" fmla="*/ 0 h 489"/>
                <a:gd name="T22" fmla="*/ 97 w 460"/>
                <a:gd name="T23" fmla="*/ 209 h 489"/>
                <a:gd name="T24" fmla="*/ 238 w 460"/>
                <a:gd name="T25" fmla="*/ 79 h 489"/>
                <a:gd name="T26" fmla="*/ 366 w 460"/>
                <a:gd name="T27" fmla="*/ 209 h 489"/>
                <a:gd name="T28" fmla="*/ 97 w 460"/>
                <a:gd name="T29" fmla="*/ 20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0" h="489">
                  <a:moveTo>
                    <a:pt x="234" y="0"/>
                  </a:moveTo>
                  <a:cubicBezTo>
                    <a:pt x="101" y="0"/>
                    <a:pt x="0" y="77"/>
                    <a:pt x="0" y="249"/>
                  </a:cubicBezTo>
                  <a:cubicBezTo>
                    <a:pt x="0" y="421"/>
                    <a:pt x="127" y="489"/>
                    <a:pt x="256" y="489"/>
                  </a:cubicBezTo>
                  <a:cubicBezTo>
                    <a:pt x="375" y="489"/>
                    <a:pt x="437" y="449"/>
                    <a:pt x="437" y="449"/>
                  </a:cubicBezTo>
                  <a:cubicBezTo>
                    <a:pt x="403" y="378"/>
                    <a:pt x="403" y="378"/>
                    <a:pt x="403" y="378"/>
                  </a:cubicBezTo>
                  <a:cubicBezTo>
                    <a:pt x="403" y="378"/>
                    <a:pt x="357" y="408"/>
                    <a:pt x="253" y="408"/>
                  </a:cubicBezTo>
                  <a:cubicBezTo>
                    <a:pt x="182" y="408"/>
                    <a:pt x="106" y="386"/>
                    <a:pt x="96" y="285"/>
                  </a:cubicBezTo>
                  <a:cubicBezTo>
                    <a:pt x="367" y="285"/>
                    <a:pt x="367" y="285"/>
                    <a:pt x="367" y="285"/>
                  </a:cubicBezTo>
                  <a:cubicBezTo>
                    <a:pt x="460" y="285"/>
                    <a:pt x="460" y="285"/>
                    <a:pt x="460" y="285"/>
                  </a:cubicBezTo>
                  <a:cubicBezTo>
                    <a:pt x="460" y="243"/>
                    <a:pt x="460" y="243"/>
                    <a:pt x="460" y="243"/>
                  </a:cubicBezTo>
                  <a:cubicBezTo>
                    <a:pt x="460" y="87"/>
                    <a:pt x="388" y="0"/>
                    <a:pt x="234" y="0"/>
                  </a:cubicBezTo>
                  <a:close/>
                  <a:moveTo>
                    <a:pt x="97" y="209"/>
                  </a:moveTo>
                  <a:cubicBezTo>
                    <a:pt x="108" y="108"/>
                    <a:pt x="159" y="79"/>
                    <a:pt x="238" y="79"/>
                  </a:cubicBezTo>
                  <a:cubicBezTo>
                    <a:pt x="322" y="79"/>
                    <a:pt x="360" y="119"/>
                    <a:pt x="366" y="209"/>
                  </a:cubicBezTo>
                  <a:lnTo>
                    <a:pt x="97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EC8E473-602C-4ABE-8E74-27DE0B2568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35463" y="4405313"/>
              <a:ext cx="600075" cy="738188"/>
            </a:xfrm>
            <a:custGeom>
              <a:avLst/>
              <a:gdLst>
                <a:gd name="T0" fmla="*/ 244 w 395"/>
                <a:gd name="T1" fmla="*/ 201 h 486"/>
                <a:gd name="T2" fmla="*/ 244 w 395"/>
                <a:gd name="T3" fmla="*/ 201 h 486"/>
                <a:gd name="T4" fmla="*/ 161 w 395"/>
                <a:gd name="T5" fmla="*/ 201 h 486"/>
                <a:gd name="T6" fmla="*/ 92 w 395"/>
                <a:gd name="T7" fmla="*/ 140 h 486"/>
                <a:gd name="T8" fmla="*/ 191 w 395"/>
                <a:gd name="T9" fmla="*/ 81 h 486"/>
                <a:gd name="T10" fmla="*/ 336 w 395"/>
                <a:gd name="T11" fmla="*/ 107 h 486"/>
                <a:gd name="T12" fmla="*/ 367 w 395"/>
                <a:gd name="T13" fmla="*/ 33 h 486"/>
                <a:gd name="T14" fmla="*/ 201 w 395"/>
                <a:gd name="T15" fmla="*/ 0 h 486"/>
                <a:gd name="T16" fmla="*/ 4 w 395"/>
                <a:gd name="T17" fmla="*/ 142 h 486"/>
                <a:gd name="T18" fmla="*/ 151 w 395"/>
                <a:gd name="T19" fmla="*/ 285 h 486"/>
                <a:gd name="T20" fmla="*/ 151 w 395"/>
                <a:gd name="T21" fmla="*/ 285 h 486"/>
                <a:gd name="T22" fmla="*/ 234 w 395"/>
                <a:gd name="T23" fmla="*/ 285 h 486"/>
                <a:gd name="T24" fmla="*/ 303 w 395"/>
                <a:gd name="T25" fmla="*/ 346 h 486"/>
                <a:gd name="T26" fmla="*/ 203 w 395"/>
                <a:gd name="T27" fmla="*/ 405 h 486"/>
                <a:gd name="T28" fmla="*/ 44 w 395"/>
                <a:gd name="T29" fmla="*/ 372 h 486"/>
                <a:gd name="T30" fmla="*/ 12 w 395"/>
                <a:gd name="T31" fmla="*/ 446 h 486"/>
                <a:gd name="T32" fmla="*/ 194 w 395"/>
                <a:gd name="T33" fmla="*/ 486 h 486"/>
                <a:gd name="T34" fmla="*/ 391 w 395"/>
                <a:gd name="T35" fmla="*/ 345 h 486"/>
                <a:gd name="T36" fmla="*/ 244 w 395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5" h="486">
                  <a:moveTo>
                    <a:pt x="244" y="201"/>
                  </a:moveTo>
                  <a:cubicBezTo>
                    <a:pt x="244" y="201"/>
                    <a:pt x="244" y="201"/>
                    <a:pt x="244" y="201"/>
                  </a:cubicBezTo>
                  <a:cubicBezTo>
                    <a:pt x="161" y="201"/>
                    <a:pt x="161" y="201"/>
                    <a:pt x="161" y="201"/>
                  </a:cubicBezTo>
                  <a:cubicBezTo>
                    <a:pt x="115" y="201"/>
                    <a:pt x="90" y="183"/>
                    <a:pt x="92" y="140"/>
                  </a:cubicBezTo>
                  <a:cubicBezTo>
                    <a:pt x="94" y="95"/>
                    <a:pt x="143" y="81"/>
                    <a:pt x="191" y="81"/>
                  </a:cubicBezTo>
                  <a:cubicBezTo>
                    <a:pt x="260" y="81"/>
                    <a:pt x="311" y="98"/>
                    <a:pt x="336" y="107"/>
                  </a:cubicBezTo>
                  <a:cubicBezTo>
                    <a:pt x="367" y="33"/>
                    <a:pt x="367" y="33"/>
                    <a:pt x="367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0" y="0"/>
                    <a:pt x="9" y="32"/>
                    <a:pt x="4" y="142"/>
                  </a:cubicBezTo>
                  <a:cubicBezTo>
                    <a:pt x="0" y="248"/>
                    <a:pt x="74" y="283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234" y="285"/>
                    <a:pt x="234" y="285"/>
                    <a:pt x="234" y="285"/>
                  </a:cubicBezTo>
                  <a:cubicBezTo>
                    <a:pt x="280" y="285"/>
                    <a:pt x="305" y="303"/>
                    <a:pt x="303" y="346"/>
                  </a:cubicBezTo>
                  <a:cubicBezTo>
                    <a:pt x="301" y="391"/>
                    <a:pt x="252" y="405"/>
                    <a:pt x="203" y="405"/>
                  </a:cubicBezTo>
                  <a:cubicBezTo>
                    <a:pt x="105" y="405"/>
                    <a:pt x="44" y="372"/>
                    <a:pt x="44" y="372"/>
                  </a:cubicBezTo>
                  <a:cubicBezTo>
                    <a:pt x="12" y="446"/>
                    <a:pt x="12" y="446"/>
                    <a:pt x="12" y="446"/>
                  </a:cubicBezTo>
                  <a:cubicBezTo>
                    <a:pt x="12" y="446"/>
                    <a:pt x="83" y="486"/>
                    <a:pt x="194" y="486"/>
                  </a:cubicBezTo>
                  <a:cubicBezTo>
                    <a:pt x="275" y="486"/>
                    <a:pt x="386" y="454"/>
                    <a:pt x="391" y="345"/>
                  </a:cubicBezTo>
                  <a:cubicBezTo>
                    <a:pt x="395" y="238"/>
                    <a:pt x="321" y="203"/>
                    <a:pt x="244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4FE414C-3DB9-4FE9-B834-0A39C9D48A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19388" y="4406900"/>
              <a:ext cx="671513" cy="735013"/>
            </a:xfrm>
            <a:custGeom>
              <a:avLst/>
              <a:gdLst>
                <a:gd name="T0" fmla="*/ 220 w 442"/>
                <a:gd name="T1" fmla="*/ 0 h 484"/>
                <a:gd name="T2" fmla="*/ 39 w 442"/>
                <a:gd name="T3" fmla="*/ 30 h 484"/>
                <a:gd name="T4" fmla="*/ 75 w 442"/>
                <a:gd name="T5" fmla="*/ 104 h 484"/>
                <a:gd name="T6" fmla="*/ 230 w 442"/>
                <a:gd name="T7" fmla="*/ 81 h 484"/>
                <a:gd name="T8" fmla="*/ 350 w 442"/>
                <a:gd name="T9" fmla="*/ 168 h 484"/>
                <a:gd name="T10" fmla="*/ 350 w 442"/>
                <a:gd name="T11" fmla="*/ 196 h 484"/>
                <a:gd name="T12" fmla="*/ 168 w 442"/>
                <a:gd name="T13" fmla="*/ 196 h 484"/>
                <a:gd name="T14" fmla="*/ 0 w 442"/>
                <a:gd name="T15" fmla="*/ 339 h 484"/>
                <a:gd name="T16" fmla="*/ 181 w 442"/>
                <a:gd name="T17" fmla="*/ 484 h 484"/>
                <a:gd name="T18" fmla="*/ 350 w 442"/>
                <a:gd name="T19" fmla="*/ 417 h 484"/>
                <a:gd name="T20" fmla="*/ 350 w 442"/>
                <a:gd name="T21" fmla="*/ 484 h 484"/>
                <a:gd name="T22" fmla="*/ 442 w 442"/>
                <a:gd name="T23" fmla="*/ 484 h 484"/>
                <a:gd name="T24" fmla="*/ 442 w 442"/>
                <a:gd name="T25" fmla="*/ 142 h 484"/>
                <a:gd name="T26" fmla="*/ 220 w 442"/>
                <a:gd name="T27" fmla="*/ 0 h 484"/>
                <a:gd name="T28" fmla="*/ 350 w 442"/>
                <a:gd name="T29" fmla="*/ 295 h 484"/>
                <a:gd name="T30" fmla="*/ 198 w 442"/>
                <a:gd name="T31" fmla="*/ 407 h 484"/>
                <a:gd name="T32" fmla="*/ 95 w 442"/>
                <a:gd name="T33" fmla="*/ 338 h 484"/>
                <a:gd name="T34" fmla="*/ 173 w 442"/>
                <a:gd name="T35" fmla="*/ 269 h 484"/>
                <a:gd name="T36" fmla="*/ 350 w 442"/>
                <a:gd name="T37" fmla="*/ 269 h 484"/>
                <a:gd name="T38" fmla="*/ 350 w 442"/>
                <a:gd name="T39" fmla="*/ 295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2" h="484">
                  <a:moveTo>
                    <a:pt x="220" y="0"/>
                  </a:moveTo>
                  <a:cubicBezTo>
                    <a:pt x="135" y="0"/>
                    <a:pt x="72" y="18"/>
                    <a:pt x="39" y="30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105" y="95"/>
                    <a:pt x="159" y="81"/>
                    <a:pt x="230" y="81"/>
                  </a:cubicBezTo>
                  <a:cubicBezTo>
                    <a:pt x="285" y="81"/>
                    <a:pt x="350" y="96"/>
                    <a:pt x="350" y="168"/>
                  </a:cubicBezTo>
                  <a:cubicBezTo>
                    <a:pt x="350" y="168"/>
                    <a:pt x="350" y="194"/>
                    <a:pt x="350" y="196"/>
                  </a:cubicBezTo>
                  <a:cubicBezTo>
                    <a:pt x="168" y="196"/>
                    <a:pt x="168" y="196"/>
                    <a:pt x="168" y="196"/>
                  </a:cubicBezTo>
                  <a:cubicBezTo>
                    <a:pt x="75" y="196"/>
                    <a:pt x="0" y="229"/>
                    <a:pt x="0" y="339"/>
                  </a:cubicBezTo>
                  <a:cubicBezTo>
                    <a:pt x="0" y="438"/>
                    <a:pt x="81" y="484"/>
                    <a:pt x="181" y="484"/>
                  </a:cubicBezTo>
                  <a:cubicBezTo>
                    <a:pt x="298" y="484"/>
                    <a:pt x="350" y="417"/>
                    <a:pt x="350" y="417"/>
                  </a:cubicBezTo>
                  <a:cubicBezTo>
                    <a:pt x="350" y="484"/>
                    <a:pt x="350" y="484"/>
                    <a:pt x="350" y="484"/>
                  </a:cubicBezTo>
                  <a:cubicBezTo>
                    <a:pt x="442" y="484"/>
                    <a:pt x="442" y="484"/>
                    <a:pt x="442" y="484"/>
                  </a:cubicBezTo>
                  <a:cubicBezTo>
                    <a:pt x="442" y="142"/>
                    <a:pt x="442" y="142"/>
                    <a:pt x="442" y="142"/>
                  </a:cubicBezTo>
                  <a:cubicBezTo>
                    <a:pt x="437" y="32"/>
                    <a:pt x="311" y="0"/>
                    <a:pt x="220" y="0"/>
                  </a:cubicBezTo>
                  <a:close/>
                  <a:moveTo>
                    <a:pt x="350" y="295"/>
                  </a:moveTo>
                  <a:cubicBezTo>
                    <a:pt x="350" y="366"/>
                    <a:pt x="258" y="407"/>
                    <a:pt x="198" y="407"/>
                  </a:cubicBezTo>
                  <a:cubicBezTo>
                    <a:pt x="153" y="407"/>
                    <a:pt x="95" y="392"/>
                    <a:pt x="95" y="338"/>
                  </a:cubicBezTo>
                  <a:cubicBezTo>
                    <a:pt x="95" y="284"/>
                    <a:pt x="126" y="269"/>
                    <a:pt x="173" y="269"/>
                  </a:cubicBezTo>
                  <a:cubicBezTo>
                    <a:pt x="350" y="269"/>
                    <a:pt x="350" y="269"/>
                    <a:pt x="350" y="269"/>
                  </a:cubicBezTo>
                  <a:lnTo>
                    <a:pt x="350" y="2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CCE5207A-3E84-4DC4-A07C-47027DA0FF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5850" y="0"/>
              <a:ext cx="1914525" cy="965200"/>
            </a:xfrm>
            <a:custGeom>
              <a:avLst/>
              <a:gdLst>
                <a:gd name="T0" fmla="*/ 1260 w 1260"/>
                <a:gd name="T1" fmla="*/ 183 h 636"/>
                <a:gd name="T2" fmla="*/ 632 w 1260"/>
                <a:gd name="T3" fmla="*/ 0 h 636"/>
                <a:gd name="T4" fmla="*/ 0 w 1260"/>
                <a:gd name="T5" fmla="*/ 174 h 636"/>
                <a:gd name="T6" fmla="*/ 630 w 1260"/>
                <a:gd name="T7" fmla="*/ 635 h 636"/>
                <a:gd name="T8" fmla="*/ 1260 w 1260"/>
                <a:gd name="T9" fmla="*/ 183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0" h="636">
                  <a:moveTo>
                    <a:pt x="1260" y="183"/>
                  </a:moveTo>
                  <a:cubicBezTo>
                    <a:pt x="1088" y="73"/>
                    <a:pt x="862" y="0"/>
                    <a:pt x="632" y="0"/>
                  </a:cubicBezTo>
                  <a:cubicBezTo>
                    <a:pt x="418" y="0"/>
                    <a:pt x="197" y="52"/>
                    <a:pt x="0" y="174"/>
                  </a:cubicBezTo>
                  <a:cubicBezTo>
                    <a:pt x="0" y="174"/>
                    <a:pt x="269" y="634"/>
                    <a:pt x="630" y="635"/>
                  </a:cubicBezTo>
                  <a:cubicBezTo>
                    <a:pt x="992" y="636"/>
                    <a:pt x="1260" y="183"/>
                    <a:pt x="1260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77B6E331-2620-41C0-B97C-1B12164FD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2563" y="436563"/>
              <a:ext cx="1201738" cy="1819275"/>
            </a:xfrm>
            <a:custGeom>
              <a:avLst/>
              <a:gdLst>
                <a:gd name="T0" fmla="*/ 438 w 791"/>
                <a:gd name="T1" fmla="*/ 0 h 1198"/>
                <a:gd name="T2" fmla="*/ 75 w 791"/>
                <a:gd name="T3" fmla="*/ 545 h 1198"/>
                <a:gd name="T4" fmla="*/ 52 w 791"/>
                <a:gd name="T5" fmla="*/ 1198 h 1198"/>
                <a:gd name="T6" fmla="*/ 679 w 791"/>
                <a:gd name="T7" fmla="*/ 742 h 1198"/>
                <a:gd name="T8" fmla="*/ 438 w 791"/>
                <a:gd name="T9" fmla="*/ 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1" h="1198">
                  <a:moveTo>
                    <a:pt x="438" y="0"/>
                  </a:moveTo>
                  <a:cubicBezTo>
                    <a:pt x="273" y="139"/>
                    <a:pt x="147" y="326"/>
                    <a:pt x="75" y="545"/>
                  </a:cubicBezTo>
                  <a:cubicBezTo>
                    <a:pt x="4" y="764"/>
                    <a:pt x="0" y="981"/>
                    <a:pt x="52" y="1198"/>
                  </a:cubicBezTo>
                  <a:cubicBezTo>
                    <a:pt x="52" y="1198"/>
                    <a:pt x="566" y="1086"/>
                    <a:pt x="679" y="742"/>
                  </a:cubicBezTo>
                  <a:cubicBezTo>
                    <a:pt x="791" y="399"/>
                    <a:pt x="438" y="0"/>
                    <a:pt x="4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DA1FDC7C-42C8-4041-B97D-F2CA92B557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82900" y="2185988"/>
              <a:ext cx="1622425" cy="1447800"/>
            </a:xfrm>
            <a:custGeom>
              <a:avLst/>
              <a:gdLst>
                <a:gd name="T0" fmla="*/ 0 w 1067"/>
                <a:gd name="T1" fmla="*/ 211 h 954"/>
                <a:gd name="T2" fmla="*/ 401 w 1067"/>
                <a:gd name="T3" fmla="*/ 726 h 954"/>
                <a:gd name="T4" fmla="*/ 1016 w 1067"/>
                <a:gd name="T5" fmla="*/ 954 h 954"/>
                <a:gd name="T6" fmla="*/ 775 w 1067"/>
                <a:gd name="T7" fmla="*/ 213 h 954"/>
                <a:gd name="T8" fmla="*/ 0 w 1067"/>
                <a:gd name="T9" fmla="*/ 211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7" h="954">
                  <a:moveTo>
                    <a:pt x="0" y="211"/>
                  </a:moveTo>
                  <a:cubicBezTo>
                    <a:pt x="84" y="414"/>
                    <a:pt x="218" y="590"/>
                    <a:pt x="401" y="726"/>
                  </a:cubicBezTo>
                  <a:cubicBezTo>
                    <a:pt x="586" y="863"/>
                    <a:pt x="810" y="941"/>
                    <a:pt x="1016" y="954"/>
                  </a:cubicBezTo>
                  <a:cubicBezTo>
                    <a:pt x="1016" y="954"/>
                    <a:pt x="1067" y="426"/>
                    <a:pt x="775" y="213"/>
                  </a:cubicBezTo>
                  <a:cubicBezTo>
                    <a:pt x="483" y="0"/>
                    <a:pt x="0" y="211"/>
                    <a:pt x="0" y="2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7F7052C-55C2-4219-9B97-3B0041EC6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5500" y="2182813"/>
              <a:ext cx="1627188" cy="1450975"/>
            </a:xfrm>
            <a:custGeom>
              <a:avLst/>
              <a:gdLst>
                <a:gd name="T0" fmla="*/ 58 w 1071"/>
                <a:gd name="T1" fmla="*/ 956 h 956"/>
                <a:gd name="T2" fmla="*/ 669 w 1071"/>
                <a:gd name="T3" fmla="*/ 725 h 956"/>
                <a:gd name="T4" fmla="*/ 1071 w 1071"/>
                <a:gd name="T5" fmla="*/ 207 h 956"/>
                <a:gd name="T6" fmla="*/ 291 w 1071"/>
                <a:gd name="T7" fmla="*/ 215 h 956"/>
                <a:gd name="T8" fmla="*/ 58 w 1071"/>
                <a:gd name="T9" fmla="*/ 956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1" h="956">
                  <a:moveTo>
                    <a:pt x="58" y="956"/>
                  </a:moveTo>
                  <a:cubicBezTo>
                    <a:pt x="289" y="933"/>
                    <a:pt x="482" y="860"/>
                    <a:pt x="669" y="725"/>
                  </a:cubicBezTo>
                  <a:cubicBezTo>
                    <a:pt x="850" y="594"/>
                    <a:pt x="987" y="409"/>
                    <a:pt x="1071" y="207"/>
                  </a:cubicBezTo>
                  <a:cubicBezTo>
                    <a:pt x="1071" y="207"/>
                    <a:pt x="581" y="0"/>
                    <a:pt x="291" y="215"/>
                  </a:cubicBezTo>
                  <a:cubicBezTo>
                    <a:pt x="0" y="431"/>
                    <a:pt x="58" y="956"/>
                    <a:pt x="58" y="9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CD66E80E-6FF0-460D-B6F3-3BFD4976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9700" y="439738"/>
              <a:ext cx="1195388" cy="1819275"/>
            </a:xfrm>
            <a:custGeom>
              <a:avLst/>
              <a:gdLst>
                <a:gd name="T0" fmla="*/ 737 w 787"/>
                <a:gd name="T1" fmla="*/ 1198 h 1198"/>
                <a:gd name="T2" fmla="*/ 715 w 787"/>
                <a:gd name="T3" fmla="*/ 544 h 1198"/>
                <a:gd name="T4" fmla="*/ 355 w 787"/>
                <a:gd name="T5" fmla="*/ 0 h 1198"/>
                <a:gd name="T6" fmla="*/ 111 w 787"/>
                <a:gd name="T7" fmla="*/ 739 h 1198"/>
                <a:gd name="T8" fmla="*/ 737 w 787"/>
                <a:gd name="T9" fmla="*/ 1198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7" h="1198">
                  <a:moveTo>
                    <a:pt x="737" y="1198"/>
                  </a:moveTo>
                  <a:cubicBezTo>
                    <a:pt x="787" y="991"/>
                    <a:pt x="786" y="764"/>
                    <a:pt x="715" y="544"/>
                  </a:cubicBezTo>
                  <a:cubicBezTo>
                    <a:pt x="645" y="325"/>
                    <a:pt x="518" y="144"/>
                    <a:pt x="355" y="0"/>
                  </a:cubicBezTo>
                  <a:cubicBezTo>
                    <a:pt x="355" y="0"/>
                    <a:pt x="0" y="395"/>
                    <a:pt x="111" y="739"/>
                  </a:cubicBezTo>
                  <a:cubicBezTo>
                    <a:pt x="222" y="1083"/>
                    <a:pt x="737" y="1198"/>
                    <a:pt x="737" y="1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EF6742AF-C8D3-4ECE-A715-D2E9132A76D7}"/>
              </a:ext>
            </a:extLst>
          </p:cNvPr>
          <p:cNvGrpSpPr/>
          <p:nvPr userDrawn="1"/>
        </p:nvGrpSpPr>
        <p:grpSpPr>
          <a:xfrm>
            <a:off x="6774558" y="2383665"/>
            <a:ext cx="3589316" cy="1769235"/>
            <a:chOff x="1876472" y="1243012"/>
            <a:chExt cx="5386683" cy="2655188"/>
          </a:xfrm>
          <a:solidFill>
            <a:srgbClr val="FF9940"/>
          </a:solidFill>
        </p:grpSpPr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E89B02AF-DB8F-42C4-A8A6-230344B46333}"/>
                </a:ext>
              </a:extLst>
            </p:cNvPr>
            <p:cNvSpPr/>
            <p:nvPr/>
          </p:nvSpPr>
          <p:spPr>
            <a:xfrm>
              <a:off x="5656023" y="2294286"/>
              <a:ext cx="757978" cy="1289494"/>
            </a:xfrm>
            <a:custGeom>
              <a:avLst/>
              <a:gdLst>
                <a:gd name="connsiteX0" fmla="*/ 32211 w 757978"/>
                <a:gd name="connsiteY0" fmla="*/ 473202 h 1289494"/>
                <a:gd name="connsiteX1" fmla="*/ 252143 w 757978"/>
                <a:gd name="connsiteY1" fmla="*/ 1289495 h 1289494"/>
                <a:gd name="connsiteX2" fmla="*/ 675434 w 757978"/>
                <a:gd name="connsiteY2" fmla="*/ 708850 h 1289494"/>
                <a:gd name="connsiteX3" fmla="*/ 733918 w 757978"/>
                <a:gd name="connsiteY3" fmla="*/ 0 h 1289494"/>
                <a:gd name="connsiteX4" fmla="*/ 32211 w 757978"/>
                <a:gd name="connsiteY4" fmla="*/ 473202 h 1289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978" h="1289494">
                  <a:moveTo>
                    <a:pt x="32211" y="473202"/>
                  </a:moveTo>
                  <a:cubicBezTo>
                    <a:pt x="-102377" y="834104"/>
                    <a:pt x="226711" y="1257586"/>
                    <a:pt x="252143" y="1289495"/>
                  </a:cubicBezTo>
                  <a:cubicBezTo>
                    <a:pt x="438166" y="1143857"/>
                    <a:pt x="587423" y="946595"/>
                    <a:pt x="675434" y="708850"/>
                  </a:cubicBezTo>
                  <a:cubicBezTo>
                    <a:pt x="762493" y="473678"/>
                    <a:pt x="778399" y="229457"/>
                    <a:pt x="733918" y="0"/>
                  </a:cubicBezTo>
                  <a:cubicBezTo>
                    <a:pt x="702390" y="5715"/>
                    <a:pt x="168038" y="108966"/>
                    <a:pt x="32211" y="4732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68B4B2E3-6F03-4BD4-BB28-FCDF5C00B34A}"/>
                </a:ext>
              </a:extLst>
            </p:cNvPr>
            <p:cNvSpPr/>
            <p:nvPr/>
          </p:nvSpPr>
          <p:spPr>
            <a:xfrm>
              <a:off x="6505177" y="2608706"/>
              <a:ext cx="757978" cy="1289494"/>
            </a:xfrm>
            <a:custGeom>
              <a:avLst/>
              <a:gdLst>
                <a:gd name="connsiteX0" fmla="*/ 32211 w 757978"/>
                <a:gd name="connsiteY0" fmla="*/ 473202 h 1289494"/>
                <a:gd name="connsiteX1" fmla="*/ 252143 w 757978"/>
                <a:gd name="connsiteY1" fmla="*/ 1289495 h 1289494"/>
                <a:gd name="connsiteX2" fmla="*/ 675434 w 757978"/>
                <a:gd name="connsiteY2" fmla="*/ 708851 h 1289494"/>
                <a:gd name="connsiteX3" fmla="*/ 733918 w 757978"/>
                <a:gd name="connsiteY3" fmla="*/ 0 h 1289494"/>
                <a:gd name="connsiteX4" fmla="*/ 32211 w 757978"/>
                <a:gd name="connsiteY4" fmla="*/ 473202 h 1289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978" h="1289494">
                  <a:moveTo>
                    <a:pt x="32211" y="473202"/>
                  </a:moveTo>
                  <a:cubicBezTo>
                    <a:pt x="-102377" y="834104"/>
                    <a:pt x="226712" y="1257586"/>
                    <a:pt x="252143" y="1289495"/>
                  </a:cubicBezTo>
                  <a:cubicBezTo>
                    <a:pt x="438167" y="1143857"/>
                    <a:pt x="587423" y="946594"/>
                    <a:pt x="675434" y="708851"/>
                  </a:cubicBezTo>
                  <a:cubicBezTo>
                    <a:pt x="762493" y="473678"/>
                    <a:pt x="778399" y="229457"/>
                    <a:pt x="733918" y="0"/>
                  </a:cubicBezTo>
                  <a:cubicBezTo>
                    <a:pt x="702485" y="5810"/>
                    <a:pt x="168037" y="109061"/>
                    <a:pt x="32211" y="4732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99B404BE-FE54-428A-911D-CAC51B52FD2D}"/>
                </a:ext>
              </a:extLst>
            </p:cNvPr>
            <p:cNvSpPr/>
            <p:nvPr/>
          </p:nvSpPr>
          <p:spPr>
            <a:xfrm>
              <a:off x="2704671" y="1549717"/>
              <a:ext cx="755433" cy="1292256"/>
            </a:xfrm>
            <a:custGeom>
              <a:avLst/>
              <a:gdLst>
                <a:gd name="connsiteX0" fmla="*/ 724043 w 755433"/>
                <a:gd name="connsiteY0" fmla="*/ 816102 h 1292256"/>
                <a:gd name="connsiteX1" fmla="*/ 25574 w 755433"/>
                <a:gd name="connsiteY1" fmla="*/ 1292257 h 1292256"/>
                <a:gd name="connsiteX2" fmla="*/ 82534 w 755433"/>
                <a:gd name="connsiteY2" fmla="*/ 575977 h 1292256"/>
                <a:gd name="connsiteX3" fmla="*/ 499824 w 755433"/>
                <a:gd name="connsiteY3" fmla="*/ 0 h 1292256"/>
                <a:gd name="connsiteX4" fmla="*/ 724043 w 755433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33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658" y="145161"/>
                    <a:pt x="499824" y="0"/>
                  </a:cubicBezTo>
                  <a:cubicBezTo>
                    <a:pt x="519922" y="24860"/>
                    <a:pt x="858250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19526F4F-A482-4075-A175-93D5B6F1862F}"/>
                </a:ext>
              </a:extLst>
            </p:cNvPr>
            <p:cNvSpPr/>
            <p:nvPr/>
          </p:nvSpPr>
          <p:spPr>
            <a:xfrm>
              <a:off x="1876472" y="1243012"/>
              <a:ext cx="755400" cy="1292255"/>
            </a:xfrm>
            <a:custGeom>
              <a:avLst/>
              <a:gdLst>
                <a:gd name="connsiteX0" fmla="*/ 724043 w 755400"/>
                <a:gd name="connsiteY0" fmla="*/ 816102 h 1292256"/>
                <a:gd name="connsiteX1" fmla="*/ 25574 w 755400"/>
                <a:gd name="connsiteY1" fmla="*/ 1292257 h 1292256"/>
                <a:gd name="connsiteX2" fmla="*/ 82534 w 755400"/>
                <a:gd name="connsiteY2" fmla="*/ 575977 h 1292256"/>
                <a:gd name="connsiteX3" fmla="*/ 499824 w 755400"/>
                <a:gd name="connsiteY3" fmla="*/ 0 h 1292256"/>
                <a:gd name="connsiteX4" fmla="*/ 724043 w 755400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00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563" y="145161"/>
                    <a:pt x="499824" y="0"/>
                  </a:cubicBezTo>
                  <a:cubicBezTo>
                    <a:pt x="519922" y="24860"/>
                    <a:pt x="858155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2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noFill/>
          </a:ln>
        </p:spPr>
        <p:txBody>
          <a:bodyPr lIns="0" bIns="360000" anchor="ctr" anchorCtr="0"/>
          <a:lstStyle>
            <a:lvl1pPr marL="527987" indent="-527987">
              <a:buFont typeface="+mj-lt"/>
              <a:buNone/>
              <a:defRPr sz="4333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1. Titre de partie</a:t>
            </a:r>
          </a:p>
        </p:txBody>
      </p:sp>
      <p:sp>
        <p:nvSpPr>
          <p:cNvPr id="23" name="Espace réservé de la date 4">
            <a:extLst>
              <a:ext uri="{FF2B5EF4-FFF2-40B4-BE49-F238E27FC236}">
                <a16:creationId xmlns:a16="http://schemas.microsoft.com/office/drawing/2014/main" id="{979B2E0D-EA57-4BD7-9C3E-D26051B48C1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1"/>
            <a:ext cx="1560000" cy="2825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35" name="Espace réservé du pied de page 8">
            <a:extLst>
              <a:ext uri="{FF2B5EF4-FFF2-40B4-BE49-F238E27FC236}">
                <a16:creationId xmlns:a16="http://schemas.microsoft.com/office/drawing/2014/main" id="{FFFB696E-EECC-4454-8ED3-CA5C36E3B32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présentation sur une seule ligne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995980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titre 6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91A7E33E-EFFD-4ECA-B675-CED70E08C3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8AE072A-0DE3-445C-991B-1FF54D483686}"/>
              </a:ext>
            </a:extLst>
          </p:cNvPr>
          <p:cNvGrpSpPr/>
          <p:nvPr userDrawn="1"/>
        </p:nvGrpSpPr>
        <p:grpSpPr>
          <a:xfrm>
            <a:off x="11341101" y="240140"/>
            <a:ext cx="361951" cy="502176"/>
            <a:chOff x="2719388" y="0"/>
            <a:chExt cx="3708400" cy="5145088"/>
          </a:xfrm>
          <a:solidFill>
            <a:schemeClr val="bg1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6EAAAE4-81CD-4923-9B00-96AA86990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2825" y="4416425"/>
              <a:ext cx="658813" cy="723900"/>
            </a:xfrm>
            <a:custGeom>
              <a:avLst/>
              <a:gdLst>
                <a:gd name="T0" fmla="*/ 258 w 434"/>
                <a:gd name="T1" fmla="*/ 0 h 477"/>
                <a:gd name="T2" fmla="*/ 92 w 434"/>
                <a:gd name="T3" fmla="*/ 67 h 477"/>
                <a:gd name="T4" fmla="*/ 92 w 434"/>
                <a:gd name="T5" fmla="*/ 0 h 477"/>
                <a:gd name="T6" fmla="*/ 0 w 434"/>
                <a:gd name="T7" fmla="*/ 0 h 477"/>
                <a:gd name="T8" fmla="*/ 0 w 434"/>
                <a:gd name="T9" fmla="*/ 477 h 477"/>
                <a:gd name="T10" fmla="*/ 92 w 434"/>
                <a:gd name="T11" fmla="*/ 477 h 477"/>
                <a:gd name="T12" fmla="*/ 92 w 434"/>
                <a:gd name="T13" fmla="*/ 187 h 477"/>
                <a:gd name="T14" fmla="*/ 241 w 434"/>
                <a:gd name="T15" fmla="*/ 76 h 477"/>
                <a:gd name="T16" fmla="*/ 342 w 434"/>
                <a:gd name="T17" fmla="*/ 161 h 477"/>
                <a:gd name="T18" fmla="*/ 342 w 434"/>
                <a:gd name="T19" fmla="*/ 161 h 477"/>
                <a:gd name="T20" fmla="*/ 342 w 434"/>
                <a:gd name="T21" fmla="*/ 477 h 477"/>
                <a:gd name="T22" fmla="*/ 434 w 434"/>
                <a:gd name="T23" fmla="*/ 477 h 477"/>
                <a:gd name="T24" fmla="*/ 434 w 434"/>
                <a:gd name="T25" fmla="*/ 161 h 477"/>
                <a:gd name="T26" fmla="*/ 258 w 434"/>
                <a:gd name="T27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4" h="477">
                  <a:moveTo>
                    <a:pt x="258" y="0"/>
                  </a:moveTo>
                  <a:cubicBezTo>
                    <a:pt x="144" y="0"/>
                    <a:pt x="93" y="65"/>
                    <a:pt x="92" y="6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77"/>
                    <a:pt x="0" y="477"/>
                    <a:pt x="0" y="477"/>
                  </a:cubicBezTo>
                  <a:cubicBezTo>
                    <a:pt x="92" y="477"/>
                    <a:pt x="92" y="477"/>
                    <a:pt x="92" y="47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4" y="117"/>
                    <a:pt x="182" y="76"/>
                    <a:pt x="241" y="76"/>
                  </a:cubicBezTo>
                  <a:cubicBezTo>
                    <a:pt x="285" y="76"/>
                    <a:pt x="342" y="107"/>
                    <a:pt x="342" y="161"/>
                  </a:cubicBezTo>
                  <a:cubicBezTo>
                    <a:pt x="342" y="161"/>
                    <a:pt x="342" y="161"/>
                    <a:pt x="342" y="161"/>
                  </a:cubicBezTo>
                  <a:cubicBezTo>
                    <a:pt x="342" y="477"/>
                    <a:pt x="342" y="477"/>
                    <a:pt x="342" y="477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434" y="161"/>
                    <a:pt x="434" y="161"/>
                    <a:pt x="434" y="161"/>
                  </a:cubicBezTo>
                  <a:cubicBezTo>
                    <a:pt x="434" y="54"/>
                    <a:pt x="355" y="0"/>
                    <a:pt x="2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0BCD58C1-66D1-49A9-817D-EA1CCE1886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26125" y="4405313"/>
              <a:ext cx="601663" cy="738188"/>
            </a:xfrm>
            <a:custGeom>
              <a:avLst/>
              <a:gdLst>
                <a:gd name="T0" fmla="*/ 245 w 396"/>
                <a:gd name="T1" fmla="*/ 201 h 486"/>
                <a:gd name="T2" fmla="*/ 245 w 396"/>
                <a:gd name="T3" fmla="*/ 201 h 486"/>
                <a:gd name="T4" fmla="*/ 162 w 396"/>
                <a:gd name="T5" fmla="*/ 201 h 486"/>
                <a:gd name="T6" fmla="*/ 93 w 396"/>
                <a:gd name="T7" fmla="*/ 140 h 486"/>
                <a:gd name="T8" fmla="*/ 192 w 396"/>
                <a:gd name="T9" fmla="*/ 81 h 486"/>
                <a:gd name="T10" fmla="*/ 336 w 396"/>
                <a:gd name="T11" fmla="*/ 107 h 486"/>
                <a:gd name="T12" fmla="*/ 368 w 396"/>
                <a:gd name="T13" fmla="*/ 33 h 486"/>
                <a:gd name="T14" fmla="*/ 201 w 396"/>
                <a:gd name="T15" fmla="*/ 0 h 486"/>
                <a:gd name="T16" fmla="*/ 5 w 396"/>
                <a:gd name="T17" fmla="*/ 142 h 486"/>
                <a:gd name="T18" fmla="*/ 152 w 396"/>
                <a:gd name="T19" fmla="*/ 285 h 486"/>
                <a:gd name="T20" fmla="*/ 152 w 396"/>
                <a:gd name="T21" fmla="*/ 285 h 486"/>
                <a:gd name="T22" fmla="*/ 235 w 396"/>
                <a:gd name="T23" fmla="*/ 285 h 486"/>
                <a:gd name="T24" fmla="*/ 304 w 396"/>
                <a:gd name="T25" fmla="*/ 346 h 486"/>
                <a:gd name="T26" fmla="*/ 204 w 396"/>
                <a:gd name="T27" fmla="*/ 405 h 486"/>
                <a:gd name="T28" fmla="*/ 44 w 396"/>
                <a:gd name="T29" fmla="*/ 372 h 486"/>
                <a:gd name="T30" fmla="*/ 13 w 396"/>
                <a:gd name="T31" fmla="*/ 446 h 486"/>
                <a:gd name="T32" fmla="*/ 195 w 396"/>
                <a:gd name="T33" fmla="*/ 486 h 486"/>
                <a:gd name="T34" fmla="*/ 391 w 396"/>
                <a:gd name="T35" fmla="*/ 345 h 486"/>
                <a:gd name="T36" fmla="*/ 245 w 396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6" h="486">
                  <a:moveTo>
                    <a:pt x="245" y="201"/>
                  </a:moveTo>
                  <a:cubicBezTo>
                    <a:pt x="245" y="201"/>
                    <a:pt x="245" y="201"/>
                    <a:pt x="245" y="201"/>
                  </a:cubicBezTo>
                  <a:cubicBezTo>
                    <a:pt x="162" y="201"/>
                    <a:pt x="162" y="201"/>
                    <a:pt x="162" y="201"/>
                  </a:cubicBezTo>
                  <a:cubicBezTo>
                    <a:pt x="115" y="201"/>
                    <a:pt x="91" y="183"/>
                    <a:pt x="93" y="140"/>
                  </a:cubicBezTo>
                  <a:cubicBezTo>
                    <a:pt x="95" y="95"/>
                    <a:pt x="144" y="81"/>
                    <a:pt x="192" y="81"/>
                  </a:cubicBezTo>
                  <a:cubicBezTo>
                    <a:pt x="261" y="81"/>
                    <a:pt x="312" y="98"/>
                    <a:pt x="336" y="107"/>
                  </a:cubicBezTo>
                  <a:cubicBezTo>
                    <a:pt x="368" y="33"/>
                    <a:pt x="368" y="33"/>
                    <a:pt x="368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1" y="0"/>
                    <a:pt x="10" y="32"/>
                    <a:pt x="5" y="142"/>
                  </a:cubicBezTo>
                  <a:cubicBezTo>
                    <a:pt x="0" y="248"/>
                    <a:pt x="74" y="283"/>
                    <a:pt x="152" y="285"/>
                  </a:cubicBezTo>
                  <a:cubicBezTo>
                    <a:pt x="152" y="285"/>
                    <a:pt x="152" y="285"/>
                    <a:pt x="152" y="285"/>
                  </a:cubicBezTo>
                  <a:cubicBezTo>
                    <a:pt x="235" y="285"/>
                    <a:pt x="235" y="285"/>
                    <a:pt x="235" y="285"/>
                  </a:cubicBezTo>
                  <a:cubicBezTo>
                    <a:pt x="281" y="285"/>
                    <a:pt x="306" y="303"/>
                    <a:pt x="304" y="346"/>
                  </a:cubicBezTo>
                  <a:cubicBezTo>
                    <a:pt x="302" y="391"/>
                    <a:pt x="253" y="405"/>
                    <a:pt x="204" y="405"/>
                  </a:cubicBezTo>
                  <a:cubicBezTo>
                    <a:pt x="106" y="405"/>
                    <a:pt x="44" y="372"/>
                    <a:pt x="44" y="372"/>
                  </a:cubicBezTo>
                  <a:cubicBezTo>
                    <a:pt x="13" y="446"/>
                    <a:pt x="13" y="446"/>
                    <a:pt x="13" y="446"/>
                  </a:cubicBezTo>
                  <a:cubicBezTo>
                    <a:pt x="13" y="446"/>
                    <a:pt x="83" y="486"/>
                    <a:pt x="195" y="486"/>
                  </a:cubicBezTo>
                  <a:cubicBezTo>
                    <a:pt x="276" y="486"/>
                    <a:pt x="387" y="454"/>
                    <a:pt x="391" y="345"/>
                  </a:cubicBezTo>
                  <a:cubicBezTo>
                    <a:pt x="396" y="238"/>
                    <a:pt x="322" y="203"/>
                    <a:pt x="245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AE8DB6E-B1F5-4293-BB50-9FC333A20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026025" y="4402138"/>
              <a:ext cx="700088" cy="742950"/>
            </a:xfrm>
            <a:custGeom>
              <a:avLst/>
              <a:gdLst>
                <a:gd name="T0" fmla="*/ 234 w 460"/>
                <a:gd name="T1" fmla="*/ 0 h 489"/>
                <a:gd name="T2" fmla="*/ 0 w 460"/>
                <a:gd name="T3" fmla="*/ 249 h 489"/>
                <a:gd name="T4" fmla="*/ 256 w 460"/>
                <a:gd name="T5" fmla="*/ 489 h 489"/>
                <a:gd name="T6" fmla="*/ 437 w 460"/>
                <a:gd name="T7" fmla="*/ 449 h 489"/>
                <a:gd name="T8" fmla="*/ 403 w 460"/>
                <a:gd name="T9" fmla="*/ 378 h 489"/>
                <a:gd name="T10" fmla="*/ 253 w 460"/>
                <a:gd name="T11" fmla="*/ 408 h 489"/>
                <a:gd name="T12" fmla="*/ 96 w 460"/>
                <a:gd name="T13" fmla="*/ 285 h 489"/>
                <a:gd name="T14" fmla="*/ 367 w 460"/>
                <a:gd name="T15" fmla="*/ 285 h 489"/>
                <a:gd name="T16" fmla="*/ 460 w 460"/>
                <a:gd name="T17" fmla="*/ 285 h 489"/>
                <a:gd name="T18" fmla="*/ 460 w 460"/>
                <a:gd name="T19" fmla="*/ 243 h 489"/>
                <a:gd name="T20" fmla="*/ 234 w 460"/>
                <a:gd name="T21" fmla="*/ 0 h 489"/>
                <a:gd name="T22" fmla="*/ 97 w 460"/>
                <a:gd name="T23" fmla="*/ 209 h 489"/>
                <a:gd name="T24" fmla="*/ 238 w 460"/>
                <a:gd name="T25" fmla="*/ 79 h 489"/>
                <a:gd name="T26" fmla="*/ 366 w 460"/>
                <a:gd name="T27" fmla="*/ 209 h 489"/>
                <a:gd name="T28" fmla="*/ 97 w 460"/>
                <a:gd name="T29" fmla="*/ 20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0" h="489">
                  <a:moveTo>
                    <a:pt x="234" y="0"/>
                  </a:moveTo>
                  <a:cubicBezTo>
                    <a:pt x="101" y="0"/>
                    <a:pt x="0" y="77"/>
                    <a:pt x="0" y="249"/>
                  </a:cubicBezTo>
                  <a:cubicBezTo>
                    <a:pt x="0" y="421"/>
                    <a:pt x="127" y="489"/>
                    <a:pt x="256" y="489"/>
                  </a:cubicBezTo>
                  <a:cubicBezTo>
                    <a:pt x="375" y="489"/>
                    <a:pt x="437" y="449"/>
                    <a:pt x="437" y="449"/>
                  </a:cubicBezTo>
                  <a:cubicBezTo>
                    <a:pt x="403" y="378"/>
                    <a:pt x="403" y="378"/>
                    <a:pt x="403" y="378"/>
                  </a:cubicBezTo>
                  <a:cubicBezTo>
                    <a:pt x="403" y="378"/>
                    <a:pt x="357" y="408"/>
                    <a:pt x="253" y="408"/>
                  </a:cubicBezTo>
                  <a:cubicBezTo>
                    <a:pt x="182" y="408"/>
                    <a:pt x="106" y="386"/>
                    <a:pt x="96" y="285"/>
                  </a:cubicBezTo>
                  <a:cubicBezTo>
                    <a:pt x="367" y="285"/>
                    <a:pt x="367" y="285"/>
                    <a:pt x="367" y="285"/>
                  </a:cubicBezTo>
                  <a:cubicBezTo>
                    <a:pt x="460" y="285"/>
                    <a:pt x="460" y="285"/>
                    <a:pt x="460" y="285"/>
                  </a:cubicBezTo>
                  <a:cubicBezTo>
                    <a:pt x="460" y="243"/>
                    <a:pt x="460" y="243"/>
                    <a:pt x="460" y="243"/>
                  </a:cubicBezTo>
                  <a:cubicBezTo>
                    <a:pt x="460" y="87"/>
                    <a:pt x="388" y="0"/>
                    <a:pt x="234" y="0"/>
                  </a:cubicBezTo>
                  <a:close/>
                  <a:moveTo>
                    <a:pt x="97" y="209"/>
                  </a:moveTo>
                  <a:cubicBezTo>
                    <a:pt x="108" y="108"/>
                    <a:pt x="159" y="79"/>
                    <a:pt x="238" y="79"/>
                  </a:cubicBezTo>
                  <a:cubicBezTo>
                    <a:pt x="322" y="79"/>
                    <a:pt x="360" y="119"/>
                    <a:pt x="366" y="209"/>
                  </a:cubicBezTo>
                  <a:lnTo>
                    <a:pt x="97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EC8E473-602C-4ABE-8E74-27DE0B2568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35463" y="4405313"/>
              <a:ext cx="600075" cy="738188"/>
            </a:xfrm>
            <a:custGeom>
              <a:avLst/>
              <a:gdLst>
                <a:gd name="T0" fmla="*/ 244 w 395"/>
                <a:gd name="T1" fmla="*/ 201 h 486"/>
                <a:gd name="T2" fmla="*/ 244 w 395"/>
                <a:gd name="T3" fmla="*/ 201 h 486"/>
                <a:gd name="T4" fmla="*/ 161 w 395"/>
                <a:gd name="T5" fmla="*/ 201 h 486"/>
                <a:gd name="T6" fmla="*/ 92 w 395"/>
                <a:gd name="T7" fmla="*/ 140 h 486"/>
                <a:gd name="T8" fmla="*/ 191 w 395"/>
                <a:gd name="T9" fmla="*/ 81 h 486"/>
                <a:gd name="T10" fmla="*/ 336 w 395"/>
                <a:gd name="T11" fmla="*/ 107 h 486"/>
                <a:gd name="T12" fmla="*/ 367 w 395"/>
                <a:gd name="T13" fmla="*/ 33 h 486"/>
                <a:gd name="T14" fmla="*/ 201 w 395"/>
                <a:gd name="T15" fmla="*/ 0 h 486"/>
                <a:gd name="T16" fmla="*/ 4 w 395"/>
                <a:gd name="T17" fmla="*/ 142 h 486"/>
                <a:gd name="T18" fmla="*/ 151 w 395"/>
                <a:gd name="T19" fmla="*/ 285 h 486"/>
                <a:gd name="T20" fmla="*/ 151 w 395"/>
                <a:gd name="T21" fmla="*/ 285 h 486"/>
                <a:gd name="T22" fmla="*/ 234 w 395"/>
                <a:gd name="T23" fmla="*/ 285 h 486"/>
                <a:gd name="T24" fmla="*/ 303 w 395"/>
                <a:gd name="T25" fmla="*/ 346 h 486"/>
                <a:gd name="T26" fmla="*/ 203 w 395"/>
                <a:gd name="T27" fmla="*/ 405 h 486"/>
                <a:gd name="T28" fmla="*/ 44 w 395"/>
                <a:gd name="T29" fmla="*/ 372 h 486"/>
                <a:gd name="T30" fmla="*/ 12 w 395"/>
                <a:gd name="T31" fmla="*/ 446 h 486"/>
                <a:gd name="T32" fmla="*/ 194 w 395"/>
                <a:gd name="T33" fmla="*/ 486 h 486"/>
                <a:gd name="T34" fmla="*/ 391 w 395"/>
                <a:gd name="T35" fmla="*/ 345 h 486"/>
                <a:gd name="T36" fmla="*/ 244 w 395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5" h="486">
                  <a:moveTo>
                    <a:pt x="244" y="201"/>
                  </a:moveTo>
                  <a:cubicBezTo>
                    <a:pt x="244" y="201"/>
                    <a:pt x="244" y="201"/>
                    <a:pt x="244" y="201"/>
                  </a:cubicBezTo>
                  <a:cubicBezTo>
                    <a:pt x="161" y="201"/>
                    <a:pt x="161" y="201"/>
                    <a:pt x="161" y="201"/>
                  </a:cubicBezTo>
                  <a:cubicBezTo>
                    <a:pt x="115" y="201"/>
                    <a:pt x="90" y="183"/>
                    <a:pt x="92" y="140"/>
                  </a:cubicBezTo>
                  <a:cubicBezTo>
                    <a:pt x="94" y="95"/>
                    <a:pt x="143" y="81"/>
                    <a:pt x="191" y="81"/>
                  </a:cubicBezTo>
                  <a:cubicBezTo>
                    <a:pt x="260" y="81"/>
                    <a:pt x="311" y="98"/>
                    <a:pt x="336" y="107"/>
                  </a:cubicBezTo>
                  <a:cubicBezTo>
                    <a:pt x="367" y="33"/>
                    <a:pt x="367" y="33"/>
                    <a:pt x="367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0" y="0"/>
                    <a:pt x="9" y="32"/>
                    <a:pt x="4" y="142"/>
                  </a:cubicBezTo>
                  <a:cubicBezTo>
                    <a:pt x="0" y="248"/>
                    <a:pt x="74" y="283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234" y="285"/>
                    <a:pt x="234" y="285"/>
                    <a:pt x="234" y="285"/>
                  </a:cubicBezTo>
                  <a:cubicBezTo>
                    <a:pt x="280" y="285"/>
                    <a:pt x="305" y="303"/>
                    <a:pt x="303" y="346"/>
                  </a:cubicBezTo>
                  <a:cubicBezTo>
                    <a:pt x="301" y="391"/>
                    <a:pt x="252" y="405"/>
                    <a:pt x="203" y="405"/>
                  </a:cubicBezTo>
                  <a:cubicBezTo>
                    <a:pt x="105" y="405"/>
                    <a:pt x="44" y="372"/>
                    <a:pt x="44" y="372"/>
                  </a:cubicBezTo>
                  <a:cubicBezTo>
                    <a:pt x="12" y="446"/>
                    <a:pt x="12" y="446"/>
                    <a:pt x="12" y="446"/>
                  </a:cubicBezTo>
                  <a:cubicBezTo>
                    <a:pt x="12" y="446"/>
                    <a:pt x="83" y="486"/>
                    <a:pt x="194" y="486"/>
                  </a:cubicBezTo>
                  <a:cubicBezTo>
                    <a:pt x="275" y="486"/>
                    <a:pt x="386" y="454"/>
                    <a:pt x="391" y="345"/>
                  </a:cubicBezTo>
                  <a:cubicBezTo>
                    <a:pt x="395" y="238"/>
                    <a:pt x="321" y="203"/>
                    <a:pt x="244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4FE414C-3DB9-4FE9-B834-0A39C9D48A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19388" y="4406900"/>
              <a:ext cx="671513" cy="735013"/>
            </a:xfrm>
            <a:custGeom>
              <a:avLst/>
              <a:gdLst>
                <a:gd name="T0" fmla="*/ 220 w 442"/>
                <a:gd name="T1" fmla="*/ 0 h 484"/>
                <a:gd name="T2" fmla="*/ 39 w 442"/>
                <a:gd name="T3" fmla="*/ 30 h 484"/>
                <a:gd name="T4" fmla="*/ 75 w 442"/>
                <a:gd name="T5" fmla="*/ 104 h 484"/>
                <a:gd name="T6" fmla="*/ 230 w 442"/>
                <a:gd name="T7" fmla="*/ 81 h 484"/>
                <a:gd name="T8" fmla="*/ 350 w 442"/>
                <a:gd name="T9" fmla="*/ 168 h 484"/>
                <a:gd name="T10" fmla="*/ 350 w 442"/>
                <a:gd name="T11" fmla="*/ 196 h 484"/>
                <a:gd name="T12" fmla="*/ 168 w 442"/>
                <a:gd name="T13" fmla="*/ 196 h 484"/>
                <a:gd name="T14" fmla="*/ 0 w 442"/>
                <a:gd name="T15" fmla="*/ 339 h 484"/>
                <a:gd name="T16" fmla="*/ 181 w 442"/>
                <a:gd name="T17" fmla="*/ 484 h 484"/>
                <a:gd name="T18" fmla="*/ 350 w 442"/>
                <a:gd name="T19" fmla="*/ 417 h 484"/>
                <a:gd name="T20" fmla="*/ 350 w 442"/>
                <a:gd name="T21" fmla="*/ 484 h 484"/>
                <a:gd name="T22" fmla="*/ 442 w 442"/>
                <a:gd name="T23" fmla="*/ 484 h 484"/>
                <a:gd name="T24" fmla="*/ 442 w 442"/>
                <a:gd name="T25" fmla="*/ 142 h 484"/>
                <a:gd name="T26" fmla="*/ 220 w 442"/>
                <a:gd name="T27" fmla="*/ 0 h 484"/>
                <a:gd name="T28" fmla="*/ 350 w 442"/>
                <a:gd name="T29" fmla="*/ 295 h 484"/>
                <a:gd name="T30" fmla="*/ 198 w 442"/>
                <a:gd name="T31" fmla="*/ 407 h 484"/>
                <a:gd name="T32" fmla="*/ 95 w 442"/>
                <a:gd name="T33" fmla="*/ 338 h 484"/>
                <a:gd name="T34" fmla="*/ 173 w 442"/>
                <a:gd name="T35" fmla="*/ 269 h 484"/>
                <a:gd name="T36" fmla="*/ 350 w 442"/>
                <a:gd name="T37" fmla="*/ 269 h 484"/>
                <a:gd name="T38" fmla="*/ 350 w 442"/>
                <a:gd name="T39" fmla="*/ 295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2" h="484">
                  <a:moveTo>
                    <a:pt x="220" y="0"/>
                  </a:moveTo>
                  <a:cubicBezTo>
                    <a:pt x="135" y="0"/>
                    <a:pt x="72" y="18"/>
                    <a:pt x="39" y="30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105" y="95"/>
                    <a:pt x="159" y="81"/>
                    <a:pt x="230" y="81"/>
                  </a:cubicBezTo>
                  <a:cubicBezTo>
                    <a:pt x="285" y="81"/>
                    <a:pt x="350" y="96"/>
                    <a:pt x="350" y="168"/>
                  </a:cubicBezTo>
                  <a:cubicBezTo>
                    <a:pt x="350" y="168"/>
                    <a:pt x="350" y="194"/>
                    <a:pt x="350" y="196"/>
                  </a:cubicBezTo>
                  <a:cubicBezTo>
                    <a:pt x="168" y="196"/>
                    <a:pt x="168" y="196"/>
                    <a:pt x="168" y="196"/>
                  </a:cubicBezTo>
                  <a:cubicBezTo>
                    <a:pt x="75" y="196"/>
                    <a:pt x="0" y="229"/>
                    <a:pt x="0" y="339"/>
                  </a:cubicBezTo>
                  <a:cubicBezTo>
                    <a:pt x="0" y="438"/>
                    <a:pt x="81" y="484"/>
                    <a:pt x="181" y="484"/>
                  </a:cubicBezTo>
                  <a:cubicBezTo>
                    <a:pt x="298" y="484"/>
                    <a:pt x="350" y="417"/>
                    <a:pt x="350" y="417"/>
                  </a:cubicBezTo>
                  <a:cubicBezTo>
                    <a:pt x="350" y="484"/>
                    <a:pt x="350" y="484"/>
                    <a:pt x="350" y="484"/>
                  </a:cubicBezTo>
                  <a:cubicBezTo>
                    <a:pt x="442" y="484"/>
                    <a:pt x="442" y="484"/>
                    <a:pt x="442" y="484"/>
                  </a:cubicBezTo>
                  <a:cubicBezTo>
                    <a:pt x="442" y="142"/>
                    <a:pt x="442" y="142"/>
                    <a:pt x="442" y="142"/>
                  </a:cubicBezTo>
                  <a:cubicBezTo>
                    <a:pt x="437" y="32"/>
                    <a:pt x="311" y="0"/>
                    <a:pt x="220" y="0"/>
                  </a:cubicBezTo>
                  <a:close/>
                  <a:moveTo>
                    <a:pt x="350" y="295"/>
                  </a:moveTo>
                  <a:cubicBezTo>
                    <a:pt x="350" y="366"/>
                    <a:pt x="258" y="407"/>
                    <a:pt x="198" y="407"/>
                  </a:cubicBezTo>
                  <a:cubicBezTo>
                    <a:pt x="153" y="407"/>
                    <a:pt x="95" y="392"/>
                    <a:pt x="95" y="338"/>
                  </a:cubicBezTo>
                  <a:cubicBezTo>
                    <a:pt x="95" y="284"/>
                    <a:pt x="126" y="269"/>
                    <a:pt x="173" y="269"/>
                  </a:cubicBezTo>
                  <a:cubicBezTo>
                    <a:pt x="350" y="269"/>
                    <a:pt x="350" y="269"/>
                    <a:pt x="350" y="269"/>
                  </a:cubicBezTo>
                  <a:lnTo>
                    <a:pt x="350" y="2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CCE5207A-3E84-4DC4-A07C-47027DA0FF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5850" y="0"/>
              <a:ext cx="1914525" cy="965200"/>
            </a:xfrm>
            <a:custGeom>
              <a:avLst/>
              <a:gdLst>
                <a:gd name="T0" fmla="*/ 1260 w 1260"/>
                <a:gd name="T1" fmla="*/ 183 h 636"/>
                <a:gd name="T2" fmla="*/ 632 w 1260"/>
                <a:gd name="T3" fmla="*/ 0 h 636"/>
                <a:gd name="T4" fmla="*/ 0 w 1260"/>
                <a:gd name="T5" fmla="*/ 174 h 636"/>
                <a:gd name="T6" fmla="*/ 630 w 1260"/>
                <a:gd name="T7" fmla="*/ 635 h 636"/>
                <a:gd name="T8" fmla="*/ 1260 w 1260"/>
                <a:gd name="T9" fmla="*/ 183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0" h="636">
                  <a:moveTo>
                    <a:pt x="1260" y="183"/>
                  </a:moveTo>
                  <a:cubicBezTo>
                    <a:pt x="1088" y="73"/>
                    <a:pt x="862" y="0"/>
                    <a:pt x="632" y="0"/>
                  </a:cubicBezTo>
                  <a:cubicBezTo>
                    <a:pt x="418" y="0"/>
                    <a:pt x="197" y="52"/>
                    <a:pt x="0" y="174"/>
                  </a:cubicBezTo>
                  <a:cubicBezTo>
                    <a:pt x="0" y="174"/>
                    <a:pt x="269" y="634"/>
                    <a:pt x="630" y="635"/>
                  </a:cubicBezTo>
                  <a:cubicBezTo>
                    <a:pt x="992" y="636"/>
                    <a:pt x="1260" y="183"/>
                    <a:pt x="1260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77B6E331-2620-41C0-B97C-1B12164FD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2563" y="436563"/>
              <a:ext cx="1201738" cy="1819275"/>
            </a:xfrm>
            <a:custGeom>
              <a:avLst/>
              <a:gdLst>
                <a:gd name="T0" fmla="*/ 438 w 791"/>
                <a:gd name="T1" fmla="*/ 0 h 1198"/>
                <a:gd name="T2" fmla="*/ 75 w 791"/>
                <a:gd name="T3" fmla="*/ 545 h 1198"/>
                <a:gd name="T4" fmla="*/ 52 w 791"/>
                <a:gd name="T5" fmla="*/ 1198 h 1198"/>
                <a:gd name="T6" fmla="*/ 679 w 791"/>
                <a:gd name="T7" fmla="*/ 742 h 1198"/>
                <a:gd name="T8" fmla="*/ 438 w 791"/>
                <a:gd name="T9" fmla="*/ 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1" h="1198">
                  <a:moveTo>
                    <a:pt x="438" y="0"/>
                  </a:moveTo>
                  <a:cubicBezTo>
                    <a:pt x="273" y="139"/>
                    <a:pt x="147" y="326"/>
                    <a:pt x="75" y="545"/>
                  </a:cubicBezTo>
                  <a:cubicBezTo>
                    <a:pt x="4" y="764"/>
                    <a:pt x="0" y="981"/>
                    <a:pt x="52" y="1198"/>
                  </a:cubicBezTo>
                  <a:cubicBezTo>
                    <a:pt x="52" y="1198"/>
                    <a:pt x="566" y="1086"/>
                    <a:pt x="679" y="742"/>
                  </a:cubicBezTo>
                  <a:cubicBezTo>
                    <a:pt x="791" y="399"/>
                    <a:pt x="438" y="0"/>
                    <a:pt x="4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DA1FDC7C-42C8-4041-B97D-F2CA92B557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82900" y="2185988"/>
              <a:ext cx="1622425" cy="1447800"/>
            </a:xfrm>
            <a:custGeom>
              <a:avLst/>
              <a:gdLst>
                <a:gd name="T0" fmla="*/ 0 w 1067"/>
                <a:gd name="T1" fmla="*/ 211 h 954"/>
                <a:gd name="T2" fmla="*/ 401 w 1067"/>
                <a:gd name="T3" fmla="*/ 726 h 954"/>
                <a:gd name="T4" fmla="*/ 1016 w 1067"/>
                <a:gd name="T5" fmla="*/ 954 h 954"/>
                <a:gd name="T6" fmla="*/ 775 w 1067"/>
                <a:gd name="T7" fmla="*/ 213 h 954"/>
                <a:gd name="T8" fmla="*/ 0 w 1067"/>
                <a:gd name="T9" fmla="*/ 211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7" h="954">
                  <a:moveTo>
                    <a:pt x="0" y="211"/>
                  </a:moveTo>
                  <a:cubicBezTo>
                    <a:pt x="84" y="414"/>
                    <a:pt x="218" y="590"/>
                    <a:pt x="401" y="726"/>
                  </a:cubicBezTo>
                  <a:cubicBezTo>
                    <a:pt x="586" y="863"/>
                    <a:pt x="810" y="941"/>
                    <a:pt x="1016" y="954"/>
                  </a:cubicBezTo>
                  <a:cubicBezTo>
                    <a:pt x="1016" y="954"/>
                    <a:pt x="1067" y="426"/>
                    <a:pt x="775" y="213"/>
                  </a:cubicBezTo>
                  <a:cubicBezTo>
                    <a:pt x="483" y="0"/>
                    <a:pt x="0" y="211"/>
                    <a:pt x="0" y="2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7F7052C-55C2-4219-9B97-3B0041EC6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5500" y="2182813"/>
              <a:ext cx="1627188" cy="1450975"/>
            </a:xfrm>
            <a:custGeom>
              <a:avLst/>
              <a:gdLst>
                <a:gd name="T0" fmla="*/ 58 w 1071"/>
                <a:gd name="T1" fmla="*/ 956 h 956"/>
                <a:gd name="T2" fmla="*/ 669 w 1071"/>
                <a:gd name="T3" fmla="*/ 725 h 956"/>
                <a:gd name="T4" fmla="*/ 1071 w 1071"/>
                <a:gd name="T5" fmla="*/ 207 h 956"/>
                <a:gd name="T6" fmla="*/ 291 w 1071"/>
                <a:gd name="T7" fmla="*/ 215 h 956"/>
                <a:gd name="T8" fmla="*/ 58 w 1071"/>
                <a:gd name="T9" fmla="*/ 956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1" h="956">
                  <a:moveTo>
                    <a:pt x="58" y="956"/>
                  </a:moveTo>
                  <a:cubicBezTo>
                    <a:pt x="289" y="933"/>
                    <a:pt x="482" y="860"/>
                    <a:pt x="669" y="725"/>
                  </a:cubicBezTo>
                  <a:cubicBezTo>
                    <a:pt x="850" y="594"/>
                    <a:pt x="987" y="409"/>
                    <a:pt x="1071" y="207"/>
                  </a:cubicBezTo>
                  <a:cubicBezTo>
                    <a:pt x="1071" y="207"/>
                    <a:pt x="581" y="0"/>
                    <a:pt x="291" y="215"/>
                  </a:cubicBezTo>
                  <a:cubicBezTo>
                    <a:pt x="0" y="431"/>
                    <a:pt x="58" y="956"/>
                    <a:pt x="58" y="9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CD66E80E-6FF0-460D-B6F3-3BFD4976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9700" y="439738"/>
              <a:ext cx="1195388" cy="1819275"/>
            </a:xfrm>
            <a:custGeom>
              <a:avLst/>
              <a:gdLst>
                <a:gd name="T0" fmla="*/ 737 w 787"/>
                <a:gd name="T1" fmla="*/ 1198 h 1198"/>
                <a:gd name="T2" fmla="*/ 715 w 787"/>
                <a:gd name="T3" fmla="*/ 544 h 1198"/>
                <a:gd name="T4" fmla="*/ 355 w 787"/>
                <a:gd name="T5" fmla="*/ 0 h 1198"/>
                <a:gd name="T6" fmla="*/ 111 w 787"/>
                <a:gd name="T7" fmla="*/ 739 h 1198"/>
                <a:gd name="T8" fmla="*/ 737 w 787"/>
                <a:gd name="T9" fmla="*/ 1198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7" h="1198">
                  <a:moveTo>
                    <a:pt x="737" y="1198"/>
                  </a:moveTo>
                  <a:cubicBezTo>
                    <a:pt x="787" y="991"/>
                    <a:pt x="786" y="764"/>
                    <a:pt x="715" y="544"/>
                  </a:cubicBezTo>
                  <a:cubicBezTo>
                    <a:pt x="645" y="325"/>
                    <a:pt x="518" y="144"/>
                    <a:pt x="355" y="0"/>
                  </a:cubicBezTo>
                  <a:cubicBezTo>
                    <a:pt x="355" y="0"/>
                    <a:pt x="0" y="395"/>
                    <a:pt x="111" y="739"/>
                  </a:cubicBezTo>
                  <a:cubicBezTo>
                    <a:pt x="222" y="1083"/>
                    <a:pt x="737" y="1198"/>
                    <a:pt x="737" y="1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14A9D647-00F2-4C4B-BEB2-D75043DB8D0E}"/>
              </a:ext>
            </a:extLst>
          </p:cNvPr>
          <p:cNvGrpSpPr/>
          <p:nvPr userDrawn="1"/>
        </p:nvGrpSpPr>
        <p:grpSpPr>
          <a:xfrm>
            <a:off x="7002138" y="1700147"/>
            <a:ext cx="3394929" cy="3339213"/>
            <a:chOff x="2019290" y="61899"/>
            <a:chExt cx="5102087" cy="5018353"/>
          </a:xfrm>
          <a:solidFill>
            <a:srgbClr val="00AC8C"/>
          </a:solidFill>
        </p:grpSpPr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0A3EC673-E299-4D73-87EC-841B629A6F7B}"/>
                </a:ext>
              </a:extLst>
            </p:cNvPr>
            <p:cNvSpPr/>
            <p:nvPr/>
          </p:nvSpPr>
          <p:spPr>
            <a:xfrm>
              <a:off x="3946207" y="61899"/>
              <a:ext cx="1278731" cy="636387"/>
            </a:xfrm>
            <a:custGeom>
              <a:avLst/>
              <a:gdLst>
                <a:gd name="connsiteX0" fmla="*/ 636651 w 1278731"/>
                <a:gd name="connsiteY0" fmla="*/ 636378 h 636387"/>
                <a:gd name="connsiteX1" fmla="*/ 1278731 w 1278731"/>
                <a:gd name="connsiteY1" fmla="*/ 184226 h 636387"/>
                <a:gd name="connsiteX2" fmla="*/ 637127 w 1278731"/>
                <a:gd name="connsiteY2" fmla="*/ 13 h 636387"/>
                <a:gd name="connsiteX3" fmla="*/ 0 w 1278731"/>
                <a:gd name="connsiteY3" fmla="*/ 174987 h 636387"/>
                <a:gd name="connsiteX4" fmla="*/ 636651 w 1278731"/>
                <a:gd name="connsiteY4" fmla="*/ 636378 h 636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8731" h="636387">
                  <a:moveTo>
                    <a:pt x="636651" y="636378"/>
                  </a:moveTo>
                  <a:cubicBezTo>
                    <a:pt x="994505" y="638759"/>
                    <a:pt x="1259015" y="216516"/>
                    <a:pt x="1278731" y="184226"/>
                  </a:cubicBezTo>
                  <a:cubicBezTo>
                    <a:pt x="1092422" y="68402"/>
                    <a:pt x="872681" y="1060"/>
                    <a:pt x="637127" y="13"/>
                  </a:cubicBezTo>
                  <a:cubicBezTo>
                    <a:pt x="404146" y="-1035"/>
                    <a:pt x="186023" y="63068"/>
                    <a:pt x="0" y="174987"/>
                  </a:cubicBezTo>
                  <a:cubicBezTo>
                    <a:pt x="15145" y="200609"/>
                    <a:pt x="275558" y="633997"/>
                    <a:pt x="636651" y="63637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CF3A35DC-7A8C-4C7B-88C4-1FD4E5E65E5A}"/>
                </a:ext>
              </a:extLst>
            </p:cNvPr>
            <p:cNvSpPr/>
            <p:nvPr/>
          </p:nvSpPr>
          <p:spPr>
            <a:xfrm>
              <a:off x="2019290" y="1219294"/>
              <a:ext cx="690590" cy="1213103"/>
            </a:xfrm>
            <a:custGeom>
              <a:avLst/>
              <a:gdLst>
                <a:gd name="connsiteX0" fmla="*/ 666569 w 690590"/>
                <a:gd name="connsiteY0" fmla="*/ 750189 h 1213103"/>
                <a:gd name="connsiteX1" fmla="*/ 435207 w 690590"/>
                <a:gd name="connsiteY1" fmla="*/ 0 h 1213103"/>
                <a:gd name="connsiteX2" fmla="*/ 10 w 690590"/>
                <a:gd name="connsiteY2" fmla="*/ 932021 h 1213103"/>
                <a:gd name="connsiteX3" fmla="*/ 31157 w 690590"/>
                <a:gd name="connsiteY3" fmla="*/ 1213104 h 1213103"/>
                <a:gd name="connsiteX4" fmla="*/ 666569 w 690590"/>
                <a:gd name="connsiteY4" fmla="*/ 750189 h 1213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590" h="1213103">
                  <a:moveTo>
                    <a:pt x="666569" y="750189"/>
                  </a:moveTo>
                  <a:cubicBezTo>
                    <a:pt x="779060" y="411575"/>
                    <a:pt x="461401" y="30575"/>
                    <a:pt x="435207" y="0"/>
                  </a:cubicBezTo>
                  <a:cubicBezTo>
                    <a:pt x="170412" y="223933"/>
                    <a:pt x="1629" y="558070"/>
                    <a:pt x="10" y="932021"/>
                  </a:cubicBezTo>
                  <a:cubicBezTo>
                    <a:pt x="-371" y="1028700"/>
                    <a:pt x="10392" y="1122712"/>
                    <a:pt x="31157" y="1213104"/>
                  </a:cubicBezTo>
                  <a:cubicBezTo>
                    <a:pt x="60970" y="1206532"/>
                    <a:pt x="552841" y="1092613"/>
                    <a:pt x="666569" y="7501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5D2C7748-445A-4908-A98D-8C1800ABBEA7}"/>
                </a:ext>
              </a:extLst>
            </p:cNvPr>
            <p:cNvSpPr/>
            <p:nvPr/>
          </p:nvSpPr>
          <p:spPr>
            <a:xfrm>
              <a:off x="2496692" y="4219701"/>
              <a:ext cx="1029858" cy="848932"/>
            </a:xfrm>
            <a:custGeom>
              <a:avLst/>
              <a:gdLst>
                <a:gd name="connsiteX0" fmla="*/ 782003 w 1029858"/>
                <a:gd name="connsiteY0" fmla="*/ 100934 h 848932"/>
                <a:gd name="connsiteX1" fmla="*/ 0 w 1029858"/>
                <a:gd name="connsiteY1" fmla="*/ 87980 h 848932"/>
                <a:gd name="connsiteX2" fmla="*/ 1025843 w 1029858"/>
                <a:gd name="connsiteY2" fmla="*/ 848932 h 848932"/>
                <a:gd name="connsiteX3" fmla="*/ 782003 w 1029858"/>
                <a:gd name="connsiteY3" fmla="*/ 100934 h 8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9858" h="848932">
                  <a:moveTo>
                    <a:pt x="782003" y="100934"/>
                  </a:moveTo>
                  <a:cubicBezTo>
                    <a:pt x="500824" y="-106140"/>
                    <a:pt x="53912" y="65977"/>
                    <a:pt x="0" y="87980"/>
                  </a:cubicBezTo>
                  <a:cubicBezTo>
                    <a:pt x="168783" y="504127"/>
                    <a:pt x="559403" y="806927"/>
                    <a:pt x="1025843" y="848932"/>
                  </a:cubicBezTo>
                  <a:cubicBezTo>
                    <a:pt x="1028033" y="826358"/>
                    <a:pt x="1074896" y="316770"/>
                    <a:pt x="782003" y="1009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D5AF26B3-A801-478A-995F-0DB30CC90980}"/>
                </a:ext>
              </a:extLst>
            </p:cNvPr>
            <p:cNvSpPr/>
            <p:nvPr/>
          </p:nvSpPr>
          <p:spPr>
            <a:xfrm>
              <a:off x="5578922" y="4238632"/>
              <a:ext cx="1038571" cy="841620"/>
            </a:xfrm>
            <a:custGeom>
              <a:avLst/>
              <a:gdLst>
                <a:gd name="connsiteX0" fmla="*/ 256474 w 1038571"/>
                <a:gd name="connsiteY0" fmla="*/ 96385 h 841620"/>
                <a:gd name="connsiteX1" fmla="*/ 2918 w 1038571"/>
                <a:gd name="connsiteY1" fmla="*/ 841621 h 841620"/>
                <a:gd name="connsiteX2" fmla="*/ 1038572 w 1038571"/>
                <a:gd name="connsiteY2" fmla="*/ 93623 h 841620"/>
                <a:gd name="connsiteX3" fmla="*/ 256474 w 1038571"/>
                <a:gd name="connsiteY3" fmla="*/ 96385 h 841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571" h="841620">
                  <a:moveTo>
                    <a:pt x="256474" y="96385"/>
                  </a:moveTo>
                  <a:cubicBezTo>
                    <a:pt x="-42040" y="310221"/>
                    <a:pt x="1680" y="828095"/>
                    <a:pt x="2918" y="841621"/>
                  </a:cubicBezTo>
                  <a:cubicBezTo>
                    <a:pt x="470215" y="805521"/>
                    <a:pt x="864550" y="507484"/>
                    <a:pt x="1038572" y="93623"/>
                  </a:cubicBezTo>
                  <a:cubicBezTo>
                    <a:pt x="984660" y="70953"/>
                    <a:pt x="540224" y="-106879"/>
                    <a:pt x="256474" y="9638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D7071253-7A44-447C-B7DF-70C0E1AD248E}"/>
                </a:ext>
              </a:extLst>
            </p:cNvPr>
            <p:cNvSpPr/>
            <p:nvPr/>
          </p:nvSpPr>
          <p:spPr>
            <a:xfrm>
              <a:off x="6435072" y="1236916"/>
              <a:ext cx="686305" cy="1214342"/>
            </a:xfrm>
            <a:custGeom>
              <a:avLst/>
              <a:gdLst>
                <a:gd name="connsiteX0" fmla="*/ 22020 w 686305"/>
                <a:gd name="connsiteY0" fmla="*/ 742855 h 1214342"/>
                <a:gd name="connsiteX1" fmla="*/ 652766 w 686305"/>
                <a:gd name="connsiteY1" fmla="*/ 1214342 h 1214342"/>
                <a:gd name="connsiteX2" fmla="*/ 655338 w 686305"/>
                <a:gd name="connsiteY2" fmla="*/ 1205008 h 1214342"/>
                <a:gd name="connsiteX3" fmla="*/ 686294 w 686305"/>
                <a:gd name="connsiteY3" fmla="*/ 935355 h 1214342"/>
                <a:gd name="connsiteX4" fmla="*/ 259574 w 686305"/>
                <a:gd name="connsiteY4" fmla="*/ 0 h 1214342"/>
                <a:gd name="connsiteX5" fmla="*/ 22020 w 686305"/>
                <a:gd name="connsiteY5" fmla="*/ 742855 h 121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6305" h="1214342">
                  <a:moveTo>
                    <a:pt x="22020" y="742855"/>
                  </a:moveTo>
                  <a:cubicBezTo>
                    <a:pt x="134701" y="1097471"/>
                    <a:pt x="652766" y="1214342"/>
                    <a:pt x="652766" y="1214342"/>
                  </a:cubicBezTo>
                  <a:cubicBezTo>
                    <a:pt x="653718" y="1211199"/>
                    <a:pt x="654480" y="1208056"/>
                    <a:pt x="655338" y="1205008"/>
                  </a:cubicBezTo>
                  <a:cubicBezTo>
                    <a:pt x="675149" y="1118235"/>
                    <a:pt x="685913" y="1028033"/>
                    <a:pt x="686294" y="935355"/>
                  </a:cubicBezTo>
                  <a:cubicBezTo>
                    <a:pt x="687913" y="561594"/>
                    <a:pt x="522178" y="226219"/>
                    <a:pt x="259574" y="0"/>
                  </a:cubicBezTo>
                  <a:cubicBezTo>
                    <a:pt x="215378" y="51530"/>
                    <a:pt x="-82278" y="414242"/>
                    <a:pt x="22020" y="7428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23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noFill/>
          </a:ln>
        </p:spPr>
        <p:txBody>
          <a:bodyPr lIns="0" bIns="360000" anchor="ctr" anchorCtr="0"/>
          <a:lstStyle>
            <a:lvl1pPr marL="527987" indent="-527987">
              <a:buFont typeface="+mj-lt"/>
              <a:buNone/>
              <a:defRPr sz="4333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1. Titre de partie</a:t>
            </a:r>
          </a:p>
        </p:txBody>
      </p:sp>
      <p:sp>
        <p:nvSpPr>
          <p:cNvPr id="35" name="Espace réservé de la date 4">
            <a:extLst>
              <a:ext uri="{FF2B5EF4-FFF2-40B4-BE49-F238E27FC236}">
                <a16:creationId xmlns:a16="http://schemas.microsoft.com/office/drawing/2014/main" id="{979B2E0D-EA57-4BD7-9C3E-D26051B48C1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1"/>
            <a:ext cx="1560000" cy="2825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36" name="Espace réservé du pied de page 8">
            <a:extLst>
              <a:ext uri="{FF2B5EF4-FFF2-40B4-BE49-F238E27FC236}">
                <a16:creationId xmlns:a16="http://schemas.microsoft.com/office/drawing/2014/main" id="{FFFB696E-EECC-4454-8ED3-CA5C36E3B32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présentation sur une seule ligne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48410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titre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e 39"/>
          <p:cNvGrpSpPr/>
          <p:nvPr userDrawn="1"/>
        </p:nvGrpSpPr>
        <p:grpSpPr>
          <a:xfrm>
            <a:off x="3407701" y="2660915"/>
            <a:ext cx="7514832" cy="1629156"/>
            <a:chOff x="4528607" y="2228471"/>
            <a:chExt cx="2978905" cy="645803"/>
          </a:xfrm>
          <a:solidFill>
            <a:srgbClr val="FF9940"/>
          </a:solidFill>
        </p:grpSpPr>
        <p:sp>
          <p:nvSpPr>
            <p:cNvPr id="41" name="Forme libre : forme 11">
              <a:extLst>
                <a:ext uri="{FF2B5EF4-FFF2-40B4-BE49-F238E27FC236}">
                  <a16:creationId xmlns:a16="http://schemas.microsoft.com/office/drawing/2014/main" id="{99B404BE-FE54-428A-911D-CAC51B52FD2D}"/>
                </a:ext>
              </a:extLst>
            </p:cNvPr>
            <p:cNvSpPr/>
            <p:nvPr/>
          </p:nvSpPr>
          <p:spPr>
            <a:xfrm rot="20377350" flipH="1" flipV="1">
              <a:off x="7129985" y="2228471"/>
              <a:ext cx="377527" cy="645803"/>
            </a:xfrm>
            <a:custGeom>
              <a:avLst/>
              <a:gdLst>
                <a:gd name="connsiteX0" fmla="*/ 724043 w 755433"/>
                <a:gd name="connsiteY0" fmla="*/ 816102 h 1292256"/>
                <a:gd name="connsiteX1" fmla="*/ 25574 w 755433"/>
                <a:gd name="connsiteY1" fmla="*/ 1292257 h 1292256"/>
                <a:gd name="connsiteX2" fmla="*/ 82534 w 755433"/>
                <a:gd name="connsiteY2" fmla="*/ 575977 h 1292256"/>
                <a:gd name="connsiteX3" fmla="*/ 499824 w 755433"/>
                <a:gd name="connsiteY3" fmla="*/ 0 h 1292256"/>
                <a:gd name="connsiteX4" fmla="*/ 724043 w 755433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33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658" y="145161"/>
                    <a:pt x="499824" y="0"/>
                  </a:cubicBezTo>
                  <a:cubicBezTo>
                    <a:pt x="519922" y="24860"/>
                    <a:pt x="858250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42" name="Forme libre : forme 11">
              <a:extLst>
                <a:ext uri="{FF2B5EF4-FFF2-40B4-BE49-F238E27FC236}">
                  <a16:creationId xmlns:a16="http://schemas.microsoft.com/office/drawing/2014/main" id="{99B404BE-FE54-428A-911D-CAC51B52FD2D}"/>
                </a:ext>
              </a:extLst>
            </p:cNvPr>
            <p:cNvSpPr/>
            <p:nvPr userDrawn="1"/>
          </p:nvSpPr>
          <p:spPr>
            <a:xfrm rot="1222650" flipV="1">
              <a:off x="4528607" y="2228471"/>
              <a:ext cx="377527" cy="645803"/>
            </a:xfrm>
            <a:custGeom>
              <a:avLst/>
              <a:gdLst>
                <a:gd name="connsiteX0" fmla="*/ 724043 w 755433"/>
                <a:gd name="connsiteY0" fmla="*/ 816102 h 1292256"/>
                <a:gd name="connsiteX1" fmla="*/ 25574 w 755433"/>
                <a:gd name="connsiteY1" fmla="*/ 1292257 h 1292256"/>
                <a:gd name="connsiteX2" fmla="*/ 82534 w 755433"/>
                <a:gd name="connsiteY2" fmla="*/ 575977 h 1292256"/>
                <a:gd name="connsiteX3" fmla="*/ 499824 w 755433"/>
                <a:gd name="connsiteY3" fmla="*/ 0 h 1292256"/>
                <a:gd name="connsiteX4" fmla="*/ 724043 w 755433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33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658" y="145161"/>
                    <a:pt x="499824" y="0"/>
                  </a:cubicBezTo>
                  <a:cubicBezTo>
                    <a:pt x="519922" y="24860"/>
                    <a:pt x="858250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91A7E33E-EFFD-4ECA-B675-CED70E08C3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8AE072A-0DE3-445C-991B-1FF54D483686}"/>
              </a:ext>
            </a:extLst>
          </p:cNvPr>
          <p:cNvGrpSpPr/>
          <p:nvPr userDrawn="1"/>
        </p:nvGrpSpPr>
        <p:grpSpPr>
          <a:xfrm>
            <a:off x="11341101" y="240140"/>
            <a:ext cx="361951" cy="502176"/>
            <a:chOff x="2719388" y="0"/>
            <a:chExt cx="3708400" cy="5145088"/>
          </a:xfrm>
          <a:solidFill>
            <a:schemeClr val="bg1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6EAAAE4-81CD-4923-9B00-96AA86990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2825" y="4416425"/>
              <a:ext cx="658813" cy="723900"/>
            </a:xfrm>
            <a:custGeom>
              <a:avLst/>
              <a:gdLst>
                <a:gd name="T0" fmla="*/ 258 w 434"/>
                <a:gd name="T1" fmla="*/ 0 h 477"/>
                <a:gd name="T2" fmla="*/ 92 w 434"/>
                <a:gd name="T3" fmla="*/ 67 h 477"/>
                <a:gd name="T4" fmla="*/ 92 w 434"/>
                <a:gd name="T5" fmla="*/ 0 h 477"/>
                <a:gd name="T6" fmla="*/ 0 w 434"/>
                <a:gd name="T7" fmla="*/ 0 h 477"/>
                <a:gd name="T8" fmla="*/ 0 w 434"/>
                <a:gd name="T9" fmla="*/ 477 h 477"/>
                <a:gd name="T10" fmla="*/ 92 w 434"/>
                <a:gd name="T11" fmla="*/ 477 h 477"/>
                <a:gd name="T12" fmla="*/ 92 w 434"/>
                <a:gd name="T13" fmla="*/ 187 h 477"/>
                <a:gd name="T14" fmla="*/ 241 w 434"/>
                <a:gd name="T15" fmla="*/ 76 h 477"/>
                <a:gd name="T16" fmla="*/ 342 w 434"/>
                <a:gd name="T17" fmla="*/ 161 h 477"/>
                <a:gd name="T18" fmla="*/ 342 w 434"/>
                <a:gd name="T19" fmla="*/ 161 h 477"/>
                <a:gd name="T20" fmla="*/ 342 w 434"/>
                <a:gd name="T21" fmla="*/ 477 h 477"/>
                <a:gd name="T22" fmla="*/ 434 w 434"/>
                <a:gd name="T23" fmla="*/ 477 h 477"/>
                <a:gd name="T24" fmla="*/ 434 w 434"/>
                <a:gd name="T25" fmla="*/ 161 h 477"/>
                <a:gd name="T26" fmla="*/ 258 w 434"/>
                <a:gd name="T27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4" h="477">
                  <a:moveTo>
                    <a:pt x="258" y="0"/>
                  </a:moveTo>
                  <a:cubicBezTo>
                    <a:pt x="144" y="0"/>
                    <a:pt x="93" y="65"/>
                    <a:pt x="92" y="6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77"/>
                    <a:pt x="0" y="477"/>
                    <a:pt x="0" y="477"/>
                  </a:cubicBezTo>
                  <a:cubicBezTo>
                    <a:pt x="92" y="477"/>
                    <a:pt x="92" y="477"/>
                    <a:pt x="92" y="47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4" y="117"/>
                    <a:pt x="182" y="76"/>
                    <a:pt x="241" y="76"/>
                  </a:cubicBezTo>
                  <a:cubicBezTo>
                    <a:pt x="285" y="76"/>
                    <a:pt x="342" y="107"/>
                    <a:pt x="342" y="161"/>
                  </a:cubicBezTo>
                  <a:cubicBezTo>
                    <a:pt x="342" y="161"/>
                    <a:pt x="342" y="161"/>
                    <a:pt x="342" y="161"/>
                  </a:cubicBezTo>
                  <a:cubicBezTo>
                    <a:pt x="342" y="477"/>
                    <a:pt x="342" y="477"/>
                    <a:pt x="342" y="477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434" y="161"/>
                    <a:pt x="434" y="161"/>
                    <a:pt x="434" y="161"/>
                  </a:cubicBezTo>
                  <a:cubicBezTo>
                    <a:pt x="434" y="54"/>
                    <a:pt x="355" y="0"/>
                    <a:pt x="2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0BCD58C1-66D1-49A9-817D-EA1CCE1886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26125" y="4405313"/>
              <a:ext cx="601663" cy="738188"/>
            </a:xfrm>
            <a:custGeom>
              <a:avLst/>
              <a:gdLst>
                <a:gd name="T0" fmla="*/ 245 w 396"/>
                <a:gd name="T1" fmla="*/ 201 h 486"/>
                <a:gd name="T2" fmla="*/ 245 w 396"/>
                <a:gd name="T3" fmla="*/ 201 h 486"/>
                <a:gd name="T4" fmla="*/ 162 w 396"/>
                <a:gd name="T5" fmla="*/ 201 h 486"/>
                <a:gd name="T6" fmla="*/ 93 w 396"/>
                <a:gd name="T7" fmla="*/ 140 h 486"/>
                <a:gd name="T8" fmla="*/ 192 w 396"/>
                <a:gd name="T9" fmla="*/ 81 h 486"/>
                <a:gd name="T10" fmla="*/ 336 w 396"/>
                <a:gd name="T11" fmla="*/ 107 h 486"/>
                <a:gd name="T12" fmla="*/ 368 w 396"/>
                <a:gd name="T13" fmla="*/ 33 h 486"/>
                <a:gd name="T14" fmla="*/ 201 w 396"/>
                <a:gd name="T15" fmla="*/ 0 h 486"/>
                <a:gd name="T16" fmla="*/ 5 w 396"/>
                <a:gd name="T17" fmla="*/ 142 h 486"/>
                <a:gd name="T18" fmla="*/ 152 w 396"/>
                <a:gd name="T19" fmla="*/ 285 h 486"/>
                <a:gd name="T20" fmla="*/ 152 w 396"/>
                <a:gd name="T21" fmla="*/ 285 h 486"/>
                <a:gd name="T22" fmla="*/ 235 w 396"/>
                <a:gd name="T23" fmla="*/ 285 h 486"/>
                <a:gd name="T24" fmla="*/ 304 w 396"/>
                <a:gd name="T25" fmla="*/ 346 h 486"/>
                <a:gd name="T26" fmla="*/ 204 w 396"/>
                <a:gd name="T27" fmla="*/ 405 h 486"/>
                <a:gd name="T28" fmla="*/ 44 w 396"/>
                <a:gd name="T29" fmla="*/ 372 h 486"/>
                <a:gd name="T30" fmla="*/ 13 w 396"/>
                <a:gd name="T31" fmla="*/ 446 h 486"/>
                <a:gd name="T32" fmla="*/ 195 w 396"/>
                <a:gd name="T33" fmla="*/ 486 h 486"/>
                <a:gd name="T34" fmla="*/ 391 w 396"/>
                <a:gd name="T35" fmla="*/ 345 h 486"/>
                <a:gd name="T36" fmla="*/ 245 w 396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6" h="486">
                  <a:moveTo>
                    <a:pt x="245" y="201"/>
                  </a:moveTo>
                  <a:cubicBezTo>
                    <a:pt x="245" y="201"/>
                    <a:pt x="245" y="201"/>
                    <a:pt x="245" y="201"/>
                  </a:cubicBezTo>
                  <a:cubicBezTo>
                    <a:pt x="162" y="201"/>
                    <a:pt x="162" y="201"/>
                    <a:pt x="162" y="201"/>
                  </a:cubicBezTo>
                  <a:cubicBezTo>
                    <a:pt x="115" y="201"/>
                    <a:pt x="91" y="183"/>
                    <a:pt x="93" y="140"/>
                  </a:cubicBezTo>
                  <a:cubicBezTo>
                    <a:pt x="95" y="95"/>
                    <a:pt x="144" y="81"/>
                    <a:pt x="192" y="81"/>
                  </a:cubicBezTo>
                  <a:cubicBezTo>
                    <a:pt x="261" y="81"/>
                    <a:pt x="312" y="98"/>
                    <a:pt x="336" y="107"/>
                  </a:cubicBezTo>
                  <a:cubicBezTo>
                    <a:pt x="368" y="33"/>
                    <a:pt x="368" y="33"/>
                    <a:pt x="368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1" y="0"/>
                    <a:pt x="10" y="32"/>
                    <a:pt x="5" y="142"/>
                  </a:cubicBezTo>
                  <a:cubicBezTo>
                    <a:pt x="0" y="248"/>
                    <a:pt x="74" y="283"/>
                    <a:pt x="152" y="285"/>
                  </a:cubicBezTo>
                  <a:cubicBezTo>
                    <a:pt x="152" y="285"/>
                    <a:pt x="152" y="285"/>
                    <a:pt x="152" y="285"/>
                  </a:cubicBezTo>
                  <a:cubicBezTo>
                    <a:pt x="235" y="285"/>
                    <a:pt x="235" y="285"/>
                    <a:pt x="235" y="285"/>
                  </a:cubicBezTo>
                  <a:cubicBezTo>
                    <a:pt x="281" y="285"/>
                    <a:pt x="306" y="303"/>
                    <a:pt x="304" y="346"/>
                  </a:cubicBezTo>
                  <a:cubicBezTo>
                    <a:pt x="302" y="391"/>
                    <a:pt x="253" y="405"/>
                    <a:pt x="204" y="405"/>
                  </a:cubicBezTo>
                  <a:cubicBezTo>
                    <a:pt x="106" y="405"/>
                    <a:pt x="44" y="372"/>
                    <a:pt x="44" y="372"/>
                  </a:cubicBezTo>
                  <a:cubicBezTo>
                    <a:pt x="13" y="446"/>
                    <a:pt x="13" y="446"/>
                    <a:pt x="13" y="446"/>
                  </a:cubicBezTo>
                  <a:cubicBezTo>
                    <a:pt x="13" y="446"/>
                    <a:pt x="83" y="486"/>
                    <a:pt x="195" y="486"/>
                  </a:cubicBezTo>
                  <a:cubicBezTo>
                    <a:pt x="276" y="486"/>
                    <a:pt x="387" y="454"/>
                    <a:pt x="391" y="345"/>
                  </a:cubicBezTo>
                  <a:cubicBezTo>
                    <a:pt x="396" y="238"/>
                    <a:pt x="322" y="203"/>
                    <a:pt x="245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AE8DB6E-B1F5-4293-BB50-9FC333A20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026025" y="4402138"/>
              <a:ext cx="700088" cy="742950"/>
            </a:xfrm>
            <a:custGeom>
              <a:avLst/>
              <a:gdLst>
                <a:gd name="T0" fmla="*/ 234 w 460"/>
                <a:gd name="T1" fmla="*/ 0 h 489"/>
                <a:gd name="T2" fmla="*/ 0 w 460"/>
                <a:gd name="T3" fmla="*/ 249 h 489"/>
                <a:gd name="T4" fmla="*/ 256 w 460"/>
                <a:gd name="T5" fmla="*/ 489 h 489"/>
                <a:gd name="T6" fmla="*/ 437 w 460"/>
                <a:gd name="T7" fmla="*/ 449 h 489"/>
                <a:gd name="T8" fmla="*/ 403 w 460"/>
                <a:gd name="T9" fmla="*/ 378 h 489"/>
                <a:gd name="T10" fmla="*/ 253 w 460"/>
                <a:gd name="T11" fmla="*/ 408 h 489"/>
                <a:gd name="T12" fmla="*/ 96 w 460"/>
                <a:gd name="T13" fmla="*/ 285 h 489"/>
                <a:gd name="T14" fmla="*/ 367 w 460"/>
                <a:gd name="T15" fmla="*/ 285 h 489"/>
                <a:gd name="T16" fmla="*/ 460 w 460"/>
                <a:gd name="T17" fmla="*/ 285 h 489"/>
                <a:gd name="T18" fmla="*/ 460 w 460"/>
                <a:gd name="T19" fmla="*/ 243 h 489"/>
                <a:gd name="T20" fmla="*/ 234 w 460"/>
                <a:gd name="T21" fmla="*/ 0 h 489"/>
                <a:gd name="T22" fmla="*/ 97 w 460"/>
                <a:gd name="T23" fmla="*/ 209 h 489"/>
                <a:gd name="T24" fmla="*/ 238 w 460"/>
                <a:gd name="T25" fmla="*/ 79 h 489"/>
                <a:gd name="T26" fmla="*/ 366 w 460"/>
                <a:gd name="T27" fmla="*/ 209 h 489"/>
                <a:gd name="T28" fmla="*/ 97 w 460"/>
                <a:gd name="T29" fmla="*/ 20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0" h="489">
                  <a:moveTo>
                    <a:pt x="234" y="0"/>
                  </a:moveTo>
                  <a:cubicBezTo>
                    <a:pt x="101" y="0"/>
                    <a:pt x="0" y="77"/>
                    <a:pt x="0" y="249"/>
                  </a:cubicBezTo>
                  <a:cubicBezTo>
                    <a:pt x="0" y="421"/>
                    <a:pt x="127" y="489"/>
                    <a:pt x="256" y="489"/>
                  </a:cubicBezTo>
                  <a:cubicBezTo>
                    <a:pt x="375" y="489"/>
                    <a:pt x="437" y="449"/>
                    <a:pt x="437" y="449"/>
                  </a:cubicBezTo>
                  <a:cubicBezTo>
                    <a:pt x="403" y="378"/>
                    <a:pt x="403" y="378"/>
                    <a:pt x="403" y="378"/>
                  </a:cubicBezTo>
                  <a:cubicBezTo>
                    <a:pt x="403" y="378"/>
                    <a:pt x="357" y="408"/>
                    <a:pt x="253" y="408"/>
                  </a:cubicBezTo>
                  <a:cubicBezTo>
                    <a:pt x="182" y="408"/>
                    <a:pt x="106" y="386"/>
                    <a:pt x="96" y="285"/>
                  </a:cubicBezTo>
                  <a:cubicBezTo>
                    <a:pt x="367" y="285"/>
                    <a:pt x="367" y="285"/>
                    <a:pt x="367" y="285"/>
                  </a:cubicBezTo>
                  <a:cubicBezTo>
                    <a:pt x="460" y="285"/>
                    <a:pt x="460" y="285"/>
                    <a:pt x="460" y="285"/>
                  </a:cubicBezTo>
                  <a:cubicBezTo>
                    <a:pt x="460" y="243"/>
                    <a:pt x="460" y="243"/>
                    <a:pt x="460" y="243"/>
                  </a:cubicBezTo>
                  <a:cubicBezTo>
                    <a:pt x="460" y="87"/>
                    <a:pt x="388" y="0"/>
                    <a:pt x="234" y="0"/>
                  </a:cubicBezTo>
                  <a:close/>
                  <a:moveTo>
                    <a:pt x="97" y="209"/>
                  </a:moveTo>
                  <a:cubicBezTo>
                    <a:pt x="108" y="108"/>
                    <a:pt x="159" y="79"/>
                    <a:pt x="238" y="79"/>
                  </a:cubicBezTo>
                  <a:cubicBezTo>
                    <a:pt x="322" y="79"/>
                    <a:pt x="360" y="119"/>
                    <a:pt x="366" y="209"/>
                  </a:cubicBezTo>
                  <a:lnTo>
                    <a:pt x="97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EC8E473-602C-4ABE-8E74-27DE0B2568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35463" y="4405313"/>
              <a:ext cx="600075" cy="738188"/>
            </a:xfrm>
            <a:custGeom>
              <a:avLst/>
              <a:gdLst>
                <a:gd name="T0" fmla="*/ 244 w 395"/>
                <a:gd name="T1" fmla="*/ 201 h 486"/>
                <a:gd name="T2" fmla="*/ 244 w 395"/>
                <a:gd name="T3" fmla="*/ 201 h 486"/>
                <a:gd name="T4" fmla="*/ 161 w 395"/>
                <a:gd name="T5" fmla="*/ 201 h 486"/>
                <a:gd name="T6" fmla="*/ 92 w 395"/>
                <a:gd name="T7" fmla="*/ 140 h 486"/>
                <a:gd name="T8" fmla="*/ 191 w 395"/>
                <a:gd name="T9" fmla="*/ 81 h 486"/>
                <a:gd name="T10" fmla="*/ 336 w 395"/>
                <a:gd name="T11" fmla="*/ 107 h 486"/>
                <a:gd name="T12" fmla="*/ 367 w 395"/>
                <a:gd name="T13" fmla="*/ 33 h 486"/>
                <a:gd name="T14" fmla="*/ 201 w 395"/>
                <a:gd name="T15" fmla="*/ 0 h 486"/>
                <a:gd name="T16" fmla="*/ 4 w 395"/>
                <a:gd name="T17" fmla="*/ 142 h 486"/>
                <a:gd name="T18" fmla="*/ 151 w 395"/>
                <a:gd name="T19" fmla="*/ 285 h 486"/>
                <a:gd name="T20" fmla="*/ 151 w 395"/>
                <a:gd name="T21" fmla="*/ 285 h 486"/>
                <a:gd name="T22" fmla="*/ 234 w 395"/>
                <a:gd name="T23" fmla="*/ 285 h 486"/>
                <a:gd name="T24" fmla="*/ 303 w 395"/>
                <a:gd name="T25" fmla="*/ 346 h 486"/>
                <a:gd name="T26" fmla="*/ 203 w 395"/>
                <a:gd name="T27" fmla="*/ 405 h 486"/>
                <a:gd name="T28" fmla="*/ 44 w 395"/>
                <a:gd name="T29" fmla="*/ 372 h 486"/>
                <a:gd name="T30" fmla="*/ 12 w 395"/>
                <a:gd name="T31" fmla="*/ 446 h 486"/>
                <a:gd name="T32" fmla="*/ 194 w 395"/>
                <a:gd name="T33" fmla="*/ 486 h 486"/>
                <a:gd name="T34" fmla="*/ 391 w 395"/>
                <a:gd name="T35" fmla="*/ 345 h 486"/>
                <a:gd name="T36" fmla="*/ 244 w 395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5" h="486">
                  <a:moveTo>
                    <a:pt x="244" y="201"/>
                  </a:moveTo>
                  <a:cubicBezTo>
                    <a:pt x="244" y="201"/>
                    <a:pt x="244" y="201"/>
                    <a:pt x="244" y="201"/>
                  </a:cubicBezTo>
                  <a:cubicBezTo>
                    <a:pt x="161" y="201"/>
                    <a:pt x="161" y="201"/>
                    <a:pt x="161" y="201"/>
                  </a:cubicBezTo>
                  <a:cubicBezTo>
                    <a:pt x="115" y="201"/>
                    <a:pt x="90" y="183"/>
                    <a:pt x="92" y="140"/>
                  </a:cubicBezTo>
                  <a:cubicBezTo>
                    <a:pt x="94" y="95"/>
                    <a:pt x="143" y="81"/>
                    <a:pt x="191" y="81"/>
                  </a:cubicBezTo>
                  <a:cubicBezTo>
                    <a:pt x="260" y="81"/>
                    <a:pt x="311" y="98"/>
                    <a:pt x="336" y="107"/>
                  </a:cubicBezTo>
                  <a:cubicBezTo>
                    <a:pt x="367" y="33"/>
                    <a:pt x="367" y="33"/>
                    <a:pt x="367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0" y="0"/>
                    <a:pt x="9" y="32"/>
                    <a:pt x="4" y="142"/>
                  </a:cubicBezTo>
                  <a:cubicBezTo>
                    <a:pt x="0" y="248"/>
                    <a:pt x="74" y="283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234" y="285"/>
                    <a:pt x="234" y="285"/>
                    <a:pt x="234" y="285"/>
                  </a:cubicBezTo>
                  <a:cubicBezTo>
                    <a:pt x="280" y="285"/>
                    <a:pt x="305" y="303"/>
                    <a:pt x="303" y="346"/>
                  </a:cubicBezTo>
                  <a:cubicBezTo>
                    <a:pt x="301" y="391"/>
                    <a:pt x="252" y="405"/>
                    <a:pt x="203" y="405"/>
                  </a:cubicBezTo>
                  <a:cubicBezTo>
                    <a:pt x="105" y="405"/>
                    <a:pt x="44" y="372"/>
                    <a:pt x="44" y="372"/>
                  </a:cubicBezTo>
                  <a:cubicBezTo>
                    <a:pt x="12" y="446"/>
                    <a:pt x="12" y="446"/>
                    <a:pt x="12" y="446"/>
                  </a:cubicBezTo>
                  <a:cubicBezTo>
                    <a:pt x="12" y="446"/>
                    <a:pt x="83" y="486"/>
                    <a:pt x="194" y="486"/>
                  </a:cubicBezTo>
                  <a:cubicBezTo>
                    <a:pt x="275" y="486"/>
                    <a:pt x="386" y="454"/>
                    <a:pt x="391" y="345"/>
                  </a:cubicBezTo>
                  <a:cubicBezTo>
                    <a:pt x="395" y="238"/>
                    <a:pt x="321" y="203"/>
                    <a:pt x="244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4FE414C-3DB9-4FE9-B834-0A39C9D48A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19388" y="4406900"/>
              <a:ext cx="671513" cy="735013"/>
            </a:xfrm>
            <a:custGeom>
              <a:avLst/>
              <a:gdLst>
                <a:gd name="T0" fmla="*/ 220 w 442"/>
                <a:gd name="T1" fmla="*/ 0 h 484"/>
                <a:gd name="T2" fmla="*/ 39 w 442"/>
                <a:gd name="T3" fmla="*/ 30 h 484"/>
                <a:gd name="T4" fmla="*/ 75 w 442"/>
                <a:gd name="T5" fmla="*/ 104 h 484"/>
                <a:gd name="T6" fmla="*/ 230 w 442"/>
                <a:gd name="T7" fmla="*/ 81 h 484"/>
                <a:gd name="T8" fmla="*/ 350 w 442"/>
                <a:gd name="T9" fmla="*/ 168 h 484"/>
                <a:gd name="T10" fmla="*/ 350 w 442"/>
                <a:gd name="T11" fmla="*/ 196 h 484"/>
                <a:gd name="T12" fmla="*/ 168 w 442"/>
                <a:gd name="T13" fmla="*/ 196 h 484"/>
                <a:gd name="T14" fmla="*/ 0 w 442"/>
                <a:gd name="T15" fmla="*/ 339 h 484"/>
                <a:gd name="T16" fmla="*/ 181 w 442"/>
                <a:gd name="T17" fmla="*/ 484 h 484"/>
                <a:gd name="T18" fmla="*/ 350 w 442"/>
                <a:gd name="T19" fmla="*/ 417 h 484"/>
                <a:gd name="T20" fmla="*/ 350 w 442"/>
                <a:gd name="T21" fmla="*/ 484 h 484"/>
                <a:gd name="T22" fmla="*/ 442 w 442"/>
                <a:gd name="T23" fmla="*/ 484 h 484"/>
                <a:gd name="T24" fmla="*/ 442 w 442"/>
                <a:gd name="T25" fmla="*/ 142 h 484"/>
                <a:gd name="T26" fmla="*/ 220 w 442"/>
                <a:gd name="T27" fmla="*/ 0 h 484"/>
                <a:gd name="T28" fmla="*/ 350 w 442"/>
                <a:gd name="T29" fmla="*/ 295 h 484"/>
                <a:gd name="T30" fmla="*/ 198 w 442"/>
                <a:gd name="T31" fmla="*/ 407 h 484"/>
                <a:gd name="T32" fmla="*/ 95 w 442"/>
                <a:gd name="T33" fmla="*/ 338 h 484"/>
                <a:gd name="T34" fmla="*/ 173 w 442"/>
                <a:gd name="T35" fmla="*/ 269 h 484"/>
                <a:gd name="T36" fmla="*/ 350 w 442"/>
                <a:gd name="T37" fmla="*/ 269 h 484"/>
                <a:gd name="T38" fmla="*/ 350 w 442"/>
                <a:gd name="T39" fmla="*/ 295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2" h="484">
                  <a:moveTo>
                    <a:pt x="220" y="0"/>
                  </a:moveTo>
                  <a:cubicBezTo>
                    <a:pt x="135" y="0"/>
                    <a:pt x="72" y="18"/>
                    <a:pt x="39" y="30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105" y="95"/>
                    <a:pt x="159" y="81"/>
                    <a:pt x="230" y="81"/>
                  </a:cubicBezTo>
                  <a:cubicBezTo>
                    <a:pt x="285" y="81"/>
                    <a:pt x="350" y="96"/>
                    <a:pt x="350" y="168"/>
                  </a:cubicBezTo>
                  <a:cubicBezTo>
                    <a:pt x="350" y="168"/>
                    <a:pt x="350" y="194"/>
                    <a:pt x="350" y="196"/>
                  </a:cubicBezTo>
                  <a:cubicBezTo>
                    <a:pt x="168" y="196"/>
                    <a:pt x="168" y="196"/>
                    <a:pt x="168" y="196"/>
                  </a:cubicBezTo>
                  <a:cubicBezTo>
                    <a:pt x="75" y="196"/>
                    <a:pt x="0" y="229"/>
                    <a:pt x="0" y="339"/>
                  </a:cubicBezTo>
                  <a:cubicBezTo>
                    <a:pt x="0" y="438"/>
                    <a:pt x="81" y="484"/>
                    <a:pt x="181" y="484"/>
                  </a:cubicBezTo>
                  <a:cubicBezTo>
                    <a:pt x="298" y="484"/>
                    <a:pt x="350" y="417"/>
                    <a:pt x="350" y="417"/>
                  </a:cubicBezTo>
                  <a:cubicBezTo>
                    <a:pt x="350" y="484"/>
                    <a:pt x="350" y="484"/>
                    <a:pt x="350" y="484"/>
                  </a:cubicBezTo>
                  <a:cubicBezTo>
                    <a:pt x="442" y="484"/>
                    <a:pt x="442" y="484"/>
                    <a:pt x="442" y="484"/>
                  </a:cubicBezTo>
                  <a:cubicBezTo>
                    <a:pt x="442" y="142"/>
                    <a:pt x="442" y="142"/>
                    <a:pt x="442" y="142"/>
                  </a:cubicBezTo>
                  <a:cubicBezTo>
                    <a:pt x="437" y="32"/>
                    <a:pt x="311" y="0"/>
                    <a:pt x="220" y="0"/>
                  </a:cubicBezTo>
                  <a:close/>
                  <a:moveTo>
                    <a:pt x="350" y="295"/>
                  </a:moveTo>
                  <a:cubicBezTo>
                    <a:pt x="350" y="366"/>
                    <a:pt x="258" y="407"/>
                    <a:pt x="198" y="407"/>
                  </a:cubicBezTo>
                  <a:cubicBezTo>
                    <a:pt x="153" y="407"/>
                    <a:pt x="95" y="392"/>
                    <a:pt x="95" y="338"/>
                  </a:cubicBezTo>
                  <a:cubicBezTo>
                    <a:pt x="95" y="284"/>
                    <a:pt x="126" y="269"/>
                    <a:pt x="173" y="269"/>
                  </a:cubicBezTo>
                  <a:cubicBezTo>
                    <a:pt x="350" y="269"/>
                    <a:pt x="350" y="269"/>
                    <a:pt x="350" y="269"/>
                  </a:cubicBezTo>
                  <a:lnTo>
                    <a:pt x="350" y="2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CCE5207A-3E84-4DC4-A07C-47027DA0FF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5850" y="0"/>
              <a:ext cx="1914525" cy="965200"/>
            </a:xfrm>
            <a:custGeom>
              <a:avLst/>
              <a:gdLst>
                <a:gd name="T0" fmla="*/ 1260 w 1260"/>
                <a:gd name="T1" fmla="*/ 183 h 636"/>
                <a:gd name="T2" fmla="*/ 632 w 1260"/>
                <a:gd name="T3" fmla="*/ 0 h 636"/>
                <a:gd name="T4" fmla="*/ 0 w 1260"/>
                <a:gd name="T5" fmla="*/ 174 h 636"/>
                <a:gd name="T6" fmla="*/ 630 w 1260"/>
                <a:gd name="T7" fmla="*/ 635 h 636"/>
                <a:gd name="T8" fmla="*/ 1260 w 1260"/>
                <a:gd name="T9" fmla="*/ 183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0" h="636">
                  <a:moveTo>
                    <a:pt x="1260" y="183"/>
                  </a:moveTo>
                  <a:cubicBezTo>
                    <a:pt x="1088" y="73"/>
                    <a:pt x="862" y="0"/>
                    <a:pt x="632" y="0"/>
                  </a:cubicBezTo>
                  <a:cubicBezTo>
                    <a:pt x="418" y="0"/>
                    <a:pt x="197" y="52"/>
                    <a:pt x="0" y="174"/>
                  </a:cubicBezTo>
                  <a:cubicBezTo>
                    <a:pt x="0" y="174"/>
                    <a:pt x="269" y="634"/>
                    <a:pt x="630" y="635"/>
                  </a:cubicBezTo>
                  <a:cubicBezTo>
                    <a:pt x="992" y="636"/>
                    <a:pt x="1260" y="183"/>
                    <a:pt x="1260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77B6E331-2620-41C0-B97C-1B12164FD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2563" y="436563"/>
              <a:ext cx="1201738" cy="1819275"/>
            </a:xfrm>
            <a:custGeom>
              <a:avLst/>
              <a:gdLst>
                <a:gd name="T0" fmla="*/ 438 w 791"/>
                <a:gd name="T1" fmla="*/ 0 h 1198"/>
                <a:gd name="T2" fmla="*/ 75 w 791"/>
                <a:gd name="T3" fmla="*/ 545 h 1198"/>
                <a:gd name="T4" fmla="*/ 52 w 791"/>
                <a:gd name="T5" fmla="*/ 1198 h 1198"/>
                <a:gd name="T6" fmla="*/ 679 w 791"/>
                <a:gd name="T7" fmla="*/ 742 h 1198"/>
                <a:gd name="T8" fmla="*/ 438 w 791"/>
                <a:gd name="T9" fmla="*/ 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1" h="1198">
                  <a:moveTo>
                    <a:pt x="438" y="0"/>
                  </a:moveTo>
                  <a:cubicBezTo>
                    <a:pt x="273" y="139"/>
                    <a:pt x="147" y="326"/>
                    <a:pt x="75" y="545"/>
                  </a:cubicBezTo>
                  <a:cubicBezTo>
                    <a:pt x="4" y="764"/>
                    <a:pt x="0" y="981"/>
                    <a:pt x="52" y="1198"/>
                  </a:cubicBezTo>
                  <a:cubicBezTo>
                    <a:pt x="52" y="1198"/>
                    <a:pt x="566" y="1086"/>
                    <a:pt x="679" y="742"/>
                  </a:cubicBezTo>
                  <a:cubicBezTo>
                    <a:pt x="791" y="399"/>
                    <a:pt x="438" y="0"/>
                    <a:pt x="4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DA1FDC7C-42C8-4041-B97D-F2CA92B557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82900" y="2185988"/>
              <a:ext cx="1622425" cy="1447800"/>
            </a:xfrm>
            <a:custGeom>
              <a:avLst/>
              <a:gdLst>
                <a:gd name="T0" fmla="*/ 0 w 1067"/>
                <a:gd name="T1" fmla="*/ 211 h 954"/>
                <a:gd name="T2" fmla="*/ 401 w 1067"/>
                <a:gd name="T3" fmla="*/ 726 h 954"/>
                <a:gd name="T4" fmla="*/ 1016 w 1067"/>
                <a:gd name="T5" fmla="*/ 954 h 954"/>
                <a:gd name="T6" fmla="*/ 775 w 1067"/>
                <a:gd name="T7" fmla="*/ 213 h 954"/>
                <a:gd name="T8" fmla="*/ 0 w 1067"/>
                <a:gd name="T9" fmla="*/ 211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7" h="954">
                  <a:moveTo>
                    <a:pt x="0" y="211"/>
                  </a:moveTo>
                  <a:cubicBezTo>
                    <a:pt x="84" y="414"/>
                    <a:pt x="218" y="590"/>
                    <a:pt x="401" y="726"/>
                  </a:cubicBezTo>
                  <a:cubicBezTo>
                    <a:pt x="586" y="863"/>
                    <a:pt x="810" y="941"/>
                    <a:pt x="1016" y="954"/>
                  </a:cubicBezTo>
                  <a:cubicBezTo>
                    <a:pt x="1016" y="954"/>
                    <a:pt x="1067" y="426"/>
                    <a:pt x="775" y="213"/>
                  </a:cubicBezTo>
                  <a:cubicBezTo>
                    <a:pt x="483" y="0"/>
                    <a:pt x="0" y="211"/>
                    <a:pt x="0" y="2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7F7052C-55C2-4219-9B97-3B0041EC6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5500" y="2182813"/>
              <a:ext cx="1627188" cy="1450975"/>
            </a:xfrm>
            <a:custGeom>
              <a:avLst/>
              <a:gdLst>
                <a:gd name="T0" fmla="*/ 58 w 1071"/>
                <a:gd name="T1" fmla="*/ 956 h 956"/>
                <a:gd name="T2" fmla="*/ 669 w 1071"/>
                <a:gd name="T3" fmla="*/ 725 h 956"/>
                <a:gd name="T4" fmla="*/ 1071 w 1071"/>
                <a:gd name="T5" fmla="*/ 207 h 956"/>
                <a:gd name="T6" fmla="*/ 291 w 1071"/>
                <a:gd name="T7" fmla="*/ 215 h 956"/>
                <a:gd name="T8" fmla="*/ 58 w 1071"/>
                <a:gd name="T9" fmla="*/ 956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1" h="956">
                  <a:moveTo>
                    <a:pt x="58" y="956"/>
                  </a:moveTo>
                  <a:cubicBezTo>
                    <a:pt x="289" y="933"/>
                    <a:pt x="482" y="860"/>
                    <a:pt x="669" y="725"/>
                  </a:cubicBezTo>
                  <a:cubicBezTo>
                    <a:pt x="850" y="594"/>
                    <a:pt x="987" y="409"/>
                    <a:pt x="1071" y="207"/>
                  </a:cubicBezTo>
                  <a:cubicBezTo>
                    <a:pt x="1071" y="207"/>
                    <a:pt x="581" y="0"/>
                    <a:pt x="291" y="215"/>
                  </a:cubicBezTo>
                  <a:cubicBezTo>
                    <a:pt x="0" y="431"/>
                    <a:pt x="58" y="956"/>
                    <a:pt x="58" y="9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CD66E80E-6FF0-460D-B6F3-3BFD4976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9700" y="439738"/>
              <a:ext cx="1195388" cy="1819275"/>
            </a:xfrm>
            <a:custGeom>
              <a:avLst/>
              <a:gdLst>
                <a:gd name="T0" fmla="*/ 737 w 787"/>
                <a:gd name="T1" fmla="*/ 1198 h 1198"/>
                <a:gd name="T2" fmla="*/ 715 w 787"/>
                <a:gd name="T3" fmla="*/ 544 h 1198"/>
                <a:gd name="T4" fmla="*/ 355 w 787"/>
                <a:gd name="T5" fmla="*/ 0 h 1198"/>
                <a:gd name="T6" fmla="*/ 111 w 787"/>
                <a:gd name="T7" fmla="*/ 739 h 1198"/>
                <a:gd name="T8" fmla="*/ 737 w 787"/>
                <a:gd name="T9" fmla="*/ 1198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7" h="1198">
                  <a:moveTo>
                    <a:pt x="737" y="1198"/>
                  </a:moveTo>
                  <a:cubicBezTo>
                    <a:pt x="787" y="991"/>
                    <a:pt x="786" y="764"/>
                    <a:pt x="715" y="544"/>
                  </a:cubicBezTo>
                  <a:cubicBezTo>
                    <a:pt x="645" y="325"/>
                    <a:pt x="518" y="144"/>
                    <a:pt x="355" y="0"/>
                  </a:cubicBezTo>
                  <a:cubicBezTo>
                    <a:pt x="355" y="0"/>
                    <a:pt x="0" y="395"/>
                    <a:pt x="111" y="739"/>
                  </a:cubicBezTo>
                  <a:cubicBezTo>
                    <a:pt x="222" y="1083"/>
                    <a:pt x="737" y="1198"/>
                    <a:pt x="737" y="1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sp>
        <p:nvSpPr>
          <p:cNvPr id="23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noFill/>
          </a:ln>
        </p:spPr>
        <p:txBody>
          <a:bodyPr lIns="0" bIns="360000" anchor="ctr" anchorCtr="0"/>
          <a:lstStyle>
            <a:lvl1pPr marL="527987" indent="-527987">
              <a:buFont typeface="+mj-lt"/>
              <a:buNone/>
              <a:defRPr sz="4333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1. Titre de partie</a:t>
            </a:r>
          </a:p>
        </p:txBody>
      </p:sp>
      <p:sp>
        <p:nvSpPr>
          <p:cNvPr id="35" name="Espace réservé de la date 4">
            <a:extLst>
              <a:ext uri="{FF2B5EF4-FFF2-40B4-BE49-F238E27FC236}">
                <a16:creationId xmlns:a16="http://schemas.microsoft.com/office/drawing/2014/main" id="{979B2E0D-EA57-4BD7-9C3E-D26051B48C1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1"/>
            <a:ext cx="1560000" cy="2825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36" name="Espace réservé du pied de page 8">
            <a:extLst>
              <a:ext uri="{FF2B5EF4-FFF2-40B4-BE49-F238E27FC236}">
                <a16:creationId xmlns:a16="http://schemas.microsoft.com/office/drawing/2014/main" id="{FFFB696E-EECC-4454-8ED3-CA5C36E3B32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présentation sur une seule ligne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810338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titre 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91A7E33E-EFFD-4ECA-B675-CED70E08C3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8AE072A-0DE3-445C-991B-1FF54D483686}"/>
              </a:ext>
            </a:extLst>
          </p:cNvPr>
          <p:cNvGrpSpPr/>
          <p:nvPr userDrawn="1"/>
        </p:nvGrpSpPr>
        <p:grpSpPr>
          <a:xfrm>
            <a:off x="11341101" y="240140"/>
            <a:ext cx="361951" cy="502176"/>
            <a:chOff x="2719388" y="0"/>
            <a:chExt cx="3708400" cy="5145088"/>
          </a:xfrm>
          <a:solidFill>
            <a:schemeClr val="bg1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6EAAAE4-81CD-4923-9B00-96AA86990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2825" y="4416425"/>
              <a:ext cx="658813" cy="723900"/>
            </a:xfrm>
            <a:custGeom>
              <a:avLst/>
              <a:gdLst>
                <a:gd name="T0" fmla="*/ 258 w 434"/>
                <a:gd name="T1" fmla="*/ 0 h 477"/>
                <a:gd name="T2" fmla="*/ 92 w 434"/>
                <a:gd name="T3" fmla="*/ 67 h 477"/>
                <a:gd name="T4" fmla="*/ 92 w 434"/>
                <a:gd name="T5" fmla="*/ 0 h 477"/>
                <a:gd name="T6" fmla="*/ 0 w 434"/>
                <a:gd name="T7" fmla="*/ 0 h 477"/>
                <a:gd name="T8" fmla="*/ 0 w 434"/>
                <a:gd name="T9" fmla="*/ 477 h 477"/>
                <a:gd name="T10" fmla="*/ 92 w 434"/>
                <a:gd name="T11" fmla="*/ 477 h 477"/>
                <a:gd name="T12" fmla="*/ 92 w 434"/>
                <a:gd name="T13" fmla="*/ 187 h 477"/>
                <a:gd name="T14" fmla="*/ 241 w 434"/>
                <a:gd name="T15" fmla="*/ 76 h 477"/>
                <a:gd name="T16" fmla="*/ 342 w 434"/>
                <a:gd name="T17" fmla="*/ 161 h 477"/>
                <a:gd name="T18" fmla="*/ 342 w 434"/>
                <a:gd name="T19" fmla="*/ 161 h 477"/>
                <a:gd name="T20" fmla="*/ 342 w 434"/>
                <a:gd name="T21" fmla="*/ 477 h 477"/>
                <a:gd name="T22" fmla="*/ 434 w 434"/>
                <a:gd name="T23" fmla="*/ 477 h 477"/>
                <a:gd name="T24" fmla="*/ 434 w 434"/>
                <a:gd name="T25" fmla="*/ 161 h 477"/>
                <a:gd name="T26" fmla="*/ 258 w 434"/>
                <a:gd name="T27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4" h="477">
                  <a:moveTo>
                    <a:pt x="258" y="0"/>
                  </a:moveTo>
                  <a:cubicBezTo>
                    <a:pt x="144" y="0"/>
                    <a:pt x="93" y="65"/>
                    <a:pt x="92" y="6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77"/>
                    <a:pt x="0" y="477"/>
                    <a:pt x="0" y="477"/>
                  </a:cubicBezTo>
                  <a:cubicBezTo>
                    <a:pt x="92" y="477"/>
                    <a:pt x="92" y="477"/>
                    <a:pt x="92" y="47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4" y="117"/>
                    <a:pt x="182" y="76"/>
                    <a:pt x="241" y="76"/>
                  </a:cubicBezTo>
                  <a:cubicBezTo>
                    <a:pt x="285" y="76"/>
                    <a:pt x="342" y="107"/>
                    <a:pt x="342" y="161"/>
                  </a:cubicBezTo>
                  <a:cubicBezTo>
                    <a:pt x="342" y="161"/>
                    <a:pt x="342" y="161"/>
                    <a:pt x="342" y="161"/>
                  </a:cubicBezTo>
                  <a:cubicBezTo>
                    <a:pt x="342" y="477"/>
                    <a:pt x="342" y="477"/>
                    <a:pt x="342" y="477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434" y="161"/>
                    <a:pt x="434" y="161"/>
                    <a:pt x="434" y="161"/>
                  </a:cubicBezTo>
                  <a:cubicBezTo>
                    <a:pt x="434" y="54"/>
                    <a:pt x="355" y="0"/>
                    <a:pt x="2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0BCD58C1-66D1-49A9-817D-EA1CCE1886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26125" y="4405313"/>
              <a:ext cx="601663" cy="738188"/>
            </a:xfrm>
            <a:custGeom>
              <a:avLst/>
              <a:gdLst>
                <a:gd name="T0" fmla="*/ 245 w 396"/>
                <a:gd name="T1" fmla="*/ 201 h 486"/>
                <a:gd name="T2" fmla="*/ 245 w 396"/>
                <a:gd name="T3" fmla="*/ 201 h 486"/>
                <a:gd name="T4" fmla="*/ 162 w 396"/>
                <a:gd name="T5" fmla="*/ 201 h 486"/>
                <a:gd name="T6" fmla="*/ 93 w 396"/>
                <a:gd name="T7" fmla="*/ 140 h 486"/>
                <a:gd name="T8" fmla="*/ 192 w 396"/>
                <a:gd name="T9" fmla="*/ 81 h 486"/>
                <a:gd name="T10" fmla="*/ 336 w 396"/>
                <a:gd name="T11" fmla="*/ 107 h 486"/>
                <a:gd name="T12" fmla="*/ 368 w 396"/>
                <a:gd name="T13" fmla="*/ 33 h 486"/>
                <a:gd name="T14" fmla="*/ 201 w 396"/>
                <a:gd name="T15" fmla="*/ 0 h 486"/>
                <a:gd name="T16" fmla="*/ 5 w 396"/>
                <a:gd name="T17" fmla="*/ 142 h 486"/>
                <a:gd name="T18" fmla="*/ 152 w 396"/>
                <a:gd name="T19" fmla="*/ 285 h 486"/>
                <a:gd name="T20" fmla="*/ 152 w 396"/>
                <a:gd name="T21" fmla="*/ 285 h 486"/>
                <a:gd name="T22" fmla="*/ 235 w 396"/>
                <a:gd name="T23" fmla="*/ 285 h 486"/>
                <a:gd name="T24" fmla="*/ 304 w 396"/>
                <a:gd name="T25" fmla="*/ 346 h 486"/>
                <a:gd name="T26" fmla="*/ 204 w 396"/>
                <a:gd name="T27" fmla="*/ 405 h 486"/>
                <a:gd name="T28" fmla="*/ 44 w 396"/>
                <a:gd name="T29" fmla="*/ 372 h 486"/>
                <a:gd name="T30" fmla="*/ 13 w 396"/>
                <a:gd name="T31" fmla="*/ 446 h 486"/>
                <a:gd name="T32" fmla="*/ 195 w 396"/>
                <a:gd name="T33" fmla="*/ 486 h 486"/>
                <a:gd name="T34" fmla="*/ 391 w 396"/>
                <a:gd name="T35" fmla="*/ 345 h 486"/>
                <a:gd name="T36" fmla="*/ 245 w 396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6" h="486">
                  <a:moveTo>
                    <a:pt x="245" y="201"/>
                  </a:moveTo>
                  <a:cubicBezTo>
                    <a:pt x="245" y="201"/>
                    <a:pt x="245" y="201"/>
                    <a:pt x="245" y="201"/>
                  </a:cubicBezTo>
                  <a:cubicBezTo>
                    <a:pt x="162" y="201"/>
                    <a:pt x="162" y="201"/>
                    <a:pt x="162" y="201"/>
                  </a:cubicBezTo>
                  <a:cubicBezTo>
                    <a:pt x="115" y="201"/>
                    <a:pt x="91" y="183"/>
                    <a:pt x="93" y="140"/>
                  </a:cubicBezTo>
                  <a:cubicBezTo>
                    <a:pt x="95" y="95"/>
                    <a:pt x="144" y="81"/>
                    <a:pt x="192" y="81"/>
                  </a:cubicBezTo>
                  <a:cubicBezTo>
                    <a:pt x="261" y="81"/>
                    <a:pt x="312" y="98"/>
                    <a:pt x="336" y="107"/>
                  </a:cubicBezTo>
                  <a:cubicBezTo>
                    <a:pt x="368" y="33"/>
                    <a:pt x="368" y="33"/>
                    <a:pt x="368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1" y="0"/>
                    <a:pt x="10" y="32"/>
                    <a:pt x="5" y="142"/>
                  </a:cubicBezTo>
                  <a:cubicBezTo>
                    <a:pt x="0" y="248"/>
                    <a:pt x="74" y="283"/>
                    <a:pt x="152" y="285"/>
                  </a:cubicBezTo>
                  <a:cubicBezTo>
                    <a:pt x="152" y="285"/>
                    <a:pt x="152" y="285"/>
                    <a:pt x="152" y="285"/>
                  </a:cubicBezTo>
                  <a:cubicBezTo>
                    <a:pt x="235" y="285"/>
                    <a:pt x="235" y="285"/>
                    <a:pt x="235" y="285"/>
                  </a:cubicBezTo>
                  <a:cubicBezTo>
                    <a:pt x="281" y="285"/>
                    <a:pt x="306" y="303"/>
                    <a:pt x="304" y="346"/>
                  </a:cubicBezTo>
                  <a:cubicBezTo>
                    <a:pt x="302" y="391"/>
                    <a:pt x="253" y="405"/>
                    <a:pt x="204" y="405"/>
                  </a:cubicBezTo>
                  <a:cubicBezTo>
                    <a:pt x="106" y="405"/>
                    <a:pt x="44" y="372"/>
                    <a:pt x="44" y="372"/>
                  </a:cubicBezTo>
                  <a:cubicBezTo>
                    <a:pt x="13" y="446"/>
                    <a:pt x="13" y="446"/>
                    <a:pt x="13" y="446"/>
                  </a:cubicBezTo>
                  <a:cubicBezTo>
                    <a:pt x="13" y="446"/>
                    <a:pt x="83" y="486"/>
                    <a:pt x="195" y="486"/>
                  </a:cubicBezTo>
                  <a:cubicBezTo>
                    <a:pt x="276" y="486"/>
                    <a:pt x="387" y="454"/>
                    <a:pt x="391" y="345"/>
                  </a:cubicBezTo>
                  <a:cubicBezTo>
                    <a:pt x="396" y="238"/>
                    <a:pt x="322" y="203"/>
                    <a:pt x="245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AE8DB6E-B1F5-4293-BB50-9FC333A20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026025" y="4402138"/>
              <a:ext cx="700088" cy="742950"/>
            </a:xfrm>
            <a:custGeom>
              <a:avLst/>
              <a:gdLst>
                <a:gd name="T0" fmla="*/ 234 w 460"/>
                <a:gd name="T1" fmla="*/ 0 h 489"/>
                <a:gd name="T2" fmla="*/ 0 w 460"/>
                <a:gd name="T3" fmla="*/ 249 h 489"/>
                <a:gd name="T4" fmla="*/ 256 w 460"/>
                <a:gd name="T5" fmla="*/ 489 h 489"/>
                <a:gd name="T6" fmla="*/ 437 w 460"/>
                <a:gd name="T7" fmla="*/ 449 h 489"/>
                <a:gd name="T8" fmla="*/ 403 w 460"/>
                <a:gd name="T9" fmla="*/ 378 h 489"/>
                <a:gd name="T10" fmla="*/ 253 w 460"/>
                <a:gd name="T11" fmla="*/ 408 h 489"/>
                <a:gd name="T12" fmla="*/ 96 w 460"/>
                <a:gd name="T13" fmla="*/ 285 h 489"/>
                <a:gd name="T14" fmla="*/ 367 w 460"/>
                <a:gd name="T15" fmla="*/ 285 h 489"/>
                <a:gd name="T16" fmla="*/ 460 w 460"/>
                <a:gd name="T17" fmla="*/ 285 h 489"/>
                <a:gd name="T18" fmla="*/ 460 w 460"/>
                <a:gd name="T19" fmla="*/ 243 h 489"/>
                <a:gd name="T20" fmla="*/ 234 w 460"/>
                <a:gd name="T21" fmla="*/ 0 h 489"/>
                <a:gd name="T22" fmla="*/ 97 w 460"/>
                <a:gd name="T23" fmla="*/ 209 h 489"/>
                <a:gd name="T24" fmla="*/ 238 w 460"/>
                <a:gd name="T25" fmla="*/ 79 h 489"/>
                <a:gd name="T26" fmla="*/ 366 w 460"/>
                <a:gd name="T27" fmla="*/ 209 h 489"/>
                <a:gd name="T28" fmla="*/ 97 w 460"/>
                <a:gd name="T29" fmla="*/ 20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0" h="489">
                  <a:moveTo>
                    <a:pt x="234" y="0"/>
                  </a:moveTo>
                  <a:cubicBezTo>
                    <a:pt x="101" y="0"/>
                    <a:pt x="0" y="77"/>
                    <a:pt x="0" y="249"/>
                  </a:cubicBezTo>
                  <a:cubicBezTo>
                    <a:pt x="0" y="421"/>
                    <a:pt x="127" y="489"/>
                    <a:pt x="256" y="489"/>
                  </a:cubicBezTo>
                  <a:cubicBezTo>
                    <a:pt x="375" y="489"/>
                    <a:pt x="437" y="449"/>
                    <a:pt x="437" y="449"/>
                  </a:cubicBezTo>
                  <a:cubicBezTo>
                    <a:pt x="403" y="378"/>
                    <a:pt x="403" y="378"/>
                    <a:pt x="403" y="378"/>
                  </a:cubicBezTo>
                  <a:cubicBezTo>
                    <a:pt x="403" y="378"/>
                    <a:pt x="357" y="408"/>
                    <a:pt x="253" y="408"/>
                  </a:cubicBezTo>
                  <a:cubicBezTo>
                    <a:pt x="182" y="408"/>
                    <a:pt x="106" y="386"/>
                    <a:pt x="96" y="285"/>
                  </a:cubicBezTo>
                  <a:cubicBezTo>
                    <a:pt x="367" y="285"/>
                    <a:pt x="367" y="285"/>
                    <a:pt x="367" y="285"/>
                  </a:cubicBezTo>
                  <a:cubicBezTo>
                    <a:pt x="460" y="285"/>
                    <a:pt x="460" y="285"/>
                    <a:pt x="460" y="285"/>
                  </a:cubicBezTo>
                  <a:cubicBezTo>
                    <a:pt x="460" y="243"/>
                    <a:pt x="460" y="243"/>
                    <a:pt x="460" y="243"/>
                  </a:cubicBezTo>
                  <a:cubicBezTo>
                    <a:pt x="460" y="87"/>
                    <a:pt x="388" y="0"/>
                    <a:pt x="234" y="0"/>
                  </a:cubicBezTo>
                  <a:close/>
                  <a:moveTo>
                    <a:pt x="97" y="209"/>
                  </a:moveTo>
                  <a:cubicBezTo>
                    <a:pt x="108" y="108"/>
                    <a:pt x="159" y="79"/>
                    <a:pt x="238" y="79"/>
                  </a:cubicBezTo>
                  <a:cubicBezTo>
                    <a:pt x="322" y="79"/>
                    <a:pt x="360" y="119"/>
                    <a:pt x="366" y="209"/>
                  </a:cubicBezTo>
                  <a:lnTo>
                    <a:pt x="97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EC8E473-602C-4ABE-8E74-27DE0B2568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35463" y="4405313"/>
              <a:ext cx="600075" cy="738188"/>
            </a:xfrm>
            <a:custGeom>
              <a:avLst/>
              <a:gdLst>
                <a:gd name="T0" fmla="*/ 244 w 395"/>
                <a:gd name="T1" fmla="*/ 201 h 486"/>
                <a:gd name="T2" fmla="*/ 244 w 395"/>
                <a:gd name="T3" fmla="*/ 201 h 486"/>
                <a:gd name="T4" fmla="*/ 161 w 395"/>
                <a:gd name="T5" fmla="*/ 201 h 486"/>
                <a:gd name="T6" fmla="*/ 92 w 395"/>
                <a:gd name="T7" fmla="*/ 140 h 486"/>
                <a:gd name="T8" fmla="*/ 191 w 395"/>
                <a:gd name="T9" fmla="*/ 81 h 486"/>
                <a:gd name="T10" fmla="*/ 336 w 395"/>
                <a:gd name="T11" fmla="*/ 107 h 486"/>
                <a:gd name="T12" fmla="*/ 367 w 395"/>
                <a:gd name="T13" fmla="*/ 33 h 486"/>
                <a:gd name="T14" fmla="*/ 201 w 395"/>
                <a:gd name="T15" fmla="*/ 0 h 486"/>
                <a:gd name="T16" fmla="*/ 4 w 395"/>
                <a:gd name="T17" fmla="*/ 142 h 486"/>
                <a:gd name="T18" fmla="*/ 151 w 395"/>
                <a:gd name="T19" fmla="*/ 285 h 486"/>
                <a:gd name="T20" fmla="*/ 151 w 395"/>
                <a:gd name="T21" fmla="*/ 285 h 486"/>
                <a:gd name="T22" fmla="*/ 234 w 395"/>
                <a:gd name="T23" fmla="*/ 285 h 486"/>
                <a:gd name="T24" fmla="*/ 303 w 395"/>
                <a:gd name="T25" fmla="*/ 346 h 486"/>
                <a:gd name="T26" fmla="*/ 203 w 395"/>
                <a:gd name="T27" fmla="*/ 405 h 486"/>
                <a:gd name="T28" fmla="*/ 44 w 395"/>
                <a:gd name="T29" fmla="*/ 372 h 486"/>
                <a:gd name="T30" fmla="*/ 12 w 395"/>
                <a:gd name="T31" fmla="*/ 446 h 486"/>
                <a:gd name="T32" fmla="*/ 194 w 395"/>
                <a:gd name="T33" fmla="*/ 486 h 486"/>
                <a:gd name="T34" fmla="*/ 391 w 395"/>
                <a:gd name="T35" fmla="*/ 345 h 486"/>
                <a:gd name="T36" fmla="*/ 244 w 395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5" h="486">
                  <a:moveTo>
                    <a:pt x="244" y="201"/>
                  </a:moveTo>
                  <a:cubicBezTo>
                    <a:pt x="244" y="201"/>
                    <a:pt x="244" y="201"/>
                    <a:pt x="244" y="201"/>
                  </a:cubicBezTo>
                  <a:cubicBezTo>
                    <a:pt x="161" y="201"/>
                    <a:pt x="161" y="201"/>
                    <a:pt x="161" y="201"/>
                  </a:cubicBezTo>
                  <a:cubicBezTo>
                    <a:pt x="115" y="201"/>
                    <a:pt x="90" y="183"/>
                    <a:pt x="92" y="140"/>
                  </a:cubicBezTo>
                  <a:cubicBezTo>
                    <a:pt x="94" y="95"/>
                    <a:pt x="143" y="81"/>
                    <a:pt x="191" y="81"/>
                  </a:cubicBezTo>
                  <a:cubicBezTo>
                    <a:pt x="260" y="81"/>
                    <a:pt x="311" y="98"/>
                    <a:pt x="336" y="107"/>
                  </a:cubicBezTo>
                  <a:cubicBezTo>
                    <a:pt x="367" y="33"/>
                    <a:pt x="367" y="33"/>
                    <a:pt x="367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0" y="0"/>
                    <a:pt x="9" y="32"/>
                    <a:pt x="4" y="142"/>
                  </a:cubicBezTo>
                  <a:cubicBezTo>
                    <a:pt x="0" y="248"/>
                    <a:pt x="74" y="283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234" y="285"/>
                    <a:pt x="234" y="285"/>
                    <a:pt x="234" y="285"/>
                  </a:cubicBezTo>
                  <a:cubicBezTo>
                    <a:pt x="280" y="285"/>
                    <a:pt x="305" y="303"/>
                    <a:pt x="303" y="346"/>
                  </a:cubicBezTo>
                  <a:cubicBezTo>
                    <a:pt x="301" y="391"/>
                    <a:pt x="252" y="405"/>
                    <a:pt x="203" y="405"/>
                  </a:cubicBezTo>
                  <a:cubicBezTo>
                    <a:pt x="105" y="405"/>
                    <a:pt x="44" y="372"/>
                    <a:pt x="44" y="372"/>
                  </a:cubicBezTo>
                  <a:cubicBezTo>
                    <a:pt x="12" y="446"/>
                    <a:pt x="12" y="446"/>
                    <a:pt x="12" y="446"/>
                  </a:cubicBezTo>
                  <a:cubicBezTo>
                    <a:pt x="12" y="446"/>
                    <a:pt x="83" y="486"/>
                    <a:pt x="194" y="486"/>
                  </a:cubicBezTo>
                  <a:cubicBezTo>
                    <a:pt x="275" y="486"/>
                    <a:pt x="386" y="454"/>
                    <a:pt x="391" y="345"/>
                  </a:cubicBezTo>
                  <a:cubicBezTo>
                    <a:pt x="395" y="238"/>
                    <a:pt x="321" y="203"/>
                    <a:pt x="244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4FE414C-3DB9-4FE9-B834-0A39C9D48A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19388" y="4406900"/>
              <a:ext cx="671513" cy="735013"/>
            </a:xfrm>
            <a:custGeom>
              <a:avLst/>
              <a:gdLst>
                <a:gd name="T0" fmla="*/ 220 w 442"/>
                <a:gd name="T1" fmla="*/ 0 h 484"/>
                <a:gd name="T2" fmla="*/ 39 w 442"/>
                <a:gd name="T3" fmla="*/ 30 h 484"/>
                <a:gd name="T4" fmla="*/ 75 w 442"/>
                <a:gd name="T5" fmla="*/ 104 h 484"/>
                <a:gd name="T6" fmla="*/ 230 w 442"/>
                <a:gd name="T7" fmla="*/ 81 h 484"/>
                <a:gd name="T8" fmla="*/ 350 w 442"/>
                <a:gd name="T9" fmla="*/ 168 h 484"/>
                <a:gd name="T10" fmla="*/ 350 w 442"/>
                <a:gd name="T11" fmla="*/ 196 h 484"/>
                <a:gd name="T12" fmla="*/ 168 w 442"/>
                <a:gd name="T13" fmla="*/ 196 h 484"/>
                <a:gd name="T14" fmla="*/ 0 w 442"/>
                <a:gd name="T15" fmla="*/ 339 h 484"/>
                <a:gd name="T16" fmla="*/ 181 w 442"/>
                <a:gd name="T17" fmla="*/ 484 h 484"/>
                <a:gd name="T18" fmla="*/ 350 w 442"/>
                <a:gd name="T19" fmla="*/ 417 h 484"/>
                <a:gd name="T20" fmla="*/ 350 w 442"/>
                <a:gd name="T21" fmla="*/ 484 h 484"/>
                <a:gd name="T22" fmla="*/ 442 w 442"/>
                <a:gd name="T23" fmla="*/ 484 h 484"/>
                <a:gd name="T24" fmla="*/ 442 w 442"/>
                <a:gd name="T25" fmla="*/ 142 h 484"/>
                <a:gd name="T26" fmla="*/ 220 w 442"/>
                <a:gd name="T27" fmla="*/ 0 h 484"/>
                <a:gd name="T28" fmla="*/ 350 w 442"/>
                <a:gd name="T29" fmla="*/ 295 h 484"/>
                <a:gd name="T30" fmla="*/ 198 w 442"/>
                <a:gd name="T31" fmla="*/ 407 h 484"/>
                <a:gd name="T32" fmla="*/ 95 w 442"/>
                <a:gd name="T33" fmla="*/ 338 h 484"/>
                <a:gd name="T34" fmla="*/ 173 w 442"/>
                <a:gd name="T35" fmla="*/ 269 h 484"/>
                <a:gd name="T36" fmla="*/ 350 w 442"/>
                <a:gd name="T37" fmla="*/ 269 h 484"/>
                <a:gd name="T38" fmla="*/ 350 w 442"/>
                <a:gd name="T39" fmla="*/ 295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2" h="484">
                  <a:moveTo>
                    <a:pt x="220" y="0"/>
                  </a:moveTo>
                  <a:cubicBezTo>
                    <a:pt x="135" y="0"/>
                    <a:pt x="72" y="18"/>
                    <a:pt x="39" y="30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105" y="95"/>
                    <a:pt x="159" y="81"/>
                    <a:pt x="230" y="81"/>
                  </a:cubicBezTo>
                  <a:cubicBezTo>
                    <a:pt x="285" y="81"/>
                    <a:pt x="350" y="96"/>
                    <a:pt x="350" y="168"/>
                  </a:cubicBezTo>
                  <a:cubicBezTo>
                    <a:pt x="350" y="168"/>
                    <a:pt x="350" y="194"/>
                    <a:pt x="350" y="196"/>
                  </a:cubicBezTo>
                  <a:cubicBezTo>
                    <a:pt x="168" y="196"/>
                    <a:pt x="168" y="196"/>
                    <a:pt x="168" y="196"/>
                  </a:cubicBezTo>
                  <a:cubicBezTo>
                    <a:pt x="75" y="196"/>
                    <a:pt x="0" y="229"/>
                    <a:pt x="0" y="339"/>
                  </a:cubicBezTo>
                  <a:cubicBezTo>
                    <a:pt x="0" y="438"/>
                    <a:pt x="81" y="484"/>
                    <a:pt x="181" y="484"/>
                  </a:cubicBezTo>
                  <a:cubicBezTo>
                    <a:pt x="298" y="484"/>
                    <a:pt x="350" y="417"/>
                    <a:pt x="350" y="417"/>
                  </a:cubicBezTo>
                  <a:cubicBezTo>
                    <a:pt x="350" y="484"/>
                    <a:pt x="350" y="484"/>
                    <a:pt x="350" y="484"/>
                  </a:cubicBezTo>
                  <a:cubicBezTo>
                    <a:pt x="442" y="484"/>
                    <a:pt x="442" y="484"/>
                    <a:pt x="442" y="484"/>
                  </a:cubicBezTo>
                  <a:cubicBezTo>
                    <a:pt x="442" y="142"/>
                    <a:pt x="442" y="142"/>
                    <a:pt x="442" y="142"/>
                  </a:cubicBezTo>
                  <a:cubicBezTo>
                    <a:pt x="437" y="32"/>
                    <a:pt x="311" y="0"/>
                    <a:pt x="220" y="0"/>
                  </a:cubicBezTo>
                  <a:close/>
                  <a:moveTo>
                    <a:pt x="350" y="295"/>
                  </a:moveTo>
                  <a:cubicBezTo>
                    <a:pt x="350" y="366"/>
                    <a:pt x="258" y="407"/>
                    <a:pt x="198" y="407"/>
                  </a:cubicBezTo>
                  <a:cubicBezTo>
                    <a:pt x="153" y="407"/>
                    <a:pt x="95" y="392"/>
                    <a:pt x="95" y="338"/>
                  </a:cubicBezTo>
                  <a:cubicBezTo>
                    <a:pt x="95" y="284"/>
                    <a:pt x="126" y="269"/>
                    <a:pt x="173" y="269"/>
                  </a:cubicBezTo>
                  <a:cubicBezTo>
                    <a:pt x="350" y="269"/>
                    <a:pt x="350" y="269"/>
                    <a:pt x="350" y="269"/>
                  </a:cubicBezTo>
                  <a:lnTo>
                    <a:pt x="350" y="2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CCE5207A-3E84-4DC4-A07C-47027DA0FF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5850" y="0"/>
              <a:ext cx="1914525" cy="965200"/>
            </a:xfrm>
            <a:custGeom>
              <a:avLst/>
              <a:gdLst>
                <a:gd name="T0" fmla="*/ 1260 w 1260"/>
                <a:gd name="T1" fmla="*/ 183 h 636"/>
                <a:gd name="T2" fmla="*/ 632 w 1260"/>
                <a:gd name="T3" fmla="*/ 0 h 636"/>
                <a:gd name="T4" fmla="*/ 0 w 1260"/>
                <a:gd name="T5" fmla="*/ 174 h 636"/>
                <a:gd name="T6" fmla="*/ 630 w 1260"/>
                <a:gd name="T7" fmla="*/ 635 h 636"/>
                <a:gd name="T8" fmla="*/ 1260 w 1260"/>
                <a:gd name="T9" fmla="*/ 183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0" h="636">
                  <a:moveTo>
                    <a:pt x="1260" y="183"/>
                  </a:moveTo>
                  <a:cubicBezTo>
                    <a:pt x="1088" y="73"/>
                    <a:pt x="862" y="0"/>
                    <a:pt x="632" y="0"/>
                  </a:cubicBezTo>
                  <a:cubicBezTo>
                    <a:pt x="418" y="0"/>
                    <a:pt x="197" y="52"/>
                    <a:pt x="0" y="174"/>
                  </a:cubicBezTo>
                  <a:cubicBezTo>
                    <a:pt x="0" y="174"/>
                    <a:pt x="269" y="634"/>
                    <a:pt x="630" y="635"/>
                  </a:cubicBezTo>
                  <a:cubicBezTo>
                    <a:pt x="992" y="636"/>
                    <a:pt x="1260" y="183"/>
                    <a:pt x="1260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77B6E331-2620-41C0-B97C-1B12164FD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2563" y="436563"/>
              <a:ext cx="1201738" cy="1819275"/>
            </a:xfrm>
            <a:custGeom>
              <a:avLst/>
              <a:gdLst>
                <a:gd name="T0" fmla="*/ 438 w 791"/>
                <a:gd name="T1" fmla="*/ 0 h 1198"/>
                <a:gd name="T2" fmla="*/ 75 w 791"/>
                <a:gd name="T3" fmla="*/ 545 h 1198"/>
                <a:gd name="T4" fmla="*/ 52 w 791"/>
                <a:gd name="T5" fmla="*/ 1198 h 1198"/>
                <a:gd name="T6" fmla="*/ 679 w 791"/>
                <a:gd name="T7" fmla="*/ 742 h 1198"/>
                <a:gd name="T8" fmla="*/ 438 w 791"/>
                <a:gd name="T9" fmla="*/ 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1" h="1198">
                  <a:moveTo>
                    <a:pt x="438" y="0"/>
                  </a:moveTo>
                  <a:cubicBezTo>
                    <a:pt x="273" y="139"/>
                    <a:pt x="147" y="326"/>
                    <a:pt x="75" y="545"/>
                  </a:cubicBezTo>
                  <a:cubicBezTo>
                    <a:pt x="4" y="764"/>
                    <a:pt x="0" y="981"/>
                    <a:pt x="52" y="1198"/>
                  </a:cubicBezTo>
                  <a:cubicBezTo>
                    <a:pt x="52" y="1198"/>
                    <a:pt x="566" y="1086"/>
                    <a:pt x="679" y="742"/>
                  </a:cubicBezTo>
                  <a:cubicBezTo>
                    <a:pt x="791" y="399"/>
                    <a:pt x="438" y="0"/>
                    <a:pt x="4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DA1FDC7C-42C8-4041-B97D-F2CA92B557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82900" y="2185988"/>
              <a:ext cx="1622425" cy="1447800"/>
            </a:xfrm>
            <a:custGeom>
              <a:avLst/>
              <a:gdLst>
                <a:gd name="T0" fmla="*/ 0 w 1067"/>
                <a:gd name="T1" fmla="*/ 211 h 954"/>
                <a:gd name="T2" fmla="*/ 401 w 1067"/>
                <a:gd name="T3" fmla="*/ 726 h 954"/>
                <a:gd name="T4" fmla="*/ 1016 w 1067"/>
                <a:gd name="T5" fmla="*/ 954 h 954"/>
                <a:gd name="T6" fmla="*/ 775 w 1067"/>
                <a:gd name="T7" fmla="*/ 213 h 954"/>
                <a:gd name="T8" fmla="*/ 0 w 1067"/>
                <a:gd name="T9" fmla="*/ 211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7" h="954">
                  <a:moveTo>
                    <a:pt x="0" y="211"/>
                  </a:moveTo>
                  <a:cubicBezTo>
                    <a:pt x="84" y="414"/>
                    <a:pt x="218" y="590"/>
                    <a:pt x="401" y="726"/>
                  </a:cubicBezTo>
                  <a:cubicBezTo>
                    <a:pt x="586" y="863"/>
                    <a:pt x="810" y="941"/>
                    <a:pt x="1016" y="954"/>
                  </a:cubicBezTo>
                  <a:cubicBezTo>
                    <a:pt x="1016" y="954"/>
                    <a:pt x="1067" y="426"/>
                    <a:pt x="775" y="213"/>
                  </a:cubicBezTo>
                  <a:cubicBezTo>
                    <a:pt x="483" y="0"/>
                    <a:pt x="0" y="211"/>
                    <a:pt x="0" y="2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7F7052C-55C2-4219-9B97-3B0041EC6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5500" y="2182813"/>
              <a:ext cx="1627188" cy="1450975"/>
            </a:xfrm>
            <a:custGeom>
              <a:avLst/>
              <a:gdLst>
                <a:gd name="T0" fmla="*/ 58 w 1071"/>
                <a:gd name="T1" fmla="*/ 956 h 956"/>
                <a:gd name="T2" fmla="*/ 669 w 1071"/>
                <a:gd name="T3" fmla="*/ 725 h 956"/>
                <a:gd name="T4" fmla="*/ 1071 w 1071"/>
                <a:gd name="T5" fmla="*/ 207 h 956"/>
                <a:gd name="T6" fmla="*/ 291 w 1071"/>
                <a:gd name="T7" fmla="*/ 215 h 956"/>
                <a:gd name="T8" fmla="*/ 58 w 1071"/>
                <a:gd name="T9" fmla="*/ 956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1" h="956">
                  <a:moveTo>
                    <a:pt x="58" y="956"/>
                  </a:moveTo>
                  <a:cubicBezTo>
                    <a:pt x="289" y="933"/>
                    <a:pt x="482" y="860"/>
                    <a:pt x="669" y="725"/>
                  </a:cubicBezTo>
                  <a:cubicBezTo>
                    <a:pt x="850" y="594"/>
                    <a:pt x="987" y="409"/>
                    <a:pt x="1071" y="207"/>
                  </a:cubicBezTo>
                  <a:cubicBezTo>
                    <a:pt x="1071" y="207"/>
                    <a:pt x="581" y="0"/>
                    <a:pt x="291" y="215"/>
                  </a:cubicBezTo>
                  <a:cubicBezTo>
                    <a:pt x="0" y="431"/>
                    <a:pt x="58" y="956"/>
                    <a:pt x="58" y="9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CD66E80E-6FF0-460D-B6F3-3BFD4976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9700" y="439738"/>
              <a:ext cx="1195388" cy="1819275"/>
            </a:xfrm>
            <a:custGeom>
              <a:avLst/>
              <a:gdLst>
                <a:gd name="T0" fmla="*/ 737 w 787"/>
                <a:gd name="T1" fmla="*/ 1198 h 1198"/>
                <a:gd name="T2" fmla="*/ 715 w 787"/>
                <a:gd name="T3" fmla="*/ 544 h 1198"/>
                <a:gd name="T4" fmla="*/ 355 w 787"/>
                <a:gd name="T5" fmla="*/ 0 h 1198"/>
                <a:gd name="T6" fmla="*/ 111 w 787"/>
                <a:gd name="T7" fmla="*/ 739 h 1198"/>
                <a:gd name="T8" fmla="*/ 737 w 787"/>
                <a:gd name="T9" fmla="*/ 1198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7" h="1198">
                  <a:moveTo>
                    <a:pt x="737" y="1198"/>
                  </a:moveTo>
                  <a:cubicBezTo>
                    <a:pt x="787" y="991"/>
                    <a:pt x="786" y="764"/>
                    <a:pt x="715" y="544"/>
                  </a:cubicBezTo>
                  <a:cubicBezTo>
                    <a:pt x="645" y="325"/>
                    <a:pt x="518" y="144"/>
                    <a:pt x="355" y="0"/>
                  </a:cubicBezTo>
                  <a:cubicBezTo>
                    <a:pt x="355" y="0"/>
                    <a:pt x="0" y="395"/>
                    <a:pt x="111" y="739"/>
                  </a:cubicBezTo>
                  <a:cubicBezTo>
                    <a:pt x="222" y="1083"/>
                    <a:pt x="737" y="1198"/>
                    <a:pt x="737" y="1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EF6742AF-C8D3-4ECE-A715-D2E9132A76D7}"/>
              </a:ext>
            </a:extLst>
          </p:cNvPr>
          <p:cNvGrpSpPr/>
          <p:nvPr userDrawn="1"/>
        </p:nvGrpSpPr>
        <p:grpSpPr>
          <a:xfrm>
            <a:off x="6774558" y="2383665"/>
            <a:ext cx="3589316" cy="1769235"/>
            <a:chOff x="1876472" y="1243012"/>
            <a:chExt cx="5386683" cy="2655188"/>
          </a:xfrm>
          <a:solidFill>
            <a:srgbClr val="FFE800"/>
          </a:solidFill>
        </p:grpSpPr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E89B02AF-DB8F-42C4-A8A6-230344B46333}"/>
                </a:ext>
              </a:extLst>
            </p:cNvPr>
            <p:cNvSpPr/>
            <p:nvPr/>
          </p:nvSpPr>
          <p:spPr>
            <a:xfrm>
              <a:off x="5656023" y="2294286"/>
              <a:ext cx="757978" cy="1289494"/>
            </a:xfrm>
            <a:custGeom>
              <a:avLst/>
              <a:gdLst>
                <a:gd name="connsiteX0" fmla="*/ 32211 w 757978"/>
                <a:gd name="connsiteY0" fmla="*/ 473202 h 1289494"/>
                <a:gd name="connsiteX1" fmla="*/ 252143 w 757978"/>
                <a:gd name="connsiteY1" fmla="*/ 1289495 h 1289494"/>
                <a:gd name="connsiteX2" fmla="*/ 675434 w 757978"/>
                <a:gd name="connsiteY2" fmla="*/ 708850 h 1289494"/>
                <a:gd name="connsiteX3" fmla="*/ 733918 w 757978"/>
                <a:gd name="connsiteY3" fmla="*/ 0 h 1289494"/>
                <a:gd name="connsiteX4" fmla="*/ 32211 w 757978"/>
                <a:gd name="connsiteY4" fmla="*/ 473202 h 1289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978" h="1289494">
                  <a:moveTo>
                    <a:pt x="32211" y="473202"/>
                  </a:moveTo>
                  <a:cubicBezTo>
                    <a:pt x="-102377" y="834104"/>
                    <a:pt x="226711" y="1257586"/>
                    <a:pt x="252143" y="1289495"/>
                  </a:cubicBezTo>
                  <a:cubicBezTo>
                    <a:pt x="438166" y="1143857"/>
                    <a:pt x="587423" y="946595"/>
                    <a:pt x="675434" y="708850"/>
                  </a:cubicBezTo>
                  <a:cubicBezTo>
                    <a:pt x="762493" y="473678"/>
                    <a:pt x="778399" y="229457"/>
                    <a:pt x="733918" y="0"/>
                  </a:cubicBezTo>
                  <a:cubicBezTo>
                    <a:pt x="702390" y="5715"/>
                    <a:pt x="168038" y="108966"/>
                    <a:pt x="32211" y="4732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68B4B2E3-6F03-4BD4-BB28-FCDF5C00B34A}"/>
                </a:ext>
              </a:extLst>
            </p:cNvPr>
            <p:cNvSpPr/>
            <p:nvPr/>
          </p:nvSpPr>
          <p:spPr>
            <a:xfrm>
              <a:off x="6505177" y="2608706"/>
              <a:ext cx="757978" cy="1289494"/>
            </a:xfrm>
            <a:custGeom>
              <a:avLst/>
              <a:gdLst>
                <a:gd name="connsiteX0" fmla="*/ 32211 w 757978"/>
                <a:gd name="connsiteY0" fmla="*/ 473202 h 1289494"/>
                <a:gd name="connsiteX1" fmla="*/ 252143 w 757978"/>
                <a:gd name="connsiteY1" fmla="*/ 1289495 h 1289494"/>
                <a:gd name="connsiteX2" fmla="*/ 675434 w 757978"/>
                <a:gd name="connsiteY2" fmla="*/ 708851 h 1289494"/>
                <a:gd name="connsiteX3" fmla="*/ 733918 w 757978"/>
                <a:gd name="connsiteY3" fmla="*/ 0 h 1289494"/>
                <a:gd name="connsiteX4" fmla="*/ 32211 w 757978"/>
                <a:gd name="connsiteY4" fmla="*/ 473202 h 1289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978" h="1289494">
                  <a:moveTo>
                    <a:pt x="32211" y="473202"/>
                  </a:moveTo>
                  <a:cubicBezTo>
                    <a:pt x="-102377" y="834104"/>
                    <a:pt x="226712" y="1257586"/>
                    <a:pt x="252143" y="1289495"/>
                  </a:cubicBezTo>
                  <a:cubicBezTo>
                    <a:pt x="438167" y="1143857"/>
                    <a:pt x="587423" y="946594"/>
                    <a:pt x="675434" y="708851"/>
                  </a:cubicBezTo>
                  <a:cubicBezTo>
                    <a:pt x="762493" y="473678"/>
                    <a:pt x="778399" y="229457"/>
                    <a:pt x="733918" y="0"/>
                  </a:cubicBezTo>
                  <a:cubicBezTo>
                    <a:pt x="702485" y="5810"/>
                    <a:pt x="168037" y="109061"/>
                    <a:pt x="32211" y="4732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99B404BE-FE54-428A-911D-CAC51B52FD2D}"/>
                </a:ext>
              </a:extLst>
            </p:cNvPr>
            <p:cNvSpPr/>
            <p:nvPr/>
          </p:nvSpPr>
          <p:spPr>
            <a:xfrm>
              <a:off x="2704671" y="1549717"/>
              <a:ext cx="755433" cy="1292256"/>
            </a:xfrm>
            <a:custGeom>
              <a:avLst/>
              <a:gdLst>
                <a:gd name="connsiteX0" fmla="*/ 724043 w 755433"/>
                <a:gd name="connsiteY0" fmla="*/ 816102 h 1292256"/>
                <a:gd name="connsiteX1" fmla="*/ 25574 w 755433"/>
                <a:gd name="connsiteY1" fmla="*/ 1292257 h 1292256"/>
                <a:gd name="connsiteX2" fmla="*/ 82534 w 755433"/>
                <a:gd name="connsiteY2" fmla="*/ 575977 h 1292256"/>
                <a:gd name="connsiteX3" fmla="*/ 499824 w 755433"/>
                <a:gd name="connsiteY3" fmla="*/ 0 h 1292256"/>
                <a:gd name="connsiteX4" fmla="*/ 724043 w 755433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33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658" y="145161"/>
                    <a:pt x="499824" y="0"/>
                  </a:cubicBezTo>
                  <a:cubicBezTo>
                    <a:pt x="519922" y="24860"/>
                    <a:pt x="858250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19526F4F-A482-4075-A175-93D5B6F1862F}"/>
                </a:ext>
              </a:extLst>
            </p:cNvPr>
            <p:cNvSpPr/>
            <p:nvPr/>
          </p:nvSpPr>
          <p:spPr>
            <a:xfrm>
              <a:off x="1876472" y="1243012"/>
              <a:ext cx="755400" cy="1292255"/>
            </a:xfrm>
            <a:custGeom>
              <a:avLst/>
              <a:gdLst>
                <a:gd name="connsiteX0" fmla="*/ 724043 w 755400"/>
                <a:gd name="connsiteY0" fmla="*/ 816102 h 1292256"/>
                <a:gd name="connsiteX1" fmla="*/ 25574 w 755400"/>
                <a:gd name="connsiteY1" fmla="*/ 1292257 h 1292256"/>
                <a:gd name="connsiteX2" fmla="*/ 82534 w 755400"/>
                <a:gd name="connsiteY2" fmla="*/ 575977 h 1292256"/>
                <a:gd name="connsiteX3" fmla="*/ 499824 w 755400"/>
                <a:gd name="connsiteY3" fmla="*/ 0 h 1292256"/>
                <a:gd name="connsiteX4" fmla="*/ 724043 w 755400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00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563" y="145161"/>
                    <a:pt x="499824" y="0"/>
                  </a:cubicBezTo>
                  <a:cubicBezTo>
                    <a:pt x="519922" y="24860"/>
                    <a:pt x="858155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2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noFill/>
          </a:ln>
        </p:spPr>
        <p:txBody>
          <a:bodyPr lIns="0" bIns="360000" anchor="ctr" anchorCtr="0"/>
          <a:lstStyle>
            <a:lvl1pPr marL="527987" indent="-527987">
              <a:buFont typeface="+mj-lt"/>
              <a:buNone/>
              <a:defRPr sz="4333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1. Titre de partie</a:t>
            </a:r>
          </a:p>
        </p:txBody>
      </p:sp>
      <p:sp>
        <p:nvSpPr>
          <p:cNvPr id="23" name="Espace réservé de la date 4">
            <a:extLst>
              <a:ext uri="{FF2B5EF4-FFF2-40B4-BE49-F238E27FC236}">
                <a16:creationId xmlns:a16="http://schemas.microsoft.com/office/drawing/2014/main" id="{979B2E0D-EA57-4BD7-9C3E-D26051B48C1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1"/>
            <a:ext cx="1560000" cy="2825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35" name="Espace réservé du pied de page 8">
            <a:extLst>
              <a:ext uri="{FF2B5EF4-FFF2-40B4-BE49-F238E27FC236}">
                <a16:creationId xmlns:a16="http://schemas.microsoft.com/office/drawing/2014/main" id="{FFFB696E-EECC-4454-8ED3-CA5C36E3B32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présentation sur une seule ligne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235795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titre 10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91A7E33E-EFFD-4ECA-B675-CED70E08C3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8AE072A-0DE3-445C-991B-1FF54D483686}"/>
              </a:ext>
            </a:extLst>
          </p:cNvPr>
          <p:cNvGrpSpPr/>
          <p:nvPr userDrawn="1"/>
        </p:nvGrpSpPr>
        <p:grpSpPr>
          <a:xfrm>
            <a:off x="11341101" y="240140"/>
            <a:ext cx="361951" cy="502176"/>
            <a:chOff x="2719388" y="0"/>
            <a:chExt cx="3708400" cy="5145088"/>
          </a:xfrm>
          <a:solidFill>
            <a:schemeClr val="bg1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6EAAAE4-81CD-4923-9B00-96AA86990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2825" y="4416425"/>
              <a:ext cx="658813" cy="723900"/>
            </a:xfrm>
            <a:custGeom>
              <a:avLst/>
              <a:gdLst>
                <a:gd name="T0" fmla="*/ 258 w 434"/>
                <a:gd name="T1" fmla="*/ 0 h 477"/>
                <a:gd name="T2" fmla="*/ 92 w 434"/>
                <a:gd name="T3" fmla="*/ 67 h 477"/>
                <a:gd name="T4" fmla="*/ 92 w 434"/>
                <a:gd name="T5" fmla="*/ 0 h 477"/>
                <a:gd name="T6" fmla="*/ 0 w 434"/>
                <a:gd name="T7" fmla="*/ 0 h 477"/>
                <a:gd name="T8" fmla="*/ 0 w 434"/>
                <a:gd name="T9" fmla="*/ 477 h 477"/>
                <a:gd name="T10" fmla="*/ 92 w 434"/>
                <a:gd name="T11" fmla="*/ 477 h 477"/>
                <a:gd name="T12" fmla="*/ 92 w 434"/>
                <a:gd name="T13" fmla="*/ 187 h 477"/>
                <a:gd name="T14" fmla="*/ 241 w 434"/>
                <a:gd name="T15" fmla="*/ 76 h 477"/>
                <a:gd name="T16" fmla="*/ 342 w 434"/>
                <a:gd name="T17" fmla="*/ 161 h 477"/>
                <a:gd name="T18" fmla="*/ 342 w 434"/>
                <a:gd name="T19" fmla="*/ 161 h 477"/>
                <a:gd name="T20" fmla="*/ 342 w 434"/>
                <a:gd name="T21" fmla="*/ 477 h 477"/>
                <a:gd name="T22" fmla="*/ 434 w 434"/>
                <a:gd name="T23" fmla="*/ 477 h 477"/>
                <a:gd name="T24" fmla="*/ 434 w 434"/>
                <a:gd name="T25" fmla="*/ 161 h 477"/>
                <a:gd name="T26" fmla="*/ 258 w 434"/>
                <a:gd name="T27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4" h="477">
                  <a:moveTo>
                    <a:pt x="258" y="0"/>
                  </a:moveTo>
                  <a:cubicBezTo>
                    <a:pt x="144" y="0"/>
                    <a:pt x="93" y="65"/>
                    <a:pt x="92" y="6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77"/>
                    <a:pt x="0" y="477"/>
                    <a:pt x="0" y="477"/>
                  </a:cubicBezTo>
                  <a:cubicBezTo>
                    <a:pt x="92" y="477"/>
                    <a:pt x="92" y="477"/>
                    <a:pt x="92" y="47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4" y="117"/>
                    <a:pt x="182" y="76"/>
                    <a:pt x="241" y="76"/>
                  </a:cubicBezTo>
                  <a:cubicBezTo>
                    <a:pt x="285" y="76"/>
                    <a:pt x="342" y="107"/>
                    <a:pt x="342" y="161"/>
                  </a:cubicBezTo>
                  <a:cubicBezTo>
                    <a:pt x="342" y="161"/>
                    <a:pt x="342" y="161"/>
                    <a:pt x="342" y="161"/>
                  </a:cubicBezTo>
                  <a:cubicBezTo>
                    <a:pt x="342" y="477"/>
                    <a:pt x="342" y="477"/>
                    <a:pt x="342" y="477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434" y="161"/>
                    <a:pt x="434" y="161"/>
                    <a:pt x="434" y="161"/>
                  </a:cubicBezTo>
                  <a:cubicBezTo>
                    <a:pt x="434" y="54"/>
                    <a:pt x="355" y="0"/>
                    <a:pt x="2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0BCD58C1-66D1-49A9-817D-EA1CCE1886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26125" y="4405313"/>
              <a:ext cx="601663" cy="738188"/>
            </a:xfrm>
            <a:custGeom>
              <a:avLst/>
              <a:gdLst>
                <a:gd name="T0" fmla="*/ 245 w 396"/>
                <a:gd name="T1" fmla="*/ 201 h 486"/>
                <a:gd name="T2" fmla="*/ 245 w 396"/>
                <a:gd name="T3" fmla="*/ 201 h 486"/>
                <a:gd name="T4" fmla="*/ 162 w 396"/>
                <a:gd name="T5" fmla="*/ 201 h 486"/>
                <a:gd name="T6" fmla="*/ 93 w 396"/>
                <a:gd name="T7" fmla="*/ 140 h 486"/>
                <a:gd name="T8" fmla="*/ 192 w 396"/>
                <a:gd name="T9" fmla="*/ 81 h 486"/>
                <a:gd name="T10" fmla="*/ 336 w 396"/>
                <a:gd name="T11" fmla="*/ 107 h 486"/>
                <a:gd name="T12" fmla="*/ 368 w 396"/>
                <a:gd name="T13" fmla="*/ 33 h 486"/>
                <a:gd name="T14" fmla="*/ 201 w 396"/>
                <a:gd name="T15" fmla="*/ 0 h 486"/>
                <a:gd name="T16" fmla="*/ 5 w 396"/>
                <a:gd name="T17" fmla="*/ 142 h 486"/>
                <a:gd name="T18" fmla="*/ 152 w 396"/>
                <a:gd name="T19" fmla="*/ 285 h 486"/>
                <a:gd name="T20" fmla="*/ 152 w 396"/>
                <a:gd name="T21" fmla="*/ 285 h 486"/>
                <a:gd name="T22" fmla="*/ 235 w 396"/>
                <a:gd name="T23" fmla="*/ 285 h 486"/>
                <a:gd name="T24" fmla="*/ 304 w 396"/>
                <a:gd name="T25" fmla="*/ 346 h 486"/>
                <a:gd name="T26" fmla="*/ 204 w 396"/>
                <a:gd name="T27" fmla="*/ 405 h 486"/>
                <a:gd name="T28" fmla="*/ 44 w 396"/>
                <a:gd name="T29" fmla="*/ 372 h 486"/>
                <a:gd name="T30" fmla="*/ 13 w 396"/>
                <a:gd name="T31" fmla="*/ 446 h 486"/>
                <a:gd name="T32" fmla="*/ 195 w 396"/>
                <a:gd name="T33" fmla="*/ 486 h 486"/>
                <a:gd name="T34" fmla="*/ 391 w 396"/>
                <a:gd name="T35" fmla="*/ 345 h 486"/>
                <a:gd name="T36" fmla="*/ 245 w 396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6" h="486">
                  <a:moveTo>
                    <a:pt x="245" y="201"/>
                  </a:moveTo>
                  <a:cubicBezTo>
                    <a:pt x="245" y="201"/>
                    <a:pt x="245" y="201"/>
                    <a:pt x="245" y="201"/>
                  </a:cubicBezTo>
                  <a:cubicBezTo>
                    <a:pt x="162" y="201"/>
                    <a:pt x="162" y="201"/>
                    <a:pt x="162" y="201"/>
                  </a:cubicBezTo>
                  <a:cubicBezTo>
                    <a:pt x="115" y="201"/>
                    <a:pt x="91" y="183"/>
                    <a:pt x="93" y="140"/>
                  </a:cubicBezTo>
                  <a:cubicBezTo>
                    <a:pt x="95" y="95"/>
                    <a:pt x="144" y="81"/>
                    <a:pt x="192" y="81"/>
                  </a:cubicBezTo>
                  <a:cubicBezTo>
                    <a:pt x="261" y="81"/>
                    <a:pt x="312" y="98"/>
                    <a:pt x="336" y="107"/>
                  </a:cubicBezTo>
                  <a:cubicBezTo>
                    <a:pt x="368" y="33"/>
                    <a:pt x="368" y="33"/>
                    <a:pt x="368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1" y="0"/>
                    <a:pt x="10" y="32"/>
                    <a:pt x="5" y="142"/>
                  </a:cubicBezTo>
                  <a:cubicBezTo>
                    <a:pt x="0" y="248"/>
                    <a:pt x="74" y="283"/>
                    <a:pt x="152" y="285"/>
                  </a:cubicBezTo>
                  <a:cubicBezTo>
                    <a:pt x="152" y="285"/>
                    <a:pt x="152" y="285"/>
                    <a:pt x="152" y="285"/>
                  </a:cubicBezTo>
                  <a:cubicBezTo>
                    <a:pt x="235" y="285"/>
                    <a:pt x="235" y="285"/>
                    <a:pt x="235" y="285"/>
                  </a:cubicBezTo>
                  <a:cubicBezTo>
                    <a:pt x="281" y="285"/>
                    <a:pt x="306" y="303"/>
                    <a:pt x="304" y="346"/>
                  </a:cubicBezTo>
                  <a:cubicBezTo>
                    <a:pt x="302" y="391"/>
                    <a:pt x="253" y="405"/>
                    <a:pt x="204" y="405"/>
                  </a:cubicBezTo>
                  <a:cubicBezTo>
                    <a:pt x="106" y="405"/>
                    <a:pt x="44" y="372"/>
                    <a:pt x="44" y="372"/>
                  </a:cubicBezTo>
                  <a:cubicBezTo>
                    <a:pt x="13" y="446"/>
                    <a:pt x="13" y="446"/>
                    <a:pt x="13" y="446"/>
                  </a:cubicBezTo>
                  <a:cubicBezTo>
                    <a:pt x="13" y="446"/>
                    <a:pt x="83" y="486"/>
                    <a:pt x="195" y="486"/>
                  </a:cubicBezTo>
                  <a:cubicBezTo>
                    <a:pt x="276" y="486"/>
                    <a:pt x="387" y="454"/>
                    <a:pt x="391" y="345"/>
                  </a:cubicBezTo>
                  <a:cubicBezTo>
                    <a:pt x="396" y="238"/>
                    <a:pt x="322" y="203"/>
                    <a:pt x="245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AE8DB6E-B1F5-4293-BB50-9FC333A20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026025" y="4402138"/>
              <a:ext cx="700088" cy="742950"/>
            </a:xfrm>
            <a:custGeom>
              <a:avLst/>
              <a:gdLst>
                <a:gd name="T0" fmla="*/ 234 w 460"/>
                <a:gd name="T1" fmla="*/ 0 h 489"/>
                <a:gd name="T2" fmla="*/ 0 w 460"/>
                <a:gd name="T3" fmla="*/ 249 h 489"/>
                <a:gd name="T4" fmla="*/ 256 w 460"/>
                <a:gd name="T5" fmla="*/ 489 h 489"/>
                <a:gd name="T6" fmla="*/ 437 w 460"/>
                <a:gd name="T7" fmla="*/ 449 h 489"/>
                <a:gd name="T8" fmla="*/ 403 w 460"/>
                <a:gd name="T9" fmla="*/ 378 h 489"/>
                <a:gd name="T10" fmla="*/ 253 w 460"/>
                <a:gd name="T11" fmla="*/ 408 h 489"/>
                <a:gd name="T12" fmla="*/ 96 w 460"/>
                <a:gd name="T13" fmla="*/ 285 h 489"/>
                <a:gd name="T14" fmla="*/ 367 w 460"/>
                <a:gd name="T15" fmla="*/ 285 h 489"/>
                <a:gd name="T16" fmla="*/ 460 w 460"/>
                <a:gd name="T17" fmla="*/ 285 h 489"/>
                <a:gd name="T18" fmla="*/ 460 w 460"/>
                <a:gd name="T19" fmla="*/ 243 h 489"/>
                <a:gd name="T20" fmla="*/ 234 w 460"/>
                <a:gd name="T21" fmla="*/ 0 h 489"/>
                <a:gd name="T22" fmla="*/ 97 w 460"/>
                <a:gd name="T23" fmla="*/ 209 h 489"/>
                <a:gd name="T24" fmla="*/ 238 w 460"/>
                <a:gd name="T25" fmla="*/ 79 h 489"/>
                <a:gd name="T26" fmla="*/ 366 w 460"/>
                <a:gd name="T27" fmla="*/ 209 h 489"/>
                <a:gd name="T28" fmla="*/ 97 w 460"/>
                <a:gd name="T29" fmla="*/ 20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0" h="489">
                  <a:moveTo>
                    <a:pt x="234" y="0"/>
                  </a:moveTo>
                  <a:cubicBezTo>
                    <a:pt x="101" y="0"/>
                    <a:pt x="0" y="77"/>
                    <a:pt x="0" y="249"/>
                  </a:cubicBezTo>
                  <a:cubicBezTo>
                    <a:pt x="0" y="421"/>
                    <a:pt x="127" y="489"/>
                    <a:pt x="256" y="489"/>
                  </a:cubicBezTo>
                  <a:cubicBezTo>
                    <a:pt x="375" y="489"/>
                    <a:pt x="437" y="449"/>
                    <a:pt x="437" y="449"/>
                  </a:cubicBezTo>
                  <a:cubicBezTo>
                    <a:pt x="403" y="378"/>
                    <a:pt x="403" y="378"/>
                    <a:pt x="403" y="378"/>
                  </a:cubicBezTo>
                  <a:cubicBezTo>
                    <a:pt x="403" y="378"/>
                    <a:pt x="357" y="408"/>
                    <a:pt x="253" y="408"/>
                  </a:cubicBezTo>
                  <a:cubicBezTo>
                    <a:pt x="182" y="408"/>
                    <a:pt x="106" y="386"/>
                    <a:pt x="96" y="285"/>
                  </a:cubicBezTo>
                  <a:cubicBezTo>
                    <a:pt x="367" y="285"/>
                    <a:pt x="367" y="285"/>
                    <a:pt x="367" y="285"/>
                  </a:cubicBezTo>
                  <a:cubicBezTo>
                    <a:pt x="460" y="285"/>
                    <a:pt x="460" y="285"/>
                    <a:pt x="460" y="285"/>
                  </a:cubicBezTo>
                  <a:cubicBezTo>
                    <a:pt x="460" y="243"/>
                    <a:pt x="460" y="243"/>
                    <a:pt x="460" y="243"/>
                  </a:cubicBezTo>
                  <a:cubicBezTo>
                    <a:pt x="460" y="87"/>
                    <a:pt x="388" y="0"/>
                    <a:pt x="234" y="0"/>
                  </a:cubicBezTo>
                  <a:close/>
                  <a:moveTo>
                    <a:pt x="97" y="209"/>
                  </a:moveTo>
                  <a:cubicBezTo>
                    <a:pt x="108" y="108"/>
                    <a:pt x="159" y="79"/>
                    <a:pt x="238" y="79"/>
                  </a:cubicBezTo>
                  <a:cubicBezTo>
                    <a:pt x="322" y="79"/>
                    <a:pt x="360" y="119"/>
                    <a:pt x="366" y="209"/>
                  </a:cubicBezTo>
                  <a:lnTo>
                    <a:pt x="97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EC8E473-602C-4ABE-8E74-27DE0B2568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35463" y="4405313"/>
              <a:ext cx="600075" cy="738188"/>
            </a:xfrm>
            <a:custGeom>
              <a:avLst/>
              <a:gdLst>
                <a:gd name="T0" fmla="*/ 244 w 395"/>
                <a:gd name="T1" fmla="*/ 201 h 486"/>
                <a:gd name="T2" fmla="*/ 244 w 395"/>
                <a:gd name="T3" fmla="*/ 201 h 486"/>
                <a:gd name="T4" fmla="*/ 161 w 395"/>
                <a:gd name="T5" fmla="*/ 201 h 486"/>
                <a:gd name="T6" fmla="*/ 92 w 395"/>
                <a:gd name="T7" fmla="*/ 140 h 486"/>
                <a:gd name="T8" fmla="*/ 191 w 395"/>
                <a:gd name="T9" fmla="*/ 81 h 486"/>
                <a:gd name="T10" fmla="*/ 336 w 395"/>
                <a:gd name="T11" fmla="*/ 107 h 486"/>
                <a:gd name="T12" fmla="*/ 367 w 395"/>
                <a:gd name="T13" fmla="*/ 33 h 486"/>
                <a:gd name="T14" fmla="*/ 201 w 395"/>
                <a:gd name="T15" fmla="*/ 0 h 486"/>
                <a:gd name="T16" fmla="*/ 4 w 395"/>
                <a:gd name="T17" fmla="*/ 142 h 486"/>
                <a:gd name="T18" fmla="*/ 151 w 395"/>
                <a:gd name="T19" fmla="*/ 285 h 486"/>
                <a:gd name="T20" fmla="*/ 151 w 395"/>
                <a:gd name="T21" fmla="*/ 285 h 486"/>
                <a:gd name="T22" fmla="*/ 234 w 395"/>
                <a:gd name="T23" fmla="*/ 285 h 486"/>
                <a:gd name="T24" fmla="*/ 303 w 395"/>
                <a:gd name="T25" fmla="*/ 346 h 486"/>
                <a:gd name="T26" fmla="*/ 203 w 395"/>
                <a:gd name="T27" fmla="*/ 405 h 486"/>
                <a:gd name="T28" fmla="*/ 44 w 395"/>
                <a:gd name="T29" fmla="*/ 372 h 486"/>
                <a:gd name="T30" fmla="*/ 12 w 395"/>
                <a:gd name="T31" fmla="*/ 446 h 486"/>
                <a:gd name="T32" fmla="*/ 194 w 395"/>
                <a:gd name="T33" fmla="*/ 486 h 486"/>
                <a:gd name="T34" fmla="*/ 391 w 395"/>
                <a:gd name="T35" fmla="*/ 345 h 486"/>
                <a:gd name="T36" fmla="*/ 244 w 395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5" h="486">
                  <a:moveTo>
                    <a:pt x="244" y="201"/>
                  </a:moveTo>
                  <a:cubicBezTo>
                    <a:pt x="244" y="201"/>
                    <a:pt x="244" y="201"/>
                    <a:pt x="244" y="201"/>
                  </a:cubicBezTo>
                  <a:cubicBezTo>
                    <a:pt x="161" y="201"/>
                    <a:pt x="161" y="201"/>
                    <a:pt x="161" y="201"/>
                  </a:cubicBezTo>
                  <a:cubicBezTo>
                    <a:pt x="115" y="201"/>
                    <a:pt x="90" y="183"/>
                    <a:pt x="92" y="140"/>
                  </a:cubicBezTo>
                  <a:cubicBezTo>
                    <a:pt x="94" y="95"/>
                    <a:pt x="143" y="81"/>
                    <a:pt x="191" y="81"/>
                  </a:cubicBezTo>
                  <a:cubicBezTo>
                    <a:pt x="260" y="81"/>
                    <a:pt x="311" y="98"/>
                    <a:pt x="336" y="107"/>
                  </a:cubicBezTo>
                  <a:cubicBezTo>
                    <a:pt x="367" y="33"/>
                    <a:pt x="367" y="33"/>
                    <a:pt x="367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0" y="0"/>
                    <a:pt x="9" y="32"/>
                    <a:pt x="4" y="142"/>
                  </a:cubicBezTo>
                  <a:cubicBezTo>
                    <a:pt x="0" y="248"/>
                    <a:pt x="74" y="283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234" y="285"/>
                    <a:pt x="234" y="285"/>
                    <a:pt x="234" y="285"/>
                  </a:cubicBezTo>
                  <a:cubicBezTo>
                    <a:pt x="280" y="285"/>
                    <a:pt x="305" y="303"/>
                    <a:pt x="303" y="346"/>
                  </a:cubicBezTo>
                  <a:cubicBezTo>
                    <a:pt x="301" y="391"/>
                    <a:pt x="252" y="405"/>
                    <a:pt x="203" y="405"/>
                  </a:cubicBezTo>
                  <a:cubicBezTo>
                    <a:pt x="105" y="405"/>
                    <a:pt x="44" y="372"/>
                    <a:pt x="44" y="372"/>
                  </a:cubicBezTo>
                  <a:cubicBezTo>
                    <a:pt x="12" y="446"/>
                    <a:pt x="12" y="446"/>
                    <a:pt x="12" y="446"/>
                  </a:cubicBezTo>
                  <a:cubicBezTo>
                    <a:pt x="12" y="446"/>
                    <a:pt x="83" y="486"/>
                    <a:pt x="194" y="486"/>
                  </a:cubicBezTo>
                  <a:cubicBezTo>
                    <a:pt x="275" y="486"/>
                    <a:pt x="386" y="454"/>
                    <a:pt x="391" y="345"/>
                  </a:cubicBezTo>
                  <a:cubicBezTo>
                    <a:pt x="395" y="238"/>
                    <a:pt x="321" y="203"/>
                    <a:pt x="244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4FE414C-3DB9-4FE9-B834-0A39C9D48A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19388" y="4406900"/>
              <a:ext cx="671513" cy="735013"/>
            </a:xfrm>
            <a:custGeom>
              <a:avLst/>
              <a:gdLst>
                <a:gd name="T0" fmla="*/ 220 w 442"/>
                <a:gd name="T1" fmla="*/ 0 h 484"/>
                <a:gd name="T2" fmla="*/ 39 w 442"/>
                <a:gd name="T3" fmla="*/ 30 h 484"/>
                <a:gd name="T4" fmla="*/ 75 w 442"/>
                <a:gd name="T5" fmla="*/ 104 h 484"/>
                <a:gd name="T6" fmla="*/ 230 w 442"/>
                <a:gd name="T7" fmla="*/ 81 h 484"/>
                <a:gd name="T8" fmla="*/ 350 w 442"/>
                <a:gd name="T9" fmla="*/ 168 h 484"/>
                <a:gd name="T10" fmla="*/ 350 w 442"/>
                <a:gd name="T11" fmla="*/ 196 h 484"/>
                <a:gd name="T12" fmla="*/ 168 w 442"/>
                <a:gd name="T13" fmla="*/ 196 h 484"/>
                <a:gd name="T14" fmla="*/ 0 w 442"/>
                <a:gd name="T15" fmla="*/ 339 h 484"/>
                <a:gd name="T16" fmla="*/ 181 w 442"/>
                <a:gd name="T17" fmla="*/ 484 h 484"/>
                <a:gd name="T18" fmla="*/ 350 w 442"/>
                <a:gd name="T19" fmla="*/ 417 h 484"/>
                <a:gd name="T20" fmla="*/ 350 w 442"/>
                <a:gd name="T21" fmla="*/ 484 h 484"/>
                <a:gd name="T22" fmla="*/ 442 w 442"/>
                <a:gd name="T23" fmla="*/ 484 h 484"/>
                <a:gd name="T24" fmla="*/ 442 w 442"/>
                <a:gd name="T25" fmla="*/ 142 h 484"/>
                <a:gd name="T26" fmla="*/ 220 w 442"/>
                <a:gd name="T27" fmla="*/ 0 h 484"/>
                <a:gd name="T28" fmla="*/ 350 w 442"/>
                <a:gd name="T29" fmla="*/ 295 h 484"/>
                <a:gd name="T30" fmla="*/ 198 w 442"/>
                <a:gd name="T31" fmla="*/ 407 h 484"/>
                <a:gd name="T32" fmla="*/ 95 w 442"/>
                <a:gd name="T33" fmla="*/ 338 h 484"/>
                <a:gd name="T34" fmla="*/ 173 w 442"/>
                <a:gd name="T35" fmla="*/ 269 h 484"/>
                <a:gd name="T36" fmla="*/ 350 w 442"/>
                <a:gd name="T37" fmla="*/ 269 h 484"/>
                <a:gd name="T38" fmla="*/ 350 w 442"/>
                <a:gd name="T39" fmla="*/ 295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2" h="484">
                  <a:moveTo>
                    <a:pt x="220" y="0"/>
                  </a:moveTo>
                  <a:cubicBezTo>
                    <a:pt x="135" y="0"/>
                    <a:pt x="72" y="18"/>
                    <a:pt x="39" y="30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105" y="95"/>
                    <a:pt x="159" y="81"/>
                    <a:pt x="230" y="81"/>
                  </a:cubicBezTo>
                  <a:cubicBezTo>
                    <a:pt x="285" y="81"/>
                    <a:pt x="350" y="96"/>
                    <a:pt x="350" y="168"/>
                  </a:cubicBezTo>
                  <a:cubicBezTo>
                    <a:pt x="350" y="168"/>
                    <a:pt x="350" y="194"/>
                    <a:pt x="350" y="196"/>
                  </a:cubicBezTo>
                  <a:cubicBezTo>
                    <a:pt x="168" y="196"/>
                    <a:pt x="168" y="196"/>
                    <a:pt x="168" y="196"/>
                  </a:cubicBezTo>
                  <a:cubicBezTo>
                    <a:pt x="75" y="196"/>
                    <a:pt x="0" y="229"/>
                    <a:pt x="0" y="339"/>
                  </a:cubicBezTo>
                  <a:cubicBezTo>
                    <a:pt x="0" y="438"/>
                    <a:pt x="81" y="484"/>
                    <a:pt x="181" y="484"/>
                  </a:cubicBezTo>
                  <a:cubicBezTo>
                    <a:pt x="298" y="484"/>
                    <a:pt x="350" y="417"/>
                    <a:pt x="350" y="417"/>
                  </a:cubicBezTo>
                  <a:cubicBezTo>
                    <a:pt x="350" y="484"/>
                    <a:pt x="350" y="484"/>
                    <a:pt x="350" y="484"/>
                  </a:cubicBezTo>
                  <a:cubicBezTo>
                    <a:pt x="442" y="484"/>
                    <a:pt x="442" y="484"/>
                    <a:pt x="442" y="484"/>
                  </a:cubicBezTo>
                  <a:cubicBezTo>
                    <a:pt x="442" y="142"/>
                    <a:pt x="442" y="142"/>
                    <a:pt x="442" y="142"/>
                  </a:cubicBezTo>
                  <a:cubicBezTo>
                    <a:pt x="437" y="32"/>
                    <a:pt x="311" y="0"/>
                    <a:pt x="220" y="0"/>
                  </a:cubicBezTo>
                  <a:close/>
                  <a:moveTo>
                    <a:pt x="350" y="295"/>
                  </a:moveTo>
                  <a:cubicBezTo>
                    <a:pt x="350" y="366"/>
                    <a:pt x="258" y="407"/>
                    <a:pt x="198" y="407"/>
                  </a:cubicBezTo>
                  <a:cubicBezTo>
                    <a:pt x="153" y="407"/>
                    <a:pt x="95" y="392"/>
                    <a:pt x="95" y="338"/>
                  </a:cubicBezTo>
                  <a:cubicBezTo>
                    <a:pt x="95" y="284"/>
                    <a:pt x="126" y="269"/>
                    <a:pt x="173" y="269"/>
                  </a:cubicBezTo>
                  <a:cubicBezTo>
                    <a:pt x="350" y="269"/>
                    <a:pt x="350" y="269"/>
                    <a:pt x="350" y="269"/>
                  </a:cubicBezTo>
                  <a:lnTo>
                    <a:pt x="350" y="2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CCE5207A-3E84-4DC4-A07C-47027DA0FF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5850" y="0"/>
              <a:ext cx="1914525" cy="965200"/>
            </a:xfrm>
            <a:custGeom>
              <a:avLst/>
              <a:gdLst>
                <a:gd name="T0" fmla="*/ 1260 w 1260"/>
                <a:gd name="T1" fmla="*/ 183 h 636"/>
                <a:gd name="T2" fmla="*/ 632 w 1260"/>
                <a:gd name="T3" fmla="*/ 0 h 636"/>
                <a:gd name="T4" fmla="*/ 0 w 1260"/>
                <a:gd name="T5" fmla="*/ 174 h 636"/>
                <a:gd name="T6" fmla="*/ 630 w 1260"/>
                <a:gd name="T7" fmla="*/ 635 h 636"/>
                <a:gd name="T8" fmla="*/ 1260 w 1260"/>
                <a:gd name="T9" fmla="*/ 183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0" h="636">
                  <a:moveTo>
                    <a:pt x="1260" y="183"/>
                  </a:moveTo>
                  <a:cubicBezTo>
                    <a:pt x="1088" y="73"/>
                    <a:pt x="862" y="0"/>
                    <a:pt x="632" y="0"/>
                  </a:cubicBezTo>
                  <a:cubicBezTo>
                    <a:pt x="418" y="0"/>
                    <a:pt x="197" y="52"/>
                    <a:pt x="0" y="174"/>
                  </a:cubicBezTo>
                  <a:cubicBezTo>
                    <a:pt x="0" y="174"/>
                    <a:pt x="269" y="634"/>
                    <a:pt x="630" y="635"/>
                  </a:cubicBezTo>
                  <a:cubicBezTo>
                    <a:pt x="992" y="636"/>
                    <a:pt x="1260" y="183"/>
                    <a:pt x="1260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77B6E331-2620-41C0-B97C-1B12164FD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2563" y="436563"/>
              <a:ext cx="1201738" cy="1819275"/>
            </a:xfrm>
            <a:custGeom>
              <a:avLst/>
              <a:gdLst>
                <a:gd name="T0" fmla="*/ 438 w 791"/>
                <a:gd name="T1" fmla="*/ 0 h 1198"/>
                <a:gd name="T2" fmla="*/ 75 w 791"/>
                <a:gd name="T3" fmla="*/ 545 h 1198"/>
                <a:gd name="T4" fmla="*/ 52 w 791"/>
                <a:gd name="T5" fmla="*/ 1198 h 1198"/>
                <a:gd name="T6" fmla="*/ 679 w 791"/>
                <a:gd name="T7" fmla="*/ 742 h 1198"/>
                <a:gd name="T8" fmla="*/ 438 w 791"/>
                <a:gd name="T9" fmla="*/ 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1" h="1198">
                  <a:moveTo>
                    <a:pt x="438" y="0"/>
                  </a:moveTo>
                  <a:cubicBezTo>
                    <a:pt x="273" y="139"/>
                    <a:pt x="147" y="326"/>
                    <a:pt x="75" y="545"/>
                  </a:cubicBezTo>
                  <a:cubicBezTo>
                    <a:pt x="4" y="764"/>
                    <a:pt x="0" y="981"/>
                    <a:pt x="52" y="1198"/>
                  </a:cubicBezTo>
                  <a:cubicBezTo>
                    <a:pt x="52" y="1198"/>
                    <a:pt x="566" y="1086"/>
                    <a:pt x="679" y="742"/>
                  </a:cubicBezTo>
                  <a:cubicBezTo>
                    <a:pt x="791" y="399"/>
                    <a:pt x="438" y="0"/>
                    <a:pt x="4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DA1FDC7C-42C8-4041-B97D-F2CA92B557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82900" y="2185988"/>
              <a:ext cx="1622425" cy="1447800"/>
            </a:xfrm>
            <a:custGeom>
              <a:avLst/>
              <a:gdLst>
                <a:gd name="T0" fmla="*/ 0 w 1067"/>
                <a:gd name="T1" fmla="*/ 211 h 954"/>
                <a:gd name="T2" fmla="*/ 401 w 1067"/>
                <a:gd name="T3" fmla="*/ 726 h 954"/>
                <a:gd name="T4" fmla="*/ 1016 w 1067"/>
                <a:gd name="T5" fmla="*/ 954 h 954"/>
                <a:gd name="T6" fmla="*/ 775 w 1067"/>
                <a:gd name="T7" fmla="*/ 213 h 954"/>
                <a:gd name="T8" fmla="*/ 0 w 1067"/>
                <a:gd name="T9" fmla="*/ 211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7" h="954">
                  <a:moveTo>
                    <a:pt x="0" y="211"/>
                  </a:moveTo>
                  <a:cubicBezTo>
                    <a:pt x="84" y="414"/>
                    <a:pt x="218" y="590"/>
                    <a:pt x="401" y="726"/>
                  </a:cubicBezTo>
                  <a:cubicBezTo>
                    <a:pt x="586" y="863"/>
                    <a:pt x="810" y="941"/>
                    <a:pt x="1016" y="954"/>
                  </a:cubicBezTo>
                  <a:cubicBezTo>
                    <a:pt x="1016" y="954"/>
                    <a:pt x="1067" y="426"/>
                    <a:pt x="775" y="213"/>
                  </a:cubicBezTo>
                  <a:cubicBezTo>
                    <a:pt x="483" y="0"/>
                    <a:pt x="0" y="211"/>
                    <a:pt x="0" y="2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7F7052C-55C2-4219-9B97-3B0041EC6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5500" y="2182813"/>
              <a:ext cx="1627188" cy="1450975"/>
            </a:xfrm>
            <a:custGeom>
              <a:avLst/>
              <a:gdLst>
                <a:gd name="T0" fmla="*/ 58 w 1071"/>
                <a:gd name="T1" fmla="*/ 956 h 956"/>
                <a:gd name="T2" fmla="*/ 669 w 1071"/>
                <a:gd name="T3" fmla="*/ 725 h 956"/>
                <a:gd name="T4" fmla="*/ 1071 w 1071"/>
                <a:gd name="T5" fmla="*/ 207 h 956"/>
                <a:gd name="T6" fmla="*/ 291 w 1071"/>
                <a:gd name="T7" fmla="*/ 215 h 956"/>
                <a:gd name="T8" fmla="*/ 58 w 1071"/>
                <a:gd name="T9" fmla="*/ 956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1" h="956">
                  <a:moveTo>
                    <a:pt x="58" y="956"/>
                  </a:moveTo>
                  <a:cubicBezTo>
                    <a:pt x="289" y="933"/>
                    <a:pt x="482" y="860"/>
                    <a:pt x="669" y="725"/>
                  </a:cubicBezTo>
                  <a:cubicBezTo>
                    <a:pt x="850" y="594"/>
                    <a:pt x="987" y="409"/>
                    <a:pt x="1071" y="207"/>
                  </a:cubicBezTo>
                  <a:cubicBezTo>
                    <a:pt x="1071" y="207"/>
                    <a:pt x="581" y="0"/>
                    <a:pt x="291" y="215"/>
                  </a:cubicBezTo>
                  <a:cubicBezTo>
                    <a:pt x="0" y="431"/>
                    <a:pt x="58" y="956"/>
                    <a:pt x="58" y="9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CD66E80E-6FF0-460D-B6F3-3BFD4976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9700" y="439738"/>
              <a:ext cx="1195388" cy="1819275"/>
            </a:xfrm>
            <a:custGeom>
              <a:avLst/>
              <a:gdLst>
                <a:gd name="T0" fmla="*/ 737 w 787"/>
                <a:gd name="T1" fmla="*/ 1198 h 1198"/>
                <a:gd name="T2" fmla="*/ 715 w 787"/>
                <a:gd name="T3" fmla="*/ 544 h 1198"/>
                <a:gd name="T4" fmla="*/ 355 w 787"/>
                <a:gd name="T5" fmla="*/ 0 h 1198"/>
                <a:gd name="T6" fmla="*/ 111 w 787"/>
                <a:gd name="T7" fmla="*/ 739 h 1198"/>
                <a:gd name="T8" fmla="*/ 737 w 787"/>
                <a:gd name="T9" fmla="*/ 1198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7" h="1198">
                  <a:moveTo>
                    <a:pt x="737" y="1198"/>
                  </a:moveTo>
                  <a:cubicBezTo>
                    <a:pt x="787" y="991"/>
                    <a:pt x="786" y="764"/>
                    <a:pt x="715" y="544"/>
                  </a:cubicBezTo>
                  <a:cubicBezTo>
                    <a:pt x="645" y="325"/>
                    <a:pt x="518" y="144"/>
                    <a:pt x="355" y="0"/>
                  </a:cubicBezTo>
                  <a:cubicBezTo>
                    <a:pt x="355" y="0"/>
                    <a:pt x="0" y="395"/>
                    <a:pt x="111" y="739"/>
                  </a:cubicBezTo>
                  <a:cubicBezTo>
                    <a:pt x="222" y="1083"/>
                    <a:pt x="737" y="1198"/>
                    <a:pt x="737" y="1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14A9D647-00F2-4C4B-BEB2-D75043DB8D0E}"/>
              </a:ext>
            </a:extLst>
          </p:cNvPr>
          <p:cNvGrpSpPr/>
          <p:nvPr userDrawn="1"/>
        </p:nvGrpSpPr>
        <p:grpSpPr>
          <a:xfrm>
            <a:off x="7002138" y="1700147"/>
            <a:ext cx="3394929" cy="3339213"/>
            <a:chOff x="2019290" y="61899"/>
            <a:chExt cx="5102087" cy="5018353"/>
          </a:xfrm>
          <a:solidFill>
            <a:srgbClr val="5770BE"/>
          </a:solidFill>
        </p:grpSpPr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0A3EC673-E299-4D73-87EC-841B629A6F7B}"/>
                </a:ext>
              </a:extLst>
            </p:cNvPr>
            <p:cNvSpPr/>
            <p:nvPr/>
          </p:nvSpPr>
          <p:spPr>
            <a:xfrm>
              <a:off x="3946207" y="61899"/>
              <a:ext cx="1278731" cy="636387"/>
            </a:xfrm>
            <a:custGeom>
              <a:avLst/>
              <a:gdLst>
                <a:gd name="connsiteX0" fmla="*/ 636651 w 1278731"/>
                <a:gd name="connsiteY0" fmla="*/ 636378 h 636387"/>
                <a:gd name="connsiteX1" fmla="*/ 1278731 w 1278731"/>
                <a:gd name="connsiteY1" fmla="*/ 184226 h 636387"/>
                <a:gd name="connsiteX2" fmla="*/ 637127 w 1278731"/>
                <a:gd name="connsiteY2" fmla="*/ 13 h 636387"/>
                <a:gd name="connsiteX3" fmla="*/ 0 w 1278731"/>
                <a:gd name="connsiteY3" fmla="*/ 174987 h 636387"/>
                <a:gd name="connsiteX4" fmla="*/ 636651 w 1278731"/>
                <a:gd name="connsiteY4" fmla="*/ 636378 h 636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8731" h="636387">
                  <a:moveTo>
                    <a:pt x="636651" y="636378"/>
                  </a:moveTo>
                  <a:cubicBezTo>
                    <a:pt x="994505" y="638759"/>
                    <a:pt x="1259015" y="216516"/>
                    <a:pt x="1278731" y="184226"/>
                  </a:cubicBezTo>
                  <a:cubicBezTo>
                    <a:pt x="1092422" y="68402"/>
                    <a:pt x="872681" y="1060"/>
                    <a:pt x="637127" y="13"/>
                  </a:cubicBezTo>
                  <a:cubicBezTo>
                    <a:pt x="404146" y="-1035"/>
                    <a:pt x="186023" y="63068"/>
                    <a:pt x="0" y="174987"/>
                  </a:cubicBezTo>
                  <a:cubicBezTo>
                    <a:pt x="15145" y="200609"/>
                    <a:pt x="275558" y="633997"/>
                    <a:pt x="636651" y="63637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CF3A35DC-7A8C-4C7B-88C4-1FD4E5E65E5A}"/>
                </a:ext>
              </a:extLst>
            </p:cNvPr>
            <p:cNvSpPr/>
            <p:nvPr/>
          </p:nvSpPr>
          <p:spPr>
            <a:xfrm>
              <a:off x="2019290" y="1219294"/>
              <a:ext cx="690590" cy="1213103"/>
            </a:xfrm>
            <a:custGeom>
              <a:avLst/>
              <a:gdLst>
                <a:gd name="connsiteX0" fmla="*/ 666569 w 690590"/>
                <a:gd name="connsiteY0" fmla="*/ 750189 h 1213103"/>
                <a:gd name="connsiteX1" fmla="*/ 435207 w 690590"/>
                <a:gd name="connsiteY1" fmla="*/ 0 h 1213103"/>
                <a:gd name="connsiteX2" fmla="*/ 10 w 690590"/>
                <a:gd name="connsiteY2" fmla="*/ 932021 h 1213103"/>
                <a:gd name="connsiteX3" fmla="*/ 31157 w 690590"/>
                <a:gd name="connsiteY3" fmla="*/ 1213104 h 1213103"/>
                <a:gd name="connsiteX4" fmla="*/ 666569 w 690590"/>
                <a:gd name="connsiteY4" fmla="*/ 750189 h 1213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590" h="1213103">
                  <a:moveTo>
                    <a:pt x="666569" y="750189"/>
                  </a:moveTo>
                  <a:cubicBezTo>
                    <a:pt x="779060" y="411575"/>
                    <a:pt x="461401" y="30575"/>
                    <a:pt x="435207" y="0"/>
                  </a:cubicBezTo>
                  <a:cubicBezTo>
                    <a:pt x="170412" y="223933"/>
                    <a:pt x="1629" y="558070"/>
                    <a:pt x="10" y="932021"/>
                  </a:cubicBezTo>
                  <a:cubicBezTo>
                    <a:pt x="-371" y="1028700"/>
                    <a:pt x="10392" y="1122712"/>
                    <a:pt x="31157" y="1213104"/>
                  </a:cubicBezTo>
                  <a:cubicBezTo>
                    <a:pt x="60970" y="1206532"/>
                    <a:pt x="552841" y="1092613"/>
                    <a:pt x="666569" y="7501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5D2C7748-445A-4908-A98D-8C1800ABBEA7}"/>
                </a:ext>
              </a:extLst>
            </p:cNvPr>
            <p:cNvSpPr/>
            <p:nvPr/>
          </p:nvSpPr>
          <p:spPr>
            <a:xfrm>
              <a:off x="2496692" y="4219701"/>
              <a:ext cx="1029858" cy="848932"/>
            </a:xfrm>
            <a:custGeom>
              <a:avLst/>
              <a:gdLst>
                <a:gd name="connsiteX0" fmla="*/ 782003 w 1029858"/>
                <a:gd name="connsiteY0" fmla="*/ 100934 h 848932"/>
                <a:gd name="connsiteX1" fmla="*/ 0 w 1029858"/>
                <a:gd name="connsiteY1" fmla="*/ 87980 h 848932"/>
                <a:gd name="connsiteX2" fmla="*/ 1025843 w 1029858"/>
                <a:gd name="connsiteY2" fmla="*/ 848932 h 848932"/>
                <a:gd name="connsiteX3" fmla="*/ 782003 w 1029858"/>
                <a:gd name="connsiteY3" fmla="*/ 100934 h 8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9858" h="848932">
                  <a:moveTo>
                    <a:pt x="782003" y="100934"/>
                  </a:moveTo>
                  <a:cubicBezTo>
                    <a:pt x="500824" y="-106140"/>
                    <a:pt x="53912" y="65977"/>
                    <a:pt x="0" y="87980"/>
                  </a:cubicBezTo>
                  <a:cubicBezTo>
                    <a:pt x="168783" y="504127"/>
                    <a:pt x="559403" y="806927"/>
                    <a:pt x="1025843" y="848932"/>
                  </a:cubicBezTo>
                  <a:cubicBezTo>
                    <a:pt x="1028033" y="826358"/>
                    <a:pt x="1074896" y="316770"/>
                    <a:pt x="782003" y="1009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D5AF26B3-A801-478A-995F-0DB30CC90980}"/>
                </a:ext>
              </a:extLst>
            </p:cNvPr>
            <p:cNvSpPr/>
            <p:nvPr/>
          </p:nvSpPr>
          <p:spPr>
            <a:xfrm>
              <a:off x="5578922" y="4238632"/>
              <a:ext cx="1038571" cy="841620"/>
            </a:xfrm>
            <a:custGeom>
              <a:avLst/>
              <a:gdLst>
                <a:gd name="connsiteX0" fmla="*/ 256474 w 1038571"/>
                <a:gd name="connsiteY0" fmla="*/ 96385 h 841620"/>
                <a:gd name="connsiteX1" fmla="*/ 2918 w 1038571"/>
                <a:gd name="connsiteY1" fmla="*/ 841621 h 841620"/>
                <a:gd name="connsiteX2" fmla="*/ 1038572 w 1038571"/>
                <a:gd name="connsiteY2" fmla="*/ 93623 h 841620"/>
                <a:gd name="connsiteX3" fmla="*/ 256474 w 1038571"/>
                <a:gd name="connsiteY3" fmla="*/ 96385 h 841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571" h="841620">
                  <a:moveTo>
                    <a:pt x="256474" y="96385"/>
                  </a:moveTo>
                  <a:cubicBezTo>
                    <a:pt x="-42040" y="310221"/>
                    <a:pt x="1680" y="828095"/>
                    <a:pt x="2918" y="841621"/>
                  </a:cubicBezTo>
                  <a:cubicBezTo>
                    <a:pt x="470215" y="805521"/>
                    <a:pt x="864550" y="507484"/>
                    <a:pt x="1038572" y="93623"/>
                  </a:cubicBezTo>
                  <a:cubicBezTo>
                    <a:pt x="984660" y="70953"/>
                    <a:pt x="540224" y="-106879"/>
                    <a:pt x="256474" y="9638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D7071253-7A44-447C-B7DF-70C0E1AD248E}"/>
                </a:ext>
              </a:extLst>
            </p:cNvPr>
            <p:cNvSpPr/>
            <p:nvPr/>
          </p:nvSpPr>
          <p:spPr>
            <a:xfrm>
              <a:off x="6435072" y="1236916"/>
              <a:ext cx="686305" cy="1214342"/>
            </a:xfrm>
            <a:custGeom>
              <a:avLst/>
              <a:gdLst>
                <a:gd name="connsiteX0" fmla="*/ 22020 w 686305"/>
                <a:gd name="connsiteY0" fmla="*/ 742855 h 1214342"/>
                <a:gd name="connsiteX1" fmla="*/ 652766 w 686305"/>
                <a:gd name="connsiteY1" fmla="*/ 1214342 h 1214342"/>
                <a:gd name="connsiteX2" fmla="*/ 655338 w 686305"/>
                <a:gd name="connsiteY2" fmla="*/ 1205008 h 1214342"/>
                <a:gd name="connsiteX3" fmla="*/ 686294 w 686305"/>
                <a:gd name="connsiteY3" fmla="*/ 935355 h 1214342"/>
                <a:gd name="connsiteX4" fmla="*/ 259574 w 686305"/>
                <a:gd name="connsiteY4" fmla="*/ 0 h 1214342"/>
                <a:gd name="connsiteX5" fmla="*/ 22020 w 686305"/>
                <a:gd name="connsiteY5" fmla="*/ 742855 h 121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6305" h="1214342">
                  <a:moveTo>
                    <a:pt x="22020" y="742855"/>
                  </a:moveTo>
                  <a:cubicBezTo>
                    <a:pt x="134701" y="1097471"/>
                    <a:pt x="652766" y="1214342"/>
                    <a:pt x="652766" y="1214342"/>
                  </a:cubicBezTo>
                  <a:cubicBezTo>
                    <a:pt x="653718" y="1211199"/>
                    <a:pt x="654480" y="1208056"/>
                    <a:pt x="655338" y="1205008"/>
                  </a:cubicBezTo>
                  <a:cubicBezTo>
                    <a:pt x="675149" y="1118235"/>
                    <a:pt x="685913" y="1028033"/>
                    <a:pt x="686294" y="935355"/>
                  </a:cubicBezTo>
                  <a:cubicBezTo>
                    <a:pt x="687913" y="561594"/>
                    <a:pt x="522178" y="226219"/>
                    <a:pt x="259574" y="0"/>
                  </a:cubicBezTo>
                  <a:cubicBezTo>
                    <a:pt x="215378" y="51530"/>
                    <a:pt x="-82278" y="414242"/>
                    <a:pt x="22020" y="7428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23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noFill/>
          </a:ln>
        </p:spPr>
        <p:txBody>
          <a:bodyPr lIns="0" bIns="360000" anchor="ctr" anchorCtr="0"/>
          <a:lstStyle>
            <a:lvl1pPr marL="527987" indent="-527987">
              <a:buFont typeface="+mj-lt"/>
              <a:buNone/>
              <a:defRPr sz="4333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1. Titre de partie</a:t>
            </a:r>
          </a:p>
        </p:txBody>
      </p:sp>
      <p:sp>
        <p:nvSpPr>
          <p:cNvPr id="35" name="Espace réservé de la date 4">
            <a:extLst>
              <a:ext uri="{FF2B5EF4-FFF2-40B4-BE49-F238E27FC236}">
                <a16:creationId xmlns:a16="http://schemas.microsoft.com/office/drawing/2014/main" id="{979B2E0D-EA57-4BD7-9C3E-D26051B48C1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1"/>
            <a:ext cx="1560000" cy="2825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36" name="Espace réservé du pied de page 8">
            <a:extLst>
              <a:ext uri="{FF2B5EF4-FFF2-40B4-BE49-F238E27FC236}">
                <a16:creationId xmlns:a16="http://schemas.microsoft.com/office/drawing/2014/main" id="{FFFB696E-EECC-4454-8ED3-CA5C36E3B32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présentation sur une seule ligne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136190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 avec titre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BA039719-59E1-499E-AE38-46FC3D06F2F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4460079-5C05-4907-83D0-F6C237D493D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fr-FR"/>
              <a:t>Titre de la présentation sur une seule ligne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72E177FF-2AD8-4CAF-A3FD-3CF7C14C521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67242" y="1316765"/>
            <a:ext cx="11459060" cy="4580259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800"/>
              </a:spcAft>
              <a:buFontTx/>
              <a:buNone/>
              <a:defRPr b="1">
                <a:solidFill>
                  <a:srgbClr val="262626"/>
                </a:solidFill>
                <a:latin typeface="+mn-lt"/>
              </a:defRPr>
            </a:lvl1pPr>
            <a:lvl2pPr marL="179992" indent="0">
              <a:spcBef>
                <a:spcPts val="600"/>
              </a:spcBef>
              <a:spcAft>
                <a:spcPts val="800"/>
              </a:spcAft>
              <a:buFontTx/>
              <a:buNone/>
              <a:defRPr>
                <a:solidFill>
                  <a:srgbClr val="262626"/>
                </a:solidFill>
              </a:defRPr>
            </a:lvl2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</p:txBody>
      </p: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D839141D-2A12-43BD-965E-1AFB5ACCCEC3}"/>
              </a:ext>
            </a:extLst>
          </p:cNvPr>
          <p:cNvGrpSpPr/>
          <p:nvPr userDrawn="1"/>
        </p:nvGrpSpPr>
        <p:grpSpPr>
          <a:xfrm>
            <a:off x="11337925" y="238141"/>
            <a:ext cx="365127" cy="507984"/>
            <a:chOff x="2724335" y="0"/>
            <a:chExt cx="3694565" cy="5140087"/>
          </a:xfrm>
        </p:grpSpPr>
        <p:grpSp>
          <p:nvGrpSpPr>
            <p:cNvPr id="30" name="Groupe 29">
              <a:extLst>
                <a:ext uri="{FF2B5EF4-FFF2-40B4-BE49-F238E27FC236}">
                  <a16:creationId xmlns:a16="http://schemas.microsoft.com/office/drawing/2014/main" id="{CD0A93DE-EBFB-4986-A4EA-7F8D18937CD7}"/>
                </a:ext>
              </a:extLst>
            </p:cNvPr>
            <p:cNvGrpSpPr/>
            <p:nvPr userDrawn="1"/>
          </p:nvGrpSpPr>
          <p:grpSpPr>
            <a:xfrm>
              <a:off x="2724335" y="4398358"/>
              <a:ext cx="3694565" cy="741729"/>
              <a:chOff x="2724335" y="4398358"/>
              <a:chExt cx="3694565" cy="741729"/>
            </a:xfrm>
          </p:grpSpPr>
          <p:sp>
            <p:nvSpPr>
              <p:cNvPr id="37" name="Forme libre : forme 34">
                <a:extLst>
                  <a:ext uri="{FF2B5EF4-FFF2-40B4-BE49-F238E27FC236}">
                    <a16:creationId xmlns:a16="http://schemas.microsoft.com/office/drawing/2014/main" id="{C293E0C5-6117-4F1F-A38B-DC8D3CF89800}"/>
                  </a:ext>
                </a:extLst>
              </p:cNvPr>
              <p:cNvSpPr/>
              <p:nvPr/>
            </p:nvSpPr>
            <p:spPr>
              <a:xfrm>
                <a:off x="3554785" y="4412423"/>
                <a:ext cx="659499" cy="722420"/>
              </a:xfrm>
              <a:custGeom>
                <a:avLst/>
                <a:gdLst>
                  <a:gd name="connsiteX0" fmla="*/ 391256 w 659499"/>
                  <a:gd name="connsiteY0" fmla="*/ 0 h 722420"/>
                  <a:gd name="connsiteX1" fmla="*/ 139990 w 659499"/>
                  <a:gd name="connsiteY1" fmla="*/ 100540 h 722420"/>
                  <a:gd name="connsiteX2" fmla="*/ 139990 w 659499"/>
                  <a:gd name="connsiteY2" fmla="*/ 0 h 722420"/>
                  <a:gd name="connsiteX3" fmla="*/ 0 w 659499"/>
                  <a:gd name="connsiteY3" fmla="*/ 0 h 722420"/>
                  <a:gd name="connsiteX4" fmla="*/ 0 w 659499"/>
                  <a:gd name="connsiteY4" fmla="*/ 722421 h 722420"/>
                  <a:gd name="connsiteX5" fmla="*/ 140073 w 659499"/>
                  <a:gd name="connsiteY5" fmla="*/ 722421 h 722420"/>
                  <a:gd name="connsiteX6" fmla="*/ 140073 w 659499"/>
                  <a:gd name="connsiteY6" fmla="*/ 283142 h 722420"/>
                  <a:gd name="connsiteX7" fmla="*/ 366037 w 659499"/>
                  <a:gd name="connsiteY7" fmla="*/ 115438 h 722420"/>
                  <a:gd name="connsiteX8" fmla="*/ 518928 w 659499"/>
                  <a:gd name="connsiteY8" fmla="*/ 243442 h 722420"/>
                  <a:gd name="connsiteX9" fmla="*/ 519427 w 659499"/>
                  <a:gd name="connsiteY9" fmla="*/ 243442 h 722420"/>
                  <a:gd name="connsiteX10" fmla="*/ 519427 w 659499"/>
                  <a:gd name="connsiteY10" fmla="*/ 722421 h 722420"/>
                  <a:gd name="connsiteX11" fmla="*/ 659500 w 659499"/>
                  <a:gd name="connsiteY11" fmla="*/ 722421 h 722420"/>
                  <a:gd name="connsiteX12" fmla="*/ 659500 w 659499"/>
                  <a:gd name="connsiteY12" fmla="*/ 243442 h 722420"/>
                  <a:gd name="connsiteX13" fmla="*/ 391256 w 659499"/>
                  <a:gd name="connsiteY13" fmla="*/ 0 h 722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59499" h="722420">
                    <a:moveTo>
                      <a:pt x="391256" y="0"/>
                    </a:moveTo>
                    <a:cubicBezTo>
                      <a:pt x="218141" y="0"/>
                      <a:pt x="141488" y="98626"/>
                      <a:pt x="139990" y="100540"/>
                    </a:cubicBezTo>
                    <a:lnTo>
                      <a:pt x="139990" y="0"/>
                    </a:lnTo>
                    <a:lnTo>
                      <a:pt x="0" y="0"/>
                    </a:lnTo>
                    <a:lnTo>
                      <a:pt x="0" y="722421"/>
                    </a:lnTo>
                    <a:lnTo>
                      <a:pt x="140073" y="722421"/>
                    </a:lnTo>
                    <a:lnTo>
                      <a:pt x="140073" y="283142"/>
                    </a:lnTo>
                    <a:cubicBezTo>
                      <a:pt x="143069" y="177026"/>
                      <a:pt x="276567" y="115438"/>
                      <a:pt x="366037" y="115438"/>
                    </a:cubicBezTo>
                    <a:cubicBezTo>
                      <a:pt x="432870" y="115438"/>
                      <a:pt x="518928" y="161213"/>
                      <a:pt x="518928" y="243442"/>
                    </a:cubicBezTo>
                    <a:lnTo>
                      <a:pt x="519427" y="243442"/>
                    </a:lnTo>
                    <a:lnTo>
                      <a:pt x="519427" y="722421"/>
                    </a:lnTo>
                    <a:lnTo>
                      <a:pt x="659500" y="722421"/>
                    </a:lnTo>
                    <a:lnTo>
                      <a:pt x="659500" y="243442"/>
                    </a:lnTo>
                    <a:cubicBezTo>
                      <a:pt x="659417" y="80981"/>
                      <a:pt x="538986" y="0"/>
                      <a:pt x="391256" y="0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8" name="Forme libre : forme 35">
                <a:extLst>
                  <a:ext uri="{FF2B5EF4-FFF2-40B4-BE49-F238E27FC236}">
                    <a16:creationId xmlns:a16="http://schemas.microsoft.com/office/drawing/2014/main" id="{4E707777-18DA-470E-8544-86B82A204996}"/>
                  </a:ext>
                </a:extLst>
              </p:cNvPr>
              <p:cNvSpPr/>
              <p:nvPr/>
            </p:nvSpPr>
            <p:spPr>
              <a:xfrm>
                <a:off x="5832180" y="4401770"/>
                <a:ext cx="586720" cy="736485"/>
              </a:xfrm>
              <a:custGeom>
                <a:avLst/>
                <a:gdLst>
                  <a:gd name="connsiteX0" fmla="*/ 363684 w 586720"/>
                  <a:gd name="connsiteY0" fmla="*/ 304532 h 736485"/>
                  <a:gd name="connsiteX1" fmla="*/ 363684 w 586720"/>
                  <a:gd name="connsiteY1" fmla="*/ 304365 h 736485"/>
                  <a:gd name="connsiteX2" fmla="*/ 237760 w 586720"/>
                  <a:gd name="connsiteY2" fmla="*/ 304365 h 736485"/>
                  <a:gd name="connsiteX3" fmla="*/ 133309 w 586720"/>
                  <a:gd name="connsiteY3" fmla="*/ 212565 h 736485"/>
                  <a:gd name="connsiteX4" fmla="*/ 284285 w 586720"/>
                  <a:gd name="connsiteY4" fmla="*/ 122512 h 736485"/>
                  <a:gd name="connsiteX5" fmla="*/ 503008 w 586720"/>
                  <a:gd name="connsiteY5" fmla="*/ 162128 h 736485"/>
                  <a:gd name="connsiteX6" fmla="*/ 551031 w 586720"/>
                  <a:gd name="connsiteY6" fmla="*/ 49188 h 736485"/>
                  <a:gd name="connsiteX7" fmla="*/ 298267 w 586720"/>
                  <a:gd name="connsiteY7" fmla="*/ 0 h 736485"/>
                  <a:gd name="connsiteX8" fmla="*/ 310 w 586720"/>
                  <a:gd name="connsiteY8" fmla="*/ 214313 h 736485"/>
                  <a:gd name="connsiteX9" fmla="*/ 223029 w 586720"/>
                  <a:gd name="connsiteY9" fmla="*/ 432037 h 736485"/>
                  <a:gd name="connsiteX10" fmla="*/ 223029 w 586720"/>
                  <a:gd name="connsiteY10" fmla="*/ 432204 h 736485"/>
                  <a:gd name="connsiteX11" fmla="*/ 348953 w 586720"/>
                  <a:gd name="connsiteY11" fmla="*/ 432204 h 736485"/>
                  <a:gd name="connsiteX12" fmla="*/ 453404 w 586720"/>
                  <a:gd name="connsiteY12" fmla="*/ 524005 h 736485"/>
                  <a:gd name="connsiteX13" fmla="*/ 302428 w 586720"/>
                  <a:gd name="connsiteY13" fmla="*/ 614057 h 736485"/>
                  <a:gd name="connsiteX14" fmla="*/ 59818 w 586720"/>
                  <a:gd name="connsiteY14" fmla="*/ 563704 h 736485"/>
                  <a:gd name="connsiteX15" fmla="*/ 12212 w 586720"/>
                  <a:gd name="connsiteY15" fmla="*/ 676062 h 736485"/>
                  <a:gd name="connsiteX16" fmla="*/ 288446 w 586720"/>
                  <a:gd name="connsiteY16" fmla="*/ 736486 h 736485"/>
                  <a:gd name="connsiteX17" fmla="*/ 586403 w 586720"/>
                  <a:gd name="connsiteY17" fmla="*/ 522173 h 736485"/>
                  <a:gd name="connsiteX18" fmla="*/ 363684 w 586720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20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8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8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477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9" name="Forme libre : forme 36">
                <a:extLst>
                  <a:ext uri="{FF2B5EF4-FFF2-40B4-BE49-F238E27FC236}">
                    <a16:creationId xmlns:a16="http://schemas.microsoft.com/office/drawing/2014/main" id="{AA931412-BFE0-468C-AAB4-DAC8C26F821C}"/>
                  </a:ext>
                </a:extLst>
              </p:cNvPr>
              <p:cNvSpPr/>
              <p:nvPr/>
            </p:nvSpPr>
            <p:spPr>
              <a:xfrm>
                <a:off x="5027341" y="4398358"/>
                <a:ext cx="698034" cy="741729"/>
              </a:xfrm>
              <a:custGeom>
                <a:avLst/>
                <a:gdLst>
                  <a:gd name="connsiteX0" fmla="*/ 355135 w 698034"/>
                  <a:gd name="connsiteY0" fmla="*/ 0 h 741729"/>
                  <a:gd name="connsiteX1" fmla="*/ 0 w 698034"/>
                  <a:gd name="connsiteY1" fmla="*/ 377856 h 741729"/>
                  <a:gd name="connsiteX2" fmla="*/ 387594 w 698034"/>
                  <a:gd name="connsiteY2" fmla="*/ 741730 h 741729"/>
                  <a:gd name="connsiteX3" fmla="*/ 662996 w 698034"/>
                  <a:gd name="connsiteY3" fmla="*/ 681306 h 741729"/>
                  <a:gd name="connsiteX4" fmla="*/ 611394 w 698034"/>
                  <a:gd name="connsiteY4" fmla="*/ 573609 h 741729"/>
                  <a:gd name="connsiteX5" fmla="*/ 383266 w 698034"/>
                  <a:gd name="connsiteY5" fmla="*/ 618386 h 741729"/>
                  <a:gd name="connsiteX6" fmla="*/ 145233 w 698034"/>
                  <a:gd name="connsiteY6" fmla="*/ 432121 h 741729"/>
                  <a:gd name="connsiteX7" fmla="*/ 556297 w 698034"/>
                  <a:gd name="connsiteY7" fmla="*/ 432121 h 741729"/>
                  <a:gd name="connsiteX8" fmla="*/ 698035 w 698034"/>
                  <a:gd name="connsiteY8" fmla="*/ 432121 h 741729"/>
                  <a:gd name="connsiteX9" fmla="*/ 698035 w 698034"/>
                  <a:gd name="connsiteY9" fmla="*/ 369200 h 741729"/>
                  <a:gd name="connsiteX10" fmla="*/ 355135 w 698034"/>
                  <a:gd name="connsiteY10" fmla="*/ 0 h 741729"/>
                  <a:gd name="connsiteX11" fmla="*/ 146981 w 698034"/>
                  <a:gd name="connsiteY11" fmla="*/ 316684 h 741729"/>
                  <a:gd name="connsiteX12" fmla="*/ 360378 w 698034"/>
                  <a:gd name="connsiteY12" fmla="*/ 119017 h 741729"/>
                  <a:gd name="connsiteX13" fmla="*/ 554549 w 698034"/>
                  <a:gd name="connsiteY13" fmla="*/ 316684 h 741729"/>
                  <a:gd name="connsiteX14" fmla="*/ 146981 w 698034"/>
                  <a:gd name="connsiteY14" fmla="*/ 316684 h 741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8034" h="741729">
                    <a:moveTo>
                      <a:pt x="355135" y="0"/>
                    </a:moveTo>
                    <a:cubicBezTo>
                      <a:pt x="152224" y="0"/>
                      <a:pt x="0" y="117185"/>
                      <a:pt x="0" y="377856"/>
                    </a:cubicBezTo>
                    <a:cubicBezTo>
                      <a:pt x="0" y="638443"/>
                      <a:pt x="191924" y="741730"/>
                      <a:pt x="387594" y="741730"/>
                    </a:cubicBezTo>
                    <a:cubicBezTo>
                      <a:pt x="568199" y="741730"/>
                      <a:pt x="662996" y="681306"/>
                      <a:pt x="662996" y="681306"/>
                    </a:cubicBezTo>
                    <a:lnTo>
                      <a:pt x="611394" y="573609"/>
                    </a:lnTo>
                    <a:cubicBezTo>
                      <a:pt x="611394" y="573609"/>
                      <a:pt x="541482" y="618386"/>
                      <a:pt x="383266" y="618386"/>
                    </a:cubicBezTo>
                    <a:cubicBezTo>
                      <a:pt x="276234" y="618386"/>
                      <a:pt x="160963" y="586010"/>
                      <a:pt x="145233" y="432121"/>
                    </a:cubicBezTo>
                    <a:lnTo>
                      <a:pt x="556297" y="432121"/>
                    </a:lnTo>
                    <a:lnTo>
                      <a:pt x="698035" y="432121"/>
                    </a:lnTo>
                    <a:lnTo>
                      <a:pt x="698035" y="369200"/>
                    </a:lnTo>
                    <a:cubicBezTo>
                      <a:pt x="698035" y="131251"/>
                      <a:pt x="587757" y="0"/>
                      <a:pt x="355135" y="0"/>
                    </a:cubicBezTo>
                    <a:close/>
                    <a:moveTo>
                      <a:pt x="146981" y="316684"/>
                    </a:moveTo>
                    <a:cubicBezTo>
                      <a:pt x="162711" y="164459"/>
                      <a:pt x="241445" y="119017"/>
                      <a:pt x="360378" y="119017"/>
                    </a:cubicBezTo>
                    <a:cubicBezTo>
                      <a:pt x="488050" y="119017"/>
                      <a:pt x="545810" y="180272"/>
                      <a:pt x="554549" y="316684"/>
                    </a:cubicBezTo>
                    <a:lnTo>
                      <a:pt x="146981" y="316684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4" name="Forme libre : forme 37">
                <a:extLst>
                  <a:ext uri="{FF2B5EF4-FFF2-40B4-BE49-F238E27FC236}">
                    <a16:creationId xmlns:a16="http://schemas.microsoft.com/office/drawing/2014/main" id="{46479C13-EE3B-4BD6-82FD-2CF84A6EE778}"/>
                  </a:ext>
                </a:extLst>
              </p:cNvPr>
              <p:cNvSpPr/>
              <p:nvPr/>
            </p:nvSpPr>
            <p:spPr>
              <a:xfrm>
                <a:off x="4342812" y="4401770"/>
                <a:ext cx="586713" cy="736485"/>
              </a:xfrm>
              <a:custGeom>
                <a:avLst/>
                <a:gdLst>
                  <a:gd name="connsiteX0" fmla="*/ 363684 w 586713"/>
                  <a:gd name="connsiteY0" fmla="*/ 304532 h 736485"/>
                  <a:gd name="connsiteX1" fmla="*/ 363684 w 586713"/>
                  <a:gd name="connsiteY1" fmla="*/ 304365 h 736485"/>
                  <a:gd name="connsiteX2" fmla="*/ 237760 w 586713"/>
                  <a:gd name="connsiteY2" fmla="*/ 304365 h 736485"/>
                  <a:gd name="connsiteX3" fmla="*/ 133309 w 586713"/>
                  <a:gd name="connsiteY3" fmla="*/ 212565 h 736485"/>
                  <a:gd name="connsiteX4" fmla="*/ 284285 w 586713"/>
                  <a:gd name="connsiteY4" fmla="*/ 122512 h 736485"/>
                  <a:gd name="connsiteX5" fmla="*/ 503008 w 586713"/>
                  <a:gd name="connsiteY5" fmla="*/ 162128 h 736485"/>
                  <a:gd name="connsiteX6" fmla="*/ 551031 w 586713"/>
                  <a:gd name="connsiteY6" fmla="*/ 49188 h 736485"/>
                  <a:gd name="connsiteX7" fmla="*/ 298267 w 586713"/>
                  <a:gd name="connsiteY7" fmla="*/ 0 h 736485"/>
                  <a:gd name="connsiteX8" fmla="*/ 310 w 586713"/>
                  <a:gd name="connsiteY8" fmla="*/ 214313 h 736485"/>
                  <a:gd name="connsiteX9" fmla="*/ 223029 w 586713"/>
                  <a:gd name="connsiteY9" fmla="*/ 432037 h 736485"/>
                  <a:gd name="connsiteX10" fmla="*/ 223029 w 586713"/>
                  <a:gd name="connsiteY10" fmla="*/ 432204 h 736485"/>
                  <a:gd name="connsiteX11" fmla="*/ 348953 w 586713"/>
                  <a:gd name="connsiteY11" fmla="*/ 432204 h 736485"/>
                  <a:gd name="connsiteX12" fmla="*/ 453404 w 586713"/>
                  <a:gd name="connsiteY12" fmla="*/ 524005 h 736485"/>
                  <a:gd name="connsiteX13" fmla="*/ 302429 w 586713"/>
                  <a:gd name="connsiteY13" fmla="*/ 614057 h 736485"/>
                  <a:gd name="connsiteX14" fmla="*/ 59818 w 586713"/>
                  <a:gd name="connsiteY14" fmla="*/ 563704 h 736485"/>
                  <a:gd name="connsiteX15" fmla="*/ 12212 w 586713"/>
                  <a:gd name="connsiteY15" fmla="*/ 676062 h 736485"/>
                  <a:gd name="connsiteX16" fmla="*/ 288446 w 586713"/>
                  <a:gd name="connsiteY16" fmla="*/ 736486 h 736485"/>
                  <a:gd name="connsiteX17" fmla="*/ 586403 w 586713"/>
                  <a:gd name="connsiteY17" fmla="*/ 522173 h 736485"/>
                  <a:gd name="connsiteX18" fmla="*/ 363684 w 586713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13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9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9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394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5" name="Forme libre : forme 38">
                <a:extLst>
                  <a:ext uri="{FF2B5EF4-FFF2-40B4-BE49-F238E27FC236}">
                    <a16:creationId xmlns:a16="http://schemas.microsoft.com/office/drawing/2014/main" id="{55C86DF5-F03A-4F69-B538-9C9E3D12D49A}"/>
                  </a:ext>
                </a:extLst>
              </p:cNvPr>
              <p:cNvSpPr/>
              <p:nvPr/>
            </p:nvSpPr>
            <p:spPr>
              <a:xfrm>
                <a:off x="2724335" y="4403352"/>
                <a:ext cx="669903" cy="732990"/>
              </a:xfrm>
              <a:custGeom>
                <a:avLst/>
                <a:gdLst>
                  <a:gd name="connsiteX0" fmla="*/ 333079 w 669903"/>
                  <a:gd name="connsiteY0" fmla="*/ 0 h 732990"/>
                  <a:gd name="connsiteX1" fmla="*/ 58509 w 669903"/>
                  <a:gd name="connsiteY1" fmla="*/ 45026 h 732990"/>
                  <a:gd name="connsiteX2" fmla="*/ 113856 w 669903"/>
                  <a:gd name="connsiteY2" fmla="*/ 157884 h 732990"/>
                  <a:gd name="connsiteX3" fmla="*/ 348976 w 669903"/>
                  <a:gd name="connsiteY3" fmla="*/ 122429 h 732990"/>
                  <a:gd name="connsiteX4" fmla="*/ 530080 w 669903"/>
                  <a:gd name="connsiteY4" fmla="*/ 253929 h 732990"/>
                  <a:gd name="connsiteX5" fmla="*/ 530080 w 669903"/>
                  <a:gd name="connsiteY5" fmla="*/ 297374 h 732990"/>
                  <a:gd name="connsiteX6" fmla="*/ 253596 w 669903"/>
                  <a:gd name="connsiteY6" fmla="*/ 297374 h 732990"/>
                  <a:gd name="connsiteX7" fmla="*/ 0 w 669903"/>
                  <a:gd name="connsiteY7" fmla="*/ 514267 h 732990"/>
                  <a:gd name="connsiteX8" fmla="*/ 273571 w 669903"/>
                  <a:gd name="connsiteY8" fmla="*/ 732990 h 732990"/>
                  <a:gd name="connsiteX9" fmla="*/ 529997 w 669903"/>
                  <a:gd name="connsiteY9" fmla="*/ 632284 h 732990"/>
                  <a:gd name="connsiteX10" fmla="*/ 529997 w 669903"/>
                  <a:gd name="connsiteY10" fmla="*/ 732990 h 732990"/>
                  <a:gd name="connsiteX11" fmla="*/ 669903 w 669903"/>
                  <a:gd name="connsiteY11" fmla="*/ 732990 h 732990"/>
                  <a:gd name="connsiteX12" fmla="*/ 669903 w 669903"/>
                  <a:gd name="connsiteY12" fmla="*/ 214313 h 732990"/>
                  <a:gd name="connsiteX13" fmla="*/ 333079 w 669903"/>
                  <a:gd name="connsiteY13" fmla="*/ 0 h 732990"/>
                  <a:gd name="connsiteX14" fmla="*/ 529997 w 669903"/>
                  <a:gd name="connsiteY14" fmla="*/ 446269 h 732990"/>
                  <a:gd name="connsiteX15" fmla="*/ 299288 w 669903"/>
                  <a:gd name="connsiteY15" fmla="*/ 617553 h 732990"/>
                  <a:gd name="connsiteX16" fmla="*/ 143319 w 669903"/>
                  <a:gd name="connsiteY16" fmla="*/ 512602 h 732990"/>
                  <a:gd name="connsiteX17" fmla="*/ 262335 w 669903"/>
                  <a:gd name="connsiteY17" fmla="*/ 407651 h 732990"/>
                  <a:gd name="connsiteX18" fmla="*/ 529997 w 669903"/>
                  <a:gd name="connsiteY18" fmla="*/ 407651 h 732990"/>
                  <a:gd name="connsiteX19" fmla="*/ 529997 w 669903"/>
                  <a:gd name="connsiteY19" fmla="*/ 446269 h 732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69903" h="732990">
                    <a:moveTo>
                      <a:pt x="333079" y="0"/>
                    </a:moveTo>
                    <a:cubicBezTo>
                      <a:pt x="204741" y="0"/>
                      <a:pt x="108197" y="27132"/>
                      <a:pt x="58509" y="45026"/>
                    </a:cubicBezTo>
                    <a:lnTo>
                      <a:pt x="113856" y="157884"/>
                    </a:lnTo>
                    <a:cubicBezTo>
                      <a:pt x="159132" y="143069"/>
                      <a:pt x="241278" y="122429"/>
                      <a:pt x="348976" y="122429"/>
                    </a:cubicBezTo>
                    <a:cubicBezTo>
                      <a:pt x="432037" y="122429"/>
                      <a:pt x="530080" y="145067"/>
                      <a:pt x="530080" y="253929"/>
                    </a:cubicBezTo>
                    <a:cubicBezTo>
                      <a:pt x="530080" y="253929"/>
                      <a:pt x="529914" y="293712"/>
                      <a:pt x="530080" y="297374"/>
                    </a:cubicBezTo>
                    <a:lnTo>
                      <a:pt x="253596" y="297374"/>
                    </a:lnTo>
                    <a:cubicBezTo>
                      <a:pt x="113690" y="297374"/>
                      <a:pt x="0" y="346396"/>
                      <a:pt x="0" y="514267"/>
                    </a:cubicBezTo>
                    <a:cubicBezTo>
                      <a:pt x="0" y="664411"/>
                      <a:pt x="122928" y="732990"/>
                      <a:pt x="273571" y="732990"/>
                    </a:cubicBezTo>
                    <a:cubicBezTo>
                      <a:pt x="451929" y="732990"/>
                      <a:pt x="529997" y="632284"/>
                      <a:pt x="529997" y="632284"/>
                    </a:cubicBezTo>
                    <a:lnTo>
                      <a:pt x="529997" y="732990"/>
                    </a:lnTo>
                    <a:lnTo>
                      <a:pt x="669903" y="732990"/>
                    </a:lnTo>
                    <a:lnTo>
                      <a:pt x="669903" y="214313"/>
                    </a:lnTo>
                    <a:cubicBezTo>
                      <a:pt x="661830" y="48605"/>
                      <a:pt x="471488" y="0"/>
                      <a:pt x="333079" y="0"/>
                    </a:cubicBezTo>
                    <a:close/>
                    <a:moveTo>
                      <a:pt x="529997" y="446269"/>
                    </a:moveTo>
                    <a:cubicBezTo>
                      <a:pt x="529997" y="554633"/>
                      <a:pt x="391672" y="617553"/>
                      <a:pt x="299288" y="617553"/>
                    </a:cubicBezTo>
                    <a:cubicBezTo>
                      <a:pt x="231125" y="617553"/>
                      <a:pt x="143319" y="594749"/>
                      <a:pt x="143319" y="512602"/>
                    </a:cubicBezTo>
                    <a:cubicBezTo>
                      <a:pt x="143319" y="430373"/>
                      <a:pt x="190592" y="407651"/>
                      <a:pt x="262335" y="407651"/>
                    </a:cubicBezTo>
                    <a:lnTo>
                      <a:pt x="529997" y="407651"/>
                    </a:lnTo>
                    <a:lnTo>
                      <a:pt x="529997" y="446269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  <p:grpSp>
          <p:nvGrpSpPr>
            <p:cNvPr id="31" name="Groupe 30">
              <a:extLst>
                <a:ext uri="{FF2B5EF4-FFF2-40B4-BE49-F238E27FC236}">
                  <a16:creationId xmlns:a16="http://schemas.microsoft.com/office/drawing/2014/main" id="{3D15C3A9-D5ED-46AD-B105-728671E40E8E}"/>
                </a:ext>
              </a:extLst>
            </p:cNvPr>
            <p:cNvGrpSpPr/>
            <p:nvPr userDrawn="1"/>
          </p:nvGrpSpPr>
          <p:grpSpPr>
            <a:xfrm>
              <a:off x="2752472" y="0"/>
              <a:ext cx="3638377" cy="3631244"/>
              <a:chOff x="2752472" y="0"/>
              <a:chExt cx="3638377" cy="3631244"/>
            </a:xfrm>
          </p:grpSpPr>
          <p:sp>
            <p:nvSpPr>
              <p:cNvPr id="32" name="Forme libre : forme 29">
                <a:extLst>
                  <a:ext uri="{FF2B5EF4-FFF2-40B4-BE49-F238E27FC236}">
                    <a16:creationId xmlns:a16="http://schemas.microsoft.com/office/drawing/2014/main" id="{20FC994F-7484-4476-883E-735BC71E1E41}"/>
                  </a:ext>
                </a:extLst>
              </p:cNvPr>
              <p:cNvSpPr/>
              <p:nvPr/>
            </p:nvSpPr>
            <p:spPr>
              <a:xfrm>
                <a:off x="3627443" y="0"/>
                <a:ext cx="1911500" cy="962868"/>
              </a:xfrm>
              <a:custGeom>
                <a:avLst/>
                <a:gdLst>
                  <a:gd name="connsiteX0" fmla="*/ 1911501 w 1911500"/>
                  <a:gd name="connsiteY0" fmla="*/ 277816 h 962868"/>
                  <a:gd name="connsiteX1" fmla="*/ 958955 w 1911500"/>
                  <a:gd name="connsiteY1" fmla="*/ 0 h 962868"/>
                  <a:gd name="connsiteX2" fmla="*/ 0 w 1911500"/>
                  <a:gd name="connsiteY2" fmla="*/ 264499 h 962868"/>
                  <a:gd name="connsiteX3" fmla="*/ 956791 w 1911500"/>
                  <a:gd name="connsiteY3" fmla="*/ 962867 h 962868"/>
                  <a:gd name="connsiteX4" fmla="*/ 1911501 w 1911500"/>
                  <a:gd name="connsiteY4" fmla="*/ 277816 h 962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11500" h="962868">
                    <a:moveTo>
                      <a:pt x="1911501" y="277816"/>
                    </a:moveTo>
                    <a:cubicBezTo>
                      <a:pt x="1651163" y="110610"/>
                      <a:pt x="1308430" y="0"/>
                      <a:pt x="958955" y="0"/>
                    </a:cubicBezTo>
                    <a:cubicBezTo>
                      <a:pt x="634199" y="0"/>
                      <a:pt x="299621" y="79316"/>
                      <a:pt x="0" y="264499"/>
                    </a:cubicBezTo>
                    <a:cubicBezTo>
                      <a:pt x="0" y="264499"/>
                      <a:pt x="408317" y="961618"/>
                      <a:pt x="956791" y="962867"/>
                    </a:cubicBezTo>
                    <a:cubicBezTo>
                      <a:pt x="1505264" y="964115"/>
                      <a:pt x="1911501" y="277816"/>
                      <a:pt x="1911501" y="277816"/>
                    </a:cubicBezTo>
                    <a:close/>
                  </a:path>
                </a:pathLst>
              </a:custGeom>
              <a:solidFill>
                <a:srgbClr val="FFE80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3" name="Forme libre : forme 30">
                <a:extLst>
                  <a:ext uri="{FF2B5EF4-FFF2-40B4-BE49-F238E27FC236}">
                    <a16:creationId xmlns:a16="http://schemas.microsoft.com/office/drawing/2014/main" id="{3CA22ED6-1495-4E0E-B586-B3B64C1137CE}"/>
                  </a:ext>
                </a:extLst>
              </p:cNvPr>
              <p:cNvSpPr/>
              <p:nvPr/>
            </p:nvSpPr>
            <p:spPr>
              <a:xfrm>
                <a:off x="2752472" y="435699"/>
                <a:ext cx="1037602" cy="1816620"/>
              </a:xfrm>
              <a:custGeom>
                <a:avLst/>
                <a:gdLst>
                  <a:gd name="connsiteX0" fmla="*/ 638936 w 1037602"/>
                  <a:gd name="connsiteY0" fmla="*/ 0 h 1816620"/>
                  <a:gd name="connsiteX1" fmla="*/ 88964 w 1037602"/>
                  <a:gd name="connsiteY1" fmla="*/ 826040 h 1816620"/>
                  <a:gd name="connsiteX2" fmla="*/ 53675 w 1037602"/>
                  <a:gd name="connsiteY2" fmla="*/ 1816621 h 1816620"/>
                  <a:gd name="connsiteX3" fmla="*/ 1004058 w 1037602"/>
                  <a:gd name="connsiteY3" fmla="*/ 1125578 h 1816620"/>
                  <a:gd name="connsiteX4" fmla="*/ 638936 w 1037602"/>
                  <a:gd name="connsiteY4" fmla="*/ 0 h 1816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7602" h="1816620">
                    <a:moveTo>
                      <a:pt x="638936" y="0"/>
                    </a:moveTo>
                    <a:cubicBezTo>
                      <a:pt x="389085" y="210151"/>
                      <a:pt x="197660" y="493876"/>
                      <a:pt x="88964" y="826040"/>
                    </a:cubicBezTo>
                    <a:cubicBezTo>
                      <a:pt x="-19732" y="1158203"/>
                      <a:pt x="-25558" y="1487787"/>
                      <a:pt x="53675" y="1816621"/>
                    </a:cubicBezTo>
                    <a:cubicBezTo>
                      <a:pt x="53675" y="1816621"/>
                      <a:pt x="833440" y="1646919"/>
                      <a:pt x="1004058" y="1125578"/>
                    </a:cubicBezTo>
                    <a:cubicBezTo>
                      <a:pt x="1174675" y="604236"/>
                      <a:pt x="638936" y="0"/>
                      <a:pt x="638936" y="0"/>
                    </a:cubicBezTo>
                    <a:close/>
                  </a:path>
                </a:pathLst>
              </a:custGeom>
              <a:solidFill>
                <a:srgbClr val="FF994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4" name="Forme libre : forme 31">
                <a:extLst>
                  <a:ext uri="{FF2B5EF4-FFF2-40B4-BE49-F238E27FC236}">
                    <a16:creationId xmlns:a16="http://schemas.microsoft.com/office/drawing/2014/main" id="{1A912585-892A-484D-AC23-F343EFBF516D}"/>
                  </a:ext>
                </a:extLst>
              </p:cNvPr>
              <p:cNvSpPr/>
              <p:nvPr/>
            </p:nvSpPr>
            <p:spPr>
              <a:xfrm>
                <a:off x="2887295" y="2362027"/>
                <a:ext cx="1547103" cy="1269217"/>
              </a:xfrm>
              <a:custGeom>
                <a:avLst/>
                <a:gdLst>
                  <a:gd name="connsiteX0" fmla="*/ 0 w 1547103"/>
                  <a:gd name="connsiteY0" fmla="*/ 140976 h 1269217"/>
                  <a:gd name="connsiteX1" fmla="*/ 609064 w 1547103"/>
                  <a:gd name="connsiteY1" fmla="*/ 922489 h 1269217"/>
                  <a:gd name="connsiteX2" fmla="*/ 1541802 w 1547103"/>
                  <a:gd name="connsiteY2" fmla="*/ 1269217 h 1269217"/>
                  <a:gd name="connsiteX3" fmla="*/ 1176846 w 1547103"/>
                  <a:gd name="connsiteY3" fmla="*/ 144722 h 1269217"/>
                  <a:gd name="connsiteX4" fmla="*/ 0 w 1547103"/>
                  <a:gd name="connsiteY4" fmla="*/ 140976 h 1269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7103" h="1269217">
                    <a:moveTo>
                      <a:pt x="0" y="140976"/>
                    </a:moveTo>
                    <a:cubicBezTo>
                      <a:pt x="127755" y="449503"/>
                      <a:pt x="330998" y="715833"/>
                      <a:pt x="609064" y="922489"/>
                    </a:cubicBezTo>
                    <a:cubicBezTo>
                      <a:pt x="889543" y="1130976"/>
                      <a:pt x="1229030" y="1248660"/>
                      <a:pt x="1541802" y="1269217"/>
                    </a:cubicBezTo>
                    <a:cubicBezTo>
                      <a:pt x="1541802" y="1269217"/>
                      <a:pt x="1619870" y="468146"/>
                      <a:pt x="1176846" y="144722"/>
                    </a:cubicBezTo>
                    <a:cubicBezTo>
                      <a:pt x="733823" y="-178703"/>
                      <a:pt x="0" y="140976"/>
                      <a:pt x="0" y="140976"/>
                    </a:cubicBezTo>
                    <a:close/>
                  </a:path>
                </a:pathLst>
              </a:custGeom>
              <a:solidFill>
                <a:srgbClr val="E1000F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5" name="Forme libre : forme 32">
                <a:extLst>
                  <a:ext uri="{FF2B5EF4-FFF2-40B4-BE49-F238E27FC236}">
                    <a16:creationId xmlns:a16="http://schemas.microsoft.com/office/drawing/2014/main" id="{5B692C3C-082C-4FC6-B8F1-D9A13E759C3D}"/>
                  </a:ext>
                </a:extLst>
              </p:cNvPr>
              <p:cNvSpPr/>
              <p:nvPr/>
            </p:nvSpPr>
            <p:spPr>
              <a:xfrm>
                <a:off x="4718054" y="2358044"/>
                <a:ext cx="1543227" cy="1272450"/>
              </a:xfrm>
              <a:custGeom>
                <a:avLst/>
                <a:gdLst>
                  <a:gd name="connsiteX0" fmla="*/ 7086 w 1543227"/>
                  <a:gd name="connsiteY0" fmla="*/ 1272451 h 1272450"/>
                  <a:gd name="connsiteX1" fmla="*/ 933915 w 1543227"/>
                  <a:gd name="connsiteY1" fmla="*/ 921977 h 1272450"/>
                  <a:gd name="connsiteX2" fmla="*/ 1543228 w 1543227"/>
                  <a:gd name="connsiteY2" fmla="*/ 135637 h 1272450"/>
                  <a:gd name="connsiteX3" fmla="*/ 359973 w 1543227"/>
                  <a:gd name="connsiteY3" fmla="*/ 148787 h 1272450"/>
                  <a:gd name="connsiteX4" fmla="*/ 7086 w 1543227"/>
                  <a:gd name="connsiteY4" fmla="*/ 1272451 h 127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3227" h="1272450">
                    <a:moveTo>
                      <a:pt x="7086" y="1272451"/>
                    </a:moveTo>
                    <a:cubicBezTo>
                      <a:pt x="357560" y="1237412"/>
                      <a:pt x="650856" y="1126885"/>
                      <a:pt x="933915" y="921977"/>
                    </a:cubicBezTo>
                    <a:cubicBezTo>
                      <a:pt x="1207902" y="723644"/>
                      <a:pt x="1416388" y="443082"/>
                      <a:pt x="1543228" y="135637"/>
                    </a:cubicBezTo>
                    <a:cubicBezTo>
                      <a:pt x="1543228" y="135637"/>
                      <a:pt x="800417" y="-178133"/>
                      <a:pt x="359973" y="148787"/>
                    </a:cubicBezTo>
                    <a:cubicBezTo>
                      <a:pt x="-80470" y="475708"/>
                      <a:pt x="7086" y="1272451"/>
                      <a:pt x="7086" y="1272451"/>
                    </a:cubicBezTo>
                    <a:close/>
                  </a:path>
                </a:pathLst>
              </a:custGeom>
              <a:solidFill>
                <a:srgbClr val="5770BE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6" name="Forme libre : forme 33">
                <a:extLst>
                  <a:ext uri="{FF2B5EF4-FFF2-40B4-BE49-F238E27FC236}">
                    <a16:creationId xmlns:a16="http://schemas.microsoft.com/office/drawing/2014/main" id="{5022E2A3-8DCC-4C7F-8702-3E6FE1C3F29B}"/>
                  </a:ext>
                </a:extLst>
              </p:cNvPr>
              <p:cNvSpPr/>
              <p:nvPr/>
            </p:nvSpPr>
            <p:spPr>
              <a:xfrm>
                <a:off x="5355803" y="439111"/>
                <a:ext cx="1035046" cy="1817120"/>
              </a:xfrm>
              <a:custGeom>
                <a:avLst/>
                <a:gdLst>
                  <a:gd name="connsiteX0" fmla="*/ 982049 w 1035046"/>
                  <a:gd name="connsiteY0" fmla="*/ 1817120 h 1817120"/>
                  <a:gd name="connsiteX1" fmla="*/ 949090 w 1035046"/>
                  <a:gd name="connsiteY1" fmla="*/ 825207 h 1817120"/>
                  <a:gd name="connsiteX2" fmla="*/ 401615 w 1035046"/>
                  <a:gd name="connsiteY2" fmla="*/ 0 h 1817120"/>
                  <a:gd name="connsiteX3" fmla="*/ 32665 w 1035046"/>
                  <a:gd name="connsiteY3" fmla="*/ 1120667 h 1817120"/>
                  <a:gd name="connsiteX4" fmla="*/ 982049 w 1035046"/>
                  <a:gd name="connsiteY4" fmla="*/ 1817120 h 1817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5046" h="1817120">
                    <a:moveTo>
                      <a:pt x="982049" y="1817120"/>
                    </a:moveTo>
                    <a:cubicBezTo>
                      <a:pt x="1058369" y="1502268"/>
                      <a:pt x="1056371" y="1157787"/>
                      <a:pt x="949090" y="825207"/>
                    </a:cubicBezTo>
                    <a:cubicBezTo>
                      <a:pt x="841809" y="492627"/>
                      <a:pt x="649718" y="217642"/>
                      <a:pt x="401615" y="0"/>
                    </a:cubicBezTo>
                    <a:cubicBezTo>
                      <a:pt x="401615" y="0"/>
                      <a:pt x="-135706" y="598660"/>
                      <a:pt x="32665" y="1120667"/>
                    </a:cubicBezTo>
                    <a:cubicBezTo>
                      <a:pt x="200952" y="1642674"/>
                      <a:pt x="982049" y="1817120"/>
                      <a:pt x="982049" y="1817120"/>
                    </a:cubicBezTo>
                    <a:close/>
                  </a:path>
                </a:pathLst>
              </a:custGeom>
              <a:solidFill>
                <a:srgbClr val="00AC8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</p:grpSp>
      <p:sp>
        <p:nvSpPr>
          <p:cNvPr id="24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67242" y="371400"/>
            <a:ext cx="10876937" cy="849249"/>
          </a:xfrm>
        </p:spPr>
        <p:txBody>
          <a:bodyPr/>
          <a:lstStyle>
            <a:lvl1pPr>
              <a:defRPr sz="2547">
                <a:solidFill>
                  <a:srgbClr val="262626"/>
                </a:solidFill>
              </a:defRPr>
            </a:lvl1pPr>
          </a:lstStyle>
          <a:p>
            <a:r>
              <a:rPr lang="fr-FR" dirty="0"/>
              <a:t>Titre de la diapositive</a:t>
            </a:r>
          </a:p>
        </p:txBody>
      </p:sp>
    </p:spTree>
    <p:extLst>
      <p:ext uri="{BB962C8B-B14F-4D97-AF65-F5344CB8AC3E}">
        <p14:creationId xmlns:p14="http://schemas.microsoft.com/office/powerpoint/2010/main" val="13137254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texte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BD8E2D2A-F96C-4939-9C63-67C838C0FDF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03435" y="1316767"/>
            <a:ext cx="5397500" cy="3902936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bIns="50400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Sélectionner l’icône pour insérer une image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21CA591B-C37B-41A1-8191-C1F660677F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14499" y="5306485"/>
            <a:ext cx="5397503" cy="611715"/>
          </a:xfrm>
        </p:spPr>
        <p:txBody>
          <a:bodyPr/>
          <a:lstStyle>
            <a:lvl1pPr>
              <a:defRPr sz="95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Niveau 4 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endParaRPr lang="fr-FR" dirty="0"/>
          </a:p>
        </p:txBody>
      </p:sp>
      <p:sp>
        <p:nvSpPr>
          <p:cNvPr id="11" name="Espace réservé de la date 5">
            <a:extLst>
              <a:ext uri="{FF2B5EF4-FFF2-40B4-BE49-F238E27FC236}">
                <a16:creationId xmlns:a16="http://schemas.microsoft.com/office/drawing/2014/main" id="{BA039719-59E1-499E-AE38-46FC3D06F2F1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9"/>
            <a:ext cx="1560000" cy="282572"/>
          </a:xfrm>
        </p:spPr>
        <p:txBody>
          <a:bodyPr/>
          <a:lstStyle/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13" name="Espace réservé du pied de page 6">
            <a:extLst>
              <a:ext uri="{FF2B5EF4-FFF2-40B4-BE49-F238E27FC236}">
                <a16:creationId xmlns:a16="http://schemas.microsoft.com/office/drawing/2014/main" id="{54460079-5C05-4907-83D0-F6C237D493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/>
          <a:p>
            <a:r>
              <a:rPr lang="fr-FR"/>
              <a:t>Titre de la présentation sur une seule ligne</a:t>
            </a:r>
            <a:endParaRPr lang="fr-FR" dirty="0"/>
          </a:p>
        </p:txBody>
      </p:sp>
      <p:sp>
        <p:nvSpPr>
          <p:cNvPr id="14" name="Espace réservé du numéro de diapositive 10">
            <a:extLst>
              <a:ext uri="{FF2B5EF4-FFF2-40B4-BE49-F238E27FC236}">
                <a16:creationId xmlns:a16="http://schemas.microsoft.com/office/drawing/2014/main" id="{72E177FF-2AD8-4CAF-A3FD-3CF7C14C521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8452756" y="6212906"/>
            <a:ext cx="1800000" cy="246221"/>
          </a:xfrm>
        </p:spPr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7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67241" y="1316765"/>
            <a:ext cx="5472731" cy="4580259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800"/>
              </a:spcAft>
              <a:buFontTx/>
              <a:buNone/>
              <a:defRPr b="1">
                <a:solidFill>
                  <a:srgbClr val="262626"/>
                </a:solidFill>
                <a:latin typeface="+mn-lt"/>
              </a:defRPr>
            </a:lvl1pPr>
            <a:lvl2pPr marL="179992" indent="0">
              <a:spcBef>
                <a:spcPts val="600"/>
              </a:spcBef>
              <a:spcAft>
                <a:spcPts val="800"/>
              </a:spcAft>
              <a:buFontTx/>
              <a:buNone/>
              <a:defRPr>
                <a:solidFill>
                  <a:srgbClr val="262626"/>
                </a:solidFill>
              </a:defRPr>
            </a:lvl2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D839141D-2A12-43BD-965E-1AFB5ACCCEC3}"/>
              </a:ext>
            </a:extLst>
          </p:cNvPr>
          <p:cNvGrpSpPr/>
          <p:nvPr userDrawn="1"/>
        </p:nvGrpSpPr>
        <p:grpSpPr>
          <a:xfrm>
            <a:off x="11337925" y="238141"/>
            <a:ext cx="365127" cy="507984"/>
            <a:chOff x="2724335" y="0"/>
            <a:chExt cx="3694565" cy="5140087"/>
          </a:xfrm>
        </p:grpSpPr>
        <p:grpSp>
          <p:nvGrpSpPr>
            <p:cNvPr id="32" name="Groupe 31">
              <a:extLst>
                <a:ext uri="{FF2B5EF4-FFF2-40B4-BE49-F238E27FC236}">
                  <a16:creationId xmlns:a16="http://schemas.microsoft.com/office/drawing/2014/main" id="{CD0A93DE-EBFB-4986-A4EA-7F8D18937CD7}"/>
                </a:ext>
              </a:extLst>
            </p:cNvPr>
            <p:cNvGrpSpPr/>
            <p:nvPr userDrawn="1"/>
          </p:nvGrpSpPr>
          <p:grpSpPr>
            <a:xfrm>
              <a:off x="2724335" y="4398358"/>
              <a:ext cx="3694565" cy="741729"/>
              <a:chOff x="2724335" y="4398358"/>
              <a:chExt cx="3694565" cy="741729"/>
            </a:xfrm>
          </p:grpSpPr>
          <p:sp>
            <p:nvSpPr>
              <p:cNvPr id="39" name="Forme libre : forme 34">
                <a:extLst>
                  <a:ext uri="{FF2B5EF4-FFF2-40B4-BE49-F238E27FC236}">
                    <a16:creationId xmlns:a16="http://schemas.microsoft.com/office/drawing/2014/main" id="{C293E0C5-6117-4F1F-A38B-DC8D3CF89800}"/>
                  </a:ext>
                </a:extLst>
              </p:cNvPr>
              <p:cNvSpPr/>
              <p:nvPr/>
            </p:nvSpPr>
            <p:spPr>
              <a:xfrm>
                <a:off x="3554785" y="4412423"/>
                <a:ext cx="659499" cy="722420"/>
              </a:xfrm>
              <a:custGeom>
                <a:avLst/>
                <a:gdLst>
                  <a:gd name="connsiteX0" fmla="*/ 391256 w 659499"/>
                  <a:gd name="connsiteY0" fmla="*/ 0 h 722420"/>
                  <a:gd name="connsiteX1" fmla="*/ 139990 w 659499"/>
                  <a:gd name="connsiteY1" fmla="*/ 100540 h 722420"/>
                  <a:gd name="connsiteX2" fmla="*/ 139990 w 659499"/>
                  <a:gd name="connsiteY2" fmla="*/ 0 h 722420"/>
                  <a:gd name="connsiteX3" fmla="*/ 0 w 659499"/>
                  <a:gd name="connsiteY3" fmla="*/ 0 h 722420"/>
                  <a:gd name="connsiteX4" fmla="*/ 0 w 659499"/>
                  <a:gd name="connsiteY4" fmla="*/ 722421 h 722420"/>
                  <a:gd name="connsiteX5" fmla="*/ 140073 w 659499"/>
                  <a:gd name="connsiteY5" fmla="*/ 722421 h 722420"/>
                  <a:gd name="connsiteX6" fmla="*/ 140073 w 659499"/>
                  <a:gd name="connsiteY6" fmla="*/ 283142 h 722420"/>
                  <a:gd name="connsiteX7" fmla="*/ 366037 w 659499"/>
                  <a:gd name="connsiteY7" fmla="*/ 115438 h 722420"/>
                  <a:gd name="connsiteX8" fmla="*/ 518928 w 659499"/>
                  <a:gd name="connsiteY8" fmla="*/ 243442 h 722420"/>
                  <a:gd name="connsiteX9" fmla="*/ 519427 w 659499"/>
                  <a:gd name="connsiteY9" fmla="*/ 243442 h 722420"/>
                  <a:gd name="connsiteX10" fmla="*/ 519427 w 659499"/>
                  <a:gd name="connsiteY10" fmla="*/ 722421 h 722420"/>
                  <a:gd name="connsiteX11" fmla="*/ 659500 w 659499"/>
                  <a:gd name="connsiteY11" fmla="*/ 722421 h 722420"/>
                  <a:gd name="connsiteX12" fmla="*/ 659500 w 659499"/>
                  <a:gd name="connsiteY12" fmla="*/ 243442 h 722420"/>
                  <a:gd name="connsiteX13" fmla="*/ 391256 w 659499"/>
                  <a:gd name="connsiteY13" fmla="*/ 0 h 722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59499" h="722420">
                    <a:moveTo>
                      <a:pt x="391256" y="0"/>
                    </a:moveTo>
                    <a:cubicBezTo>
                      <a:pt x="218141" y="0"/>
                      <a:pt x="141488" y="98626"/>
                      <a:pt x="139990" y="100540"/>
                    </a:cubicBezTo>
                    <a:lnTo>
                      <a:pt x="139990" y="0"/>
                    </a:lnTo>
                    <a:lnTo>
                      <a:pt x="0" y="0"/>
                    </a:lnTo>
                    <a:lnTo>
                      <a:pt x="0" y="722421"/>
                    </a:lnTo>
                    <a:lnTo>
                      <a:pt x="140073" y="722421"/>
                    </a:lnTo>
                    <a:lnTo>
                      <a:pt x="140073" y="283142"/>
                    </a:lnTo>
                    <a:cubicBezTo>
                      <a:pt x="143069" y="177026"/>
                      <a:pt x="276567" y="115438"/>
                      <a:pt x="366037" y="115438"/>
                    </a:cubicBezTo>
                    <a:cubicBezTo>
                      <a:pt x="432870" y="115438"/>
                      <a:pt x="518928" y="161213"/>
                      <a:pt x="518928" y="243442"/>
                    </a:cubicBezTo>
                    <a:lnTo>
                      <a:pt x="519427" y="243442"/>
                    </a:lnTo>
                    <a:lnTo>
                      <a:pt x="519427" y="722421"/>
                    </a:lnTo>
                    <a:lnTo>
                      <a:pt x="659500" y="722421"/>
                    </a:lnTo>
                    <a:lnTo>
                      <a:pt x="659500" y="243442"/>
                    </a:lnTo>
                    <a:cubicBezTo>
                      <a:pt x="659417" y="80981"/>
                      <a:pt x="538986" y="0"/>
                      <a:pt x="391256" y="0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0" name="Forme libre : forme 35">
                <a:extLst>
                  <a:ext uri="{FF2B5EF4-FFF2-40B4-BE49-F238E27FC236}">
                    <a16:creationId xmlns:a16="http://schemas.microsoft.com/office/drawing/2014/main" id="{4E707777-18DA-470E-8544-86B82A204996}"/>
                  </a:ext>
                </a:extLst>
              </p:cNvPr>
              <p:cNvSpPr/>
              <p:nvPr/>
            </p:nvSpPr>
            <p:spPr>
              <a:xfrm>
                <a:off x="5832180" y="4401770"/>
                <a:ext cx="586720" cy="736485"/>
              </a:xfrm>
              <a:custGeom>
                <a:avLst/>
                <a:gdLst>
                  <a:gd name="connsiteX0" fmla="*/ 363684 w 586720"/>
                  <a:gd name="connsiteY0" fmla="*/ 304532 h 736485"/>
                  <a:gd name="connsiteX1" fmla="*/ 363684 w 586720"/>
                  <a:gd name="connsiteY1" fmla="*/ 304365 h 736485"/>
                  <a:gd name="connsiteX2" fmla="*/ 237760 w 586720"/>
                  <a:gd name="connsiteY2" fmla="*/ 304365 h 736485"/>
                  <a:gd name="connsiteX3" fmla="*/ 133309 w 586720"/>
                  <a:gd name="connsiteY3" fmla="*/ 212565 h 736485"/>
                  <a:gd name="connsiteX4" fmla="*/ 284285 w 586720"/>
                  <a:gd name="connsiteY4" fmla="*/ 122512 h 736485"/>
                  <a:gd name="connsiteX5" fmla="*/ 503008 w 586720"/>
                  <a:gd name="connsiteY5" fmla="*/ 162128 h 736485"/>
                  <a:gd name="connsiteX6" fmla="*/ 551031 w 586720"/>
                  <a:gd name="connsiteY6" fmla="*/ 49188 h 736485"/>
                  <a:gd name="connsiteX7" fmla="*/ 298267 w 586720"/>
                  <a:gd name="connsiteY7" fmla="*/ 0 h 736485"/>
                  <a:gd name="connsiteX8" fmla="*/ 310 w 586720"/>
                  <a:gd name="connsiteY8" fmla="*/ 214313 h 736485"/>
                  <a:gd name="connsiteX9" fmla="*/ 223029 w 586720"/>
                  <a:gd name="connsiteY9" fmla="*/ 432037 h 736485"/>
                  <a:gd name="connsiteX10" fmla="*/ 223029 w 586720"/>
                  <a:gd name="connsiteY10" fmla="*/ 432204 h 736485"/>
                  <a:gd name="connsiteX11" fmla="*/ 348953 w 586720"/>
                  <a:gd name="connsiteY11" fmla="*/ 432204 h 736485"/>
                  <a:gd name="connsiteX12" fmla="*/ 453404 w 586720"/>
                  <a:gd name="connsiteY12" fmla="*/ 524005 h 736485"/>
                  <a:gd name="connsiteX13" fmla="*/ 302428 w 586720"/>
                  <a:gd name="connsiteY13" fmla="*/ 614057 h 736485"/>
                  <a:gd name="connsiteX14" fmla="*/ 59818 w 586720"/>
                  <a:gd name="connsiteY14" fmla="*/ 563704 h 736485"/>
                  <a:gd name="connsiteX15" fmla="*/ 12212 w 586720"/>
                  <a:gd name="connsiteY15" fmla="*/ 676062 h 736485"/>
                  <a:gd name="connsiteX16" fmla="*/ 288446 w 586720"/>
                  <a:gd name="connsiteY16" fmla="*/ 736486 h 736485"/>
                  <a:gd name="connsiteX17" fmla="*/ 586403 w 586720"/>
                  <a:gd name="connsiteY17" fmla="*/ 522173 h 736485"/>
                  <a:gd name="connsiteX18" fmla="*/ 363684 w 586720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20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8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8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477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1" name="Forme libre : forme 36">
                <a:extLst>
                  <a:ext uri="{FF2B5EF4-FFF2-40B4-BE49-F238E27FC236}">
                    <a16:creationId xmlns:a16="http://schemas.microsoft.com/office/drawing/2014/main" id="{AA931412-BFE0-468C-AAB4-DAC8C26F821C}"/>
                  </a:ext>
                </a:extLst>
              </p:cNvPr>
              <p:cNvSpPr/>
              <p:nvPr/>
            </p:nvSpPr>
            <p:spPr>
              <a:xfrm>
                <a:off x="5027341" y="4398358"/>
                <a:ext cx="698034" cy="741729"/>
              </a:xfrm>
              <a:custGeom>
                <a:avLst/>
                <a:gdLst>
                  <a:gd name="connsiteX0" fmla="*/ 355135 w 698034"/>
                  <a:gd name="connsiteY0" fmla="*/ 0 h 741729"/>
                  <a:gd name="connsiteX1" fmla="*/ 0 w 698034"/>
                  <a:gd name="connsiteY1" fmla="*/ 377856 h 741729"/>
                  <a:gd name="connsiteX2" fmla="*/ 387594 w 698034"/>
                  <a:gd name="connsiteY2" fmla="*/ 741730 h 741729"/>
                  <a:gd name="connsiteX3" fmla="*/ 662996 w 698034"/>
                  <a:gd name="connsiteY3" fmla="*/ 681306 h 741729"/>
                  <a:gd name="connsiteX4" fmla="*/ 611394 w 698034"/>
                  <a:gd name="connsiteY4" fmla="*/ 573609 h 741729"/>
                  <a:gd name="connsiteX5" fmla="*/ 383266 w 698034"/>
                  <a:gd name="connsiteY5" fmla="*/ 618386 h 741729"/>
                  <a:gd name="connsiteX6" fmla="*/ 145233 w 698034"/>
                  <a:gd name="connsiteY6" fmla="*/ 432121 h 741729"/>
                  <a:gd name="connsiteX7" fmla="*/ 556297 w 698034"/>
                  <a:gd name="connsiteY7" fmla="*/ 432121 h 741729"/>
                  <a:gd name="connsiteX8" fmla="*/ 698035 w 698034"/>
                  <a:gd name="connsiteY8" fmla="*/ 432121 h 741729"/>
                  <a:gd name="connsiteX9" fmla="*/ 698035 w 698034"/>
                  <a:gd name="connsiteY9" fmla="*/ 369200 h 741729"/>
                  <a:gd name="connsiteX10" fmla="*/ 355135 w 698034"/>
                  <a:gd name="connsiteY10" fmla="*/ 0 h 741729"/>
                  <a:gd name="connsiteX11" fmla="*/ 146981 w 698034"/>
                  <a:gd name="connsiteY11" fmla="*/ 316684 h 741729"/>
                  <a:gd name="connsiteX12" fmla="*/ 360378 w 698034"/>
                  <a:gd name="connsiteY12" fmla="*/ 119017 h 741729"/>
                  <a:gd name="connsiteX13" fmla="*/ 554549 w 698034"/>
                  <a:gd name="connsiteY13" fmla="*/ 316684 h 741729"/>
                  <a:gd name="connsiteX14" fmla="*/ 146981 w 698034"/>
                  <a:gd name="connsiteY14" fmla="*/ 316684 h 741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8034" h="741729">
                    <a:moveTo>
                      <a:pt x="355135" y="0"/>
                    </a:moveTo>
                    <a:cubicBezTo>
                      <a:pt x="152224" y="0"/>
                      <a:pt x="0" y="117185"/>
                      <a:pt x="0" y="377856"/>
                    </a:cubicBezTo>
                    <a:cubicBezTo>
                      <a:pt x="0" y="638443"/>
                      <a:pt x="191924" y="741730"/>
                      <a:pt x="387594" y="741730"/>
                    </a:cubicBezTo>
                    <a:cubicBezTo>
                      <a:pt x="568199" y="741730"/>
                      <a:pt x="662996" y="681306"/>
                      <a:pt x="662996" y="681306"/>
                    </a:cubicBezTo>
                    <a:lnTo>
                      <a:pt x="611394" y="573609"/>
                    </a:lnTo>
                    <a:cubicBezTo>
                      <a:pt x="611394" y="573609"/>
                      <a:pt x="541482" y="618386"/>
                      <a:pt x="383266" y="618386"/>
                    </a:cubicBezTo>
                    <a:cubicBezTo>
                      <a:pt x="276234" y="618386"/>
                      <a:pt x="160963" y="586010"/>
                      <a:pt x="145233" y="432121"/>
                    </a:cubicBezTo>
                    <a:lnTo>
                      <a:pt x="556297" y="432121"/>
                    </a:lnTo>
                    <a:lnTo>
                      <a:pt x="698035" y="432121"/>
                    </a:lnTo>
                    <a:lnTo>
                      <a:pt x="698035" y="369200"/>
                    </a:lnTo>
                    <a:cubicBezTo>
                      <a:pt x="698035" y="131251"/>
                      <a:pt x="587757" y="0"/>
                      <a:pt x="355135" y="0"/>
                    </a:cubicBezTo>
                    <a:close/>
                    <a:moveTo>
                      <a:pt x="146981" y="316684"/>
                    </a:moveTo>
                    <a:cubicBezTo>
                      <a:pt x="162711" y="164459"/>
                      <a:pt x="241445" y="119017"/>
                      <a:pt x="360378" y="119017"/>
                    </a:cubicBezTo>
                    <a:cubicBezTo>
                      <a:pt x="488050" y="119017"/>
                      <a:pt x="545810" y="180272"/>
                      <a:pt x="554549" y="316684"/>
                    </a:cubicBezTo>
                    <a:lnTo>
                      <a:pt x="146981" y="316684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2" name="Forme libre : forme 37">
                <a:extLst>
                  <a:ext uri="{FF2B5EF4-FFF2-40B4-BE49-F238E27FC236}">
                    <a16:creationId xmlns:a16="http://schemas.microsoft.com/office/drawing/2014/main" id="{46479C13-EE3B-4BD6-82FD-2CF84A6EE778}"/>
                  </a:ext>
                </a:extLst>
              </p:cNvPr>
              <p:cNvSpPr/>
              <p:nvPr/>
            </p:nvSpPr>
            <p:spPr>
              <a:xfrm>
                <a:off x="4342812" y="4401770"/>
                <a:ext cx="586713" cy="736485"/>
              </a:xfrm>
              <a:custGeom>
                <a:avLst/>
                <a:gdLst>
                  <a:gd name="connsiteX0" fmla="*/ 363684 w 586713"/>
                  <a:gd name="connsiteY0" fmla="*/ 304532 h 736485"/>
                  <a:gd name="connsiteX1" fmla="*/ 363684 w 586713"/>
                  <a:gd name="connsiteY1" fmla="*/ 304365 h 736485"/>
                  <a:gd name="connsiteX2" fmla="*/ 237760 w 586713"/>
                  <a:gd name="connsiteY2" fmla="*/ 304365 h 736485"/>
                  <a:gd name="connsiteX3" fmla="*/ 133309 w 586713"/>
                  <a:gd name="connsiteY3" fmla="*/ 212565 h 736485"/>
                  <a:gd name="connsiteX4" fmla="*/ 284285 w 586713"/>
                  <a:gd name="connsiteY4" fmla="*/ 122512 h 736485"/>
                  <a:gd name="connsiteX5" fmla="*/ 503008 w 586713"/>
                  <a:gd name="connsiteY5" fmla="*/ 162128 h 736485"/>
                  <a:gd name="connsiteX6" fmla="*/ 551031 w 586713"/>
                  <a:gd name="connsiteY6" fmla="*/ 49188 h 736485"/>
                  <a:gd name="connsiteX7" fmla="*/ 298267 w 586713"/>
                  <a:gd name="connsiteY7" fmla="*/ 0 h 736485"/>
                  <a:gd name="connsiteX8" fmla="*/ 310 w 586713"/>
                  <a:gd name="connsiteY8" fmla="*/ 214313 h 736485"/>
                  <a:gd name="connsiteX9" fmla="*/ 223029 w 586713"/>
                  <a:gd name="connsiteY9" fmla="*/ 432037 h 736485"/>
                  <a:gd name="connsiteX10" fmla="*/ 223029 w 586713"/>
                  <a:gd name="connsiteY10" fmla="*/ 432204 h 736485"/>
                  <a:gd name="connsiteX11" fmla="*/ 348953 w 586713"/>
                  <a:gd name="connsiteY11" fmla="*/ 432204 h 736485"/>
                  <a:gd name="connsiteX12" fmla="*/ 453404 w 586713"/>
                  <a:gd name="connsiteY12" fmla="*/ 524005 h 736485"/>
                  <a:gd name="connsiteX13" fmla="*/ 302429 w 586713"/>
                  <a:gd name="connsiteY13" fmla="*/ 614057 h 736485"/>
                  <a:gd name="connsiteX14" fmla="*/ 59818 w 586713"/>
                  <a:gd name="connsiteY14" fmla="*/ 563704 h 736485"/>
                  <a:gd name="connsiteX15" fmla="*/ 12212 w 586713"/>
                  <a:gd name="connsiteY15" fmla="*/ 676062 h 736485"/>
                  <a:gd name="connsiteX16" fmla="*/ 288446 w 586713"/>
                  <a:gd name="connsiteY16" fmla="*/ 736486 h 736485"/>
                  <a:gd name="connsiteX17" fmla="*/ 586403 w 586713"/>
                  <a:gd name="connsiteY17" fmla="*/ 522173 h 736485"/>
                  <a:gd name="connsiteX18" fmla="*/ 363684 w 586713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13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9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9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394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3" name="Forme libre : forme 38">
                <a:extLst>
                  <a:ext uri="{FF2B5EF4-FFF2-40B4-BE49-F238E27FC236}">
                    <a16:creationId xmlns:a16="http://schemas.microsoft.com/office/drawing/2014/main" id="{55C86DF5-F03A-4F69-B538-9C9E3D12D49A}"/>
                  </a:ext>
                </a:extLst>
              </p:cNvPr>
              <p:cNvSpPr/>
              <p:nvPr/>
            </p:nvSpPr>
            <p:spPr>
              <a:xfrm>
                <a:off x="2724335" y="4403352"/>
                <a:ext cx="669903" cy="732990"/>
              </a:xfrm>
              <a:custGeom>
                <a:avLst/>
                <a:gdLst>
                  <a:gd name="connsiteX0" fmla="*/ 333079 w 669903"/>
                  <a:gd name="connsiteY0" fmla="*/ 0 h 732990"/>
                  <a:gd name="connsiteX1" fmla="*/ 58509 w 669903"/>
                  <a:gd name="connsiteY1" fmla="*/ 45026 h 732990"/>
                  <a:gd name="connsiteX2" fmla="*/ 113856 w 669903"/>
                  <a:gd name="connsiteY2" fmla="*/ 157884 h 732990"/>
                  <a:gd name="connsiteX3" fmla="*/ 348976 w 669903"/>
                  <a:gd name="connsiteY3" fmla="*/ 122429 h 732990"/>
                  <a:gd name="connsiteX4" fmla="*/ 530080 w 669903"/>
                  <a:gd name="connsiteY4" fmla="*/ 253929 h 732990"/>
                  <a:gd name="connsiteX5" fmla="*/ 530080 w 669903"/>
                  <a:gd name="connsiteY5" fmla="*/ 297374 h 732990"/>
                  <a:gd name="connsiteX6" fmla="*/ 253596 w 669903"/>
                  <a:gd name="connsiteY6" fmla="*/ 297374 h 732990"/>
                  <a:gd name="connsiteX7" fmla="*/ 0 w 669903"/>
                  <a:gd name="connsiteY7" fmla="*/ 514267 h 732990"/>
                  <a:gd name="connsiteX8" fmla="*/ 273571 w 669903"/>
                  <a:gd name="connsiteY8" fmla="*/ 732990 h 732990"/>
                  <a:gd name="connsiteX9" fmla="*/ 529997 w 669903"/>
                  <a:gd name="connsiteY9" fmla="*/ 632284 h 732990"/>
                  <a:gd name="connsiteX10" fmla="*/ 529997 w 669903"/>
                  <a:gd name="connsiteY10" fmla="*/ 732990 h 732990"/>
                  <a:gd name="connsiteX11" fmla="*/ 669903 w 669903"/>
                  <a:gd name="connsiteY11" fmla="*/ 732990 h 732990"/>
                  <a:gd name="connsiteX12" fmla="*/ 669903 w 669903"/>
                  <a:gd name="connsiteY12" fmla="*/ 214313 h 732990"/>
                  <a:gd name="connsiteX13" fmla="*/ 333079 w 669903"/>
                  <a:gd name="connsiteY13" fmla="*/ 0 h 732990"/>
                  <a:gd name="connsiteX14" fmla="*/ 529997 w 669903"/>
                  <a:gd name="connsiteY14" fmla="*/ 446269 h 732990"/>
                  <a:gd name="connsiteX15" fmla="*/ 299288 w 669903"/>
                  <a:gd name="connsiteY15" fmla="*/ 617553 h 732990"/>
                  <a:gd name="connsiteX16" fmla="*/ 143319 w 669903"/>
                  <a:gd name="connsiteY16" fmla="*/ 512602 h 732990"/>
                  <a:gd name="connsiteX17" fmla="*/ 262335 w 669903"/>
                  <a:gd name="connsiteY17" fmla="*/ 407651 h 732990"/>
                  <a:gd name="connsiteX18" fmla="*/ 529997 w 669903"/>
                  <a:gd name="connsiteY18" fmla="*/ 407651 h 732990"/>
                  <a:gd name="connsiteX19" fmla="*/ 529997 w 669903"/>
                  <a:gd name="connsiteY19" fmla="*/ 446269 h 732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69903" h="732990">
                    <a:moveTo>
                      <a:pt x="333079" y="0"/>
                    </a:moveTo>
                    <a:cubicBezTo>
                      <a:pt x="204741" y="0"/>
                      <a:pt x="108197" y="27132"/>
                      <a:pt x="58509" y="45026"/>
                    </a:cubicBezTo>
                    <a:lnTo>
                      <a:pt x="113856" y="157884"/>
                    </a:lnTo>
                    <a:cubicBezTo>
                      <a:pt x="159132" y="143069"/>
                      <a:pt x="241278" y="122429"/>
                      <a:pt x="348976" y="122429"/>
                    </a:cubicBezTo>
                    <a:cubicBezTo>
                      <a:pt x="432037" y="122429"/>
                      <a:pt x="530080" y="145067"/>
                      <a:pt x="530080" y="253929"/>
                    </a:cubicBezTo>
                    <a:cubicBezTo>
                      <a:pt x="530080" y="253929"/>
                      <a:pt x="529914" y="293712"/>
                      <a:pt x="530080" y="297374"/>
                    </a:cubicBezTo>
                    <a:lnTo>
                      <a:pt x="253596" y="297374"/>
                    </a:lnTo>
                    <a:cubicBezTo>
                      <a:pt x="113690" y="297374"/>
                      <a:pt x="0" y="346396"/>
                      <a:pt x="0" y="514267"/>
                    </a:cubicBezTo>
                    <a:cubicBezTo>
                      <a:pt x="0" y="664411"/>
                      <a:pt x="122928" y="732990"/>
                      <a:pt x="273571" y="732990"/>
                    </a:cubicBezTo>
                    <a:cubicBezTo>
                      <a:pt x="451929" y="732990"/>
                      <a:pt x="529997" y="632284"/>
                      <a:pt x="529997" y="632284"/>
                    </a:cubicBezTo>
                    <a:lnTo>
                      <a:pt x="529997" y="732990"/>
                    </a:lnTo>
                    <a:lnTo>
                      <a:pt x="669903" y="732990"/>
                    </a:lnTo>
                    <a:lnTo>
                      <a:pt x="669903" y="214313"/>
                    </a:lnTo>
                    <a:cubicBezTo>
                      <a:pt x="661830" y="48605"/>
                      <a:pt x="471488" y="0"/>
                      <a:pt x="333079" y="0"/>
                    </a:cubicBezTo>
                    <a:close/>
                    <a:moveTo>
                      <a:pt x="529997" y="446269"/>
                    </a:moveTo>
                    <a:cubicBezTo>
                      <a:pt x="529997" y="554633"/>
                      <a:pt x="391672" y="617553"/>
                      <a:pt x="299288" y="617553"/>
                    </a:cubicBezTo>
                    <a:cubicBezTo>
                      <a:pt x="231125" y="617553"/>
                      <a:pt x="143319" y="594749"/>
                      <a:pt x="143319" y="512602"/>
                    </a:cubicBezTo>
                    <a:cubicBezTo>
                      <a:pt x="143319" y="430373"/>
                      <a:pt x="190592" y="407651"/>
                      <a:pt x="262335" y="407651"/>
                    </a:cubicBezTo>
                    <a:lnTo>
                      <a:pt x="529997" y="407651"/>
                    </a:lnTo>
                    <a:lnTo>
                      <a:pt x="529997" y="446269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  <p:grpSp>
          <p:nvGrpSpPr>
            <p:cNvPr id="33" name="Groupe 32">
              <a:extLst>
                <a:ext uri="{FF2B5EF4-FFF2-40B4-BE49-F238E27FC236}">
                  <a16:creationId xmlns:a16="http://schemas.microsoft.com/office/drawing/2014/main" id="{3D15C3A9-D5ED-46AD-B105-728671E40E8E}"/>
                </a:ext>
              </a:extLst>
            </p:cNvPr>
            <p:cNvGrpSpPr/>
            <p:nvPr userDrawn="1"/>
          </p:nvGrpSpPr>
          <p:grpSpPr>
            <a:xfrm>
              <a:off x="2752472" y="0"/>
              <a:ext cx="3638377" cy="3631244"/>
              <a:chOff x="2752472" y="0"/>
              <a:chExt cx="3638377" cy="3631244"/>
            </a:xfrm>
          </p:grpSpPr>
          <p:sp>
            <p:nvSpPr>
              <p:cNvPr id="34" name="Forme libre : forme 29">
                <a:extLst>
                  <a:ext uri="{FF2B5EF4-FFF2-40B4-BE49-F238E27FC236}">
                    <a16:creationId xmlns:a16="http://schemas.microsoft.com/office/drawing/2014/main" id="{20FC994F-7484-4476-883E-735BC71E1E41}"/>
                  </a:ext>
                </a:extLst>
              </p:cNvPr>
              <p:cNvSpPr/>
              <p:nvPr/>
            </p:nvSpPr>
            <p:spPr>
              <a:xfrm>
                <a:off x="3627443" y="0"/>
                <a:ext cx="1911500" cy="962868"/>
              </a:xfrm>
              <a:custGeom>
                <a:avLst/>
                <a:gdLst>
                  <a:gd name="connsiteX0" fmla="*/ 1911501 w 1911500"/>
                  <a:gd name="connsiteY0" fmla="*/ 277816 h 962868"/>
                  <a:gd name="connsiteX1" fmla="*/ 958955 w 1911500"/>
                  <a:gd name="connsiteY1" fmla="*/ 0 h 962868"/>
                  <a:gd name="connsiteX2" fmla="*/ 0 w 1911500"/>
                  <a:gd name="connsiteY2" fmla="*/ 264499 h 962868"/>
                  <a:gd name="connsiteX3" fmla="*/ 956791 w 1911500"/>
                  <a:gd name="connsiteY3" fmla="*/ 962867 h 962868"/>
                  <a:gd name="connsiteX4" fmla="*/ 1911501 w 1911500"/>
                  <a:gd name="connsiteY4" fmla="*/ 277816 h 962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11500" h="962868">
                    <a:moveTo>
                      <a:pt x="1911501" y="277816"/>
                    </a:moveTo>
                    <a:cubicBezTo>
                      <a:pt x="1651163" y="110610"/>
                      <a:pt x="1308430" y="0"/>
                      <a:pt x="958955" y="0"/>
                    </a:cubicBezTo>
                    <a:cubicBezTo>
                      <a:pt x="634199" y="0"/>
                      <a:pt x="299621" y="79316"/>
                      <a:pt x="0" y="264499"/>
                    </a:cubicBezTo>
                    <a:cubicBezTo>
                      <a:pt x="0" y="264499"/>
                      <a:pt x="408317" y="961618"/>
                      <a:pt x="956791" y="962867"/>
                    </a:cubicBezTo>
                    <a:cubicBezTo>
                      <a:pt x="1505264" y="964115"/>
                      <a:pt x="1911501" y="277816"/>
                      <a:pt x="1911501" y="277816"/>
                    </a:cubicBezTo>
                    <a:close/>
                  </a:path>
                </a:pathLst>
              </a:custGeom>
              <a:solidFill>
                <a:srgbClr val="FFE80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5" name="Forme libre : forme 30">
                <a:extLst>
                  <a:ext uri="{FF2B5EF4-FFF2-40B4-BE49-F238E27FC236}">
                    <a16:creationId xmlns:a16="http://schemas.microsoft.com/office/drawing/2014/main" id="{3CA22ED6-1495-4E0E-B586-B3B64C1137CE}"/>
                  </a:ext>
                </a:extLst>
              </p:cNvPr>
              <p:cNvSpPr/>
              <p:nvPr/>
            </p:nvSpPr>
            <p:spPr>
              <a:xfrm>
                <a:off x="2752472" y="435699"/>
                <a:ext cx="1037602" cy="1816620"/>
              </a:xfrm>
              <a:custGeom>
                <a:avLst/>
                <a:gdLst>
                  <a:gd name="connsiteX0" fmla="*/ 638936 w 1037602"/>
                  <a:gd name="connsiteY0" fmla="*/ 0 h 1816620"/>
                  <a:gd name="connsiteX1" fmla="*/ 88964 w 1037602"/>
                  <a:gd name="connsiteY1" fmla="*/ 826040 h 1816620"/>
                  <a:gd name="connsiteX2" fmla="*/ 53675 w 1037602"/>
                  <a:gd name="connsiteY2" fmla="*/ 1816621 h 1816620"/>
                  <a:gd name="connsiteX3" fmla="*/ 1004058 w 1037602"/>
                  <a:gd name="connsiteY3" fmla="*/ 1125578 h 1816620"/>
                  <a:gd name="connsiteX4" fmla="*/ 638936 w 1037602"/>
                  <a:gd name="connsiteY4" fmla="*/ 0 h 1816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7602" h="1816620">
                    <a:moveTo>
                      <a:pt x="638936" y="0"/>
                    </a:moveTo>
                    <a:cubicBezTo>
                      <a:pt x="389085" y="210151"/>
                      <a:pt x="197660" y="493876"/>
                      <a:pt x="88964" y="826040"/>
                    </a:cubicBezTo>
                    <a:cubicBezTo>
                      <a:pt x="-19732" y="1158203"/>
                      <a:pt x="-25558" y="1487787"/>
                      <a:pt x="53675" y="1816621"/>
                    </a:cubicBezTo>
                    <a:cubicBezTo>
                      <a:pt x="53675" y="1816621"/>
                      <a:pt x="833440" y="1646919"/>
                      <a:pt x="1004058" y="1125578"/>
                    </a:cubicBezTo>
                    <a:cubicBezTo>
                      <a:pt x="1174675" y="604236"/>
                      <a:pt x="638936" y="0"/>
                      <a:pt x="638936" y="0"/>
                    </a:cubicBezTo>
                    <a:close/>
                  </a:path>
                </a:pathLst>
              </a:custGeom>
              <a:solidFill>
                <a:srgbClr val="FF994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6" name="Forme libre : forme 31">
                <a:extLst>
                  <a:ext uri="{FF2B5EF4-FFF2-40B4-BE49-F238E27FC236}">
                    <a16:creationId xmlns:a16="http://schemas.microsoft.com/office/drawing/2014/main" id="{1A912585-892A-484D-AC23-F343EFBF516D}"/>
                  </a:ext>
                </a:extLst>
              </p:cNvPr>
              <p:cNvSpPr/>
              <p:nvPr/>
            </p:nvSpPr>
            <p:spPr>
              <a:xfrm>
                <a:off x="2887295" y="2362027"/>
                <a:ext cx="1547103" cy="1269217"/>
              </a:xfrm>
              <a:custGeom>
                <a:avLst/>
                <a:gdLst>
                  <a:gd name="connsiteX0" fmla="*/ 0 w 1547103"/>
                  <a:gd name="connsiteY0" fmla="*/ 140976 h 1269217"/>
                  <a:gd name="connsiteX1" fmla="*/ 609064 w 1547103"/>
                  <a:gd name="connsiteY1" fmla="*/ 922489 h 1269217"/>
                  <a:gd name="connsiteX2" fmla="*/ 1541802 w 1547103"/>
                  <a:gd name="connsiteY2" fmla="*/ 1269217 h 1269217"/>
                  <a:gd name="connsiteX3" fmla="*/ 1176846 w 1547103"/>
                  <a:gd name="connsiteY3" fmla="*/ 144722 h 1269217"/>
                  <a:gd name="connsiteX4" fmla="*/ 0 w 1547103"/>
                  <a:gd name="connsiteY4" fmla="*/ 140976 h 1269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7103" h="1269217">
                    <a:moveTo>
                      <a:pt x="0" y="140976"/>
                    </a:moveTo>
                    <a:cubicBezTo>
                      <a:pt x="127755" y="449503"/>
                      <a:pt x="330998" y="715833"/>
                      <a:pt x="609064" y="922489"/>
                    </a:cubicBezTo>
                    <a:cubicBezTo>
                      <a:pt x="889543" y="1130976"/>
                      <a:pt x="1229030" y="1248660"/>
                      <a:pt x="1541802" y="1269217"/>
                    </a:cubicBezTo>
                    <a:cubicBezTo>
                      <a:pt x="1541802" y="1269217"/>
                      <a:pt x="1619870" y="468146"/>
                      <a:pt x="1176846" y="144722"/>
                    </a:cubicBezTo>
                    <a:cubicBezTo>
                      <a:pt x="733823" y="-178703"/>
                      <a:pt x="0" y="140976"/>
                      <a:pt x="0" y="140976"/>
                    </a:cubicBezTo>
                    <a:close/>
                  </a:path>
                </a:pathLst>
              </a:custGeom>
              <a:solidFill>
                <a:srgbClr val="E1000F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7" name="Forme libre : forme 32">
                <a:extLst>
                  <a:ext uri="{FF2B5EF4-FFF2-40B4-BE49-F238E27FC236}">
                    <a16:creationId xmlns:a16="http://schemas.microsoft.com/office/drawing/2014/main" id="{5B692C3C-082C-4FC6-B8F1-D9A13E759C3D}"/>
                  </a:ext>
                </a:extLst>
              </p:cNvPr>
              <p:cNvSpPr/>
              <p:nvPr/>
            </p:nvSpPr>
            <p:spPr>
              <a:xfrm>
                <a:off x="4718054" y="2358044"/>
                <a:ext cx="1543227" cy="1272450"/>
              </a:xfrm>
              <a:custGeom>
                <a:avLst/>
                <a:gdLst>
                  <a:gd name="connsiteX0" fmla="*/ 7086 w 1543227"/>
                  <a:gd name="connsiteY0" fmla="*/ 1272451 h 1272450"/>
                  <a:gd name="connsiteX1" fmla="*/ 933915 w 1543227"/>
                  <a:gd name="connsiteY1" fmla="*/ 921977 h 1272450"/>
                  <a:gd name="connsiteX2" fmla="*/ 1543228 w 1543227"/>
                  <a:gd name="connsiteY2" fmla="*/ 135637 h 1272450"/>
                  <a:gd name="connsiteX3" fmla="*/ 359973 w 1543227"/>
                  <a:gd name="connsiteY3" fmla="*/ 148787 h 1272450"/>
                  <a:gd name="connsiteX4" fmla="*/ 7086 w 1543227"/>
                  <a:gd name="connsiteY4" fmla="*/ 1272451 h 127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3227" h="1272450">
                    <a:moveTo>
                      <a:pt x="7086" y="1272451"/>
                    </a:moveTo>
                    <a:cubicBezTo>
                      <a:pt x="357560" y="1237412"/>
                      <a:pt x="650856" y="1126885"/>
                      <a:pt x="933915" y="921977"/>
                    </a:cubicBezTo>
                    <a:cubicBezTo>
                      <a:pt x="1207902" y="723644"/>
                      <a:pt x="1416388" y="443082"/>
                      <a:pt x="1543228" y="135637"/>
                    </a:cubicBezTo>
                    <a:cubicBezTo>
                      <a:pt x="1543228" y="135637"/>
                      <a:pt x="800417" y="-178133"/>
                      <a:pt x="359973" y="148787"/>
                    </a:cubicBezTo>
                    <a:cubicBezTo>
                      <a:pt x="-80470" y="475708"/>
                      <a:pt x="7086" y="1272451"/>
                      <a:pt x="7086" y="1272451"/>
                    </a:cubicBezTo>
                    <a:close/>
                  </a:path>
                </a:pathLst>
              </a:custGeom>
              <a:solidFill>
                <a:srgbClr val="5770BE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8" name="Forme libre : forme 33">
                <a:extLst>
                  <a:ext uri="{FF2B5EF4-FFF2-40B4-BE49-F238E27FC236}">
                    <a16:creationId xmlns:a16="http://schemas.microsoft.com/office/drawing/2014/main" id="{5022E2A3-8DCC-4C7F-8702-3E6FE1C3F29B}"/>
                  </a:ext>
                </a:extLst>
              </p:cNvPr>
              <p:cNvSpPr/>
              <p:nvPr/>
            </p:nvSpPr>
            <p:spPr>
              <a:xfrm>
                <a:off x="5355803" y="439111"/>
                <a:ext cx="1035046" cy="1817120"/>
              </a:xfrm>
              <a:custGeom>
                <a:avLst/>
                <a:gdLst>
                  <a:gd name="connsiteX0" fmla="*/ 982049 w 1035046"/>
                  <a:gd name="connsiteY0" fmla="*/ 1817120 h 1817120"/>
                  <a:gd name="connsiteX1" fmla="*/ 949090 w 1035046"/>
                  <a:gd name="connsiteY1" fmla="*/ 825207 h 1817120"/>
                  <a:gd name="connsiteX2" fmla="*/ 401615 w 1035046"/>
                  <a:gd name="connsiteY2" fmla="*/ 0 h 1817120"/>
                  <a:gd name="connsiteX3" fmla="*/ 32665 w 1035046"/>
                  <a:gd name="connsiteY3" fmla="*/ 1120667 h 1817120"/>
                  <a:gd name="connsiteX4" fmla="*/ 982049 w 1035046"/>
                  <a:gd name="connsiteY4" fmla="*/ 1817120 h 1817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5046" h="1817120">
                    <a:moveTo>
                      <a:pt x="982049" y="1817120"/>
                    </a:moveTo>
                    <a:cubicBezTo>
                      <a:pt x="1058369" y="1502268"/>
                      <a:pt x="1056371" y="1157787"/>
                      <a:pt x="949090" y="825207"/>
                    </a:cubicBezTo>
                    <a:cubicBezTo>
                      <a:pt x="841809" y="492627"/>
                      <a:pt x="649718" y="217642"/>
                      <a:pt x="401615" y="0"/>
                    </a:cubicBezTo>
                    <a:cubicBezTo>
                      <a:pt x="401615" y="0"/>
                      <a:pt x="-135706" y="598660"/>
                      <a:pt x="32665" y="1120667"/>
                    </a:cubicBezTo>
                    <a:cubicBezTo>
                      <a:pt x="200952" y="1642674"/>
                      <a:pt x="982049" y="1817120"/>
                      <a:pt x="982049" y="1817120"/>
                    </a:cubicBezTo>
                    <a:close/>
                  </a:path>
                </a:pathLst>
              </a:custGeom>
              <a:solidFill>
                <a:srgbClr val="00AC8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</p:grpSp>
      <p:sp>
        <p:nvSpPr>
          <p:cNvPr id="2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67242" y="371400"/>
            <a:ext cx="10876937" cy="849249"/>
          </a:xfrm>
        </p:spPr>
        <p:txBody>
          <a:bodyPr/>
          <a:lstStyle>
            <a:lvl1pPr>
              <a:defRPr sz="2547">
                <a:solidFill>
                  <a:srgbClr val="262626"/>
                </a:solidFill>
              </a:defRPr>
            </a:lvl1pPr>
          </a:lstStyle>
          <a:p>
            <a:r>
              <a:rPr lang="fr-FR" dirty="0"/>
              <a:t>Titre de la diapositive</a:t>
            </a:r>
          </a:p>
        </p:txBody>
      </p:sp>
    </p:spTree>
    <p:extLst>
      <p:ext uri="{BB962C8B-B14F-4D97-AF65-F5344CB8AC3E}">
        <p14:creationId xmlns:p14="http://schemas.microsoft.com/office/powerpoint/2010/main" val="21825868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BD8E2D2A-F96C-4939-9C63-67C838C0FDF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03435" y="1316767"/>
            <a:ext cx="5397500" cy="3902936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bIns="50400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Sélectionner l’icône pour insérer une image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21CA591B-C37B-41A1-8191-C1F660677F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14499" y="5306485"/>
            <a:ext cx="5397503" cy="611715"/>
          </a:xfrm>
        </p:spPr>
        <p:txBody>
          <a:bodyPr/>
          <a:lstStyle>
            <a:lvl1pPr>
              <a:defRPr sz="95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Niveau 4 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endParaRPr lang="fr-FR" dirty="0"/>
          </a:p>
        </p:txBody>
      </p:sp>
      <p:sp>
        <p:nvSpPr>
          <p:cNvPr id="11" name="Espace réservé de la date 5">
            <a:extLst>
              <a:ext uri="{FF2B5EF4-FFF2-40B4-BE49-F238E27FC236}">
                <a16:creationId xmlns:a16="http://schemas.microsoft.com/office/drawing/2014/main" id="{BA039719-59E1-499E-AE38-46FC3D06F2F1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9"/>
            <a:ext cx="1560000" cy="282572"/>
          </a:xfrm>
        </p:spPr>
        <p:txBody>
          <a:bodyPr/>
          <a:lstStyle/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13" name="Espace réservé du pied de page 6">
            <a:extLst>
              <a:ext uri="{FF2B5EF4-FFF2-40B4-BE49-F238E27FC236}">
                <a16:creationId xmlns:a16="http://schemas.microsoft.com/office/drawing/2014/main" id="{54460079-5C05-4907-83D0-F6C237D493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/>
          <a:p>
            <a:r>
              <a:rPr lang="fr-FR"/>
              <a:t>Titre de la présentation sur une seule ligne</a:t>
            </a:r>
            <a:endParaRPr lang="fr-FR" dirty="0"/>
          </a:p>
        </p:txBody>
      </p:sp>
      <p:sp>
        <p:nvSpPr>
          <p:cNvPr id="14" name="Espace réservé du numéro de diapositive 10">
            <a:extLst>
              <a:ext uri="{FF2B5EF4-FFF2-40B4-BE49-F238E27FC236}">
                <a16:creationId xmlns:a16="http://schemas.microsoft.com/office/drawing/2014/main" id="{72E177FF-2AD8-4CAF-A3FD-3CF7C14C521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8452756" y="6212906"/>
            <a:ext cx="1800000" cy="246221"/>
          </a:xfrm>
        </p:spPr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33" name="Espace réservé pour une image  8">
            <a:extLst>
              <a:ext uri="{FF2B5EF4-FFF2-40B4-BE49-F238E27FC236}">
                <a16:creationId xmlns:a16="http://schemas.microsoft.com/office/drawing/2014/main" id="{BD8E2D2A-F96C-4939-9C63-67C838C0FDF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67242" y="1316765"/>
            <a:ext cx="5397500" cy="3902936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bIns="50400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Sélectionner l’icône pour insérer une image</a:t>
            </a:r>
          </a:p>
        </p:txBody>
      </p:sp>
      <p:sp>
        <p:nvSpPr>
          <p:cNvPr id="34" name="Espace réservé du texte 14">
            <a:extLst>
              <a:ext uri="{FF2B5EF4-FFF2-40B4-BE49-F238E27FC236}">
                <a16:creationId xmlns:a16="http://schemas.microsoft.com/office/drawing/2014/main" id="{21CA591B-C37B-41A1-8191-C1F660677F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8306" y="5306484"/>
            <a:ext cx="5397503" cy="611715"/>
          </a:xfrm>
        </p:spPr>
        <p:txBody>
          <a:bodyPr/>
          <a:lstStyle>
            <a:lvl1pPr>
              <a:defRPr sz="95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Niveau 4 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endParaRPr lang="fr-FR" dirty="0"/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D839141D-2A12-43BD-965E-1AFB5ACCCEC3}"/>
              </a:ext>
            </a:extLst>
          </p:cNvPr>
          <p:cNvGrpSpPr/>
          <p:nvPr userDrawn="1"/>
        </p:nvGrpSpPr>
        <p:grpSpPr>
          <a:xfrm>
            <a:off x="11337925" y="238141"/>
            <a:ext cx="365127" cy="507984"/>
            <a:chOff x="2724335" y="0"/>
            <a:chExt cx="3694565" cy="5140087"/>
          </a:xfrm>
        </p:grpSpPr>
        <p:grpSp>
          <p:nvGrpSpPr>
            <p:cNvPr id="32" name="Groupe 31">
              <a:extLst>
                <a:ext uri="{FF2B5EF4-FFF2-40B4-BE49-F238E27FC236}">
                  <a16:creationId xmlns:a16="http://schemas.microsoft.com/office/drawing/2014/main" id="{CD0A93DE-EBFB-4986-A4EA-7F8D18937CD7}"/>
                </a:ext>
              </a:extLst>
            </p:cNvPr>
            <p:cNvGrpSpPr/>
            <p:nvPr userDrawn="1"/>
          </p:nvGrpSpPr>
          <p:grpSpPr>
            <a:xfrm>
              <a:off x="2724335" y="4398358"/>
              <a:ext cx="3694565" cy="741729"/>
              <a:chOff x="2724335" y="4398358"/>
              <a:chExt cx="3694565" cy="741729"/>
            </a:xfrm>
          </p:grpSpPr>
          <p:sp>
            <p:nvSpPr>
              <p:cNvPr id="41" name="Forme libre : forme 34">
                <a:extLst>
                  <a:ext uri="{FF2B5EF4-FFF2-40B4-BE49-F238E27FC236}">
                    <a16:creationId xmlns:a16="http://schemas.microsoft.com/office/drawing/2014/main" id="{C293E0C5-6117-4F1F-A38B-DC8D3CF89800}"/>
                  </a:ext>
                </a:extLst>
              </p:cNvPr>
              <p:cNvSpPr/>
              <p:nvPr/>
            </p:nvSpPr>
            <p:spPr>
              <a:xfrm>
                <a:off x="3554785" y="4412423"/>
                <a:ext cx="659499" cy="722420"/>
              </a:xfrm>
              <a:custGeom>
                <a:avLst/>
                <a:gdLst>
                  <a:gd name="connsiteX0" fmla="*/ 391256 w 659499"/>
                  <a:gd name="connsiteY0" fmla="*/ 0 h 722420"/>
                  <a:gd name="connsiteX1" fmla="*/ 139990 w 659499"/>
                  <a:gd name="connsiteY1" fmla="*/ 100540 h 722420"/>
                  <a:gd name="connsiteX2" fmla="*/ 139990 w 659499"/>
                  <a:gd name="connsiteY2" fmla="*/ 0 h 722420"/>
                  <a:gd name="connsiteX3" fmla="*/ 0 w 659499"/>
                  <a:gd name="connsiteY3" fmla="*/ 0 h 722420"/>
                  <a:gd name="connsiteX4" fmla="*/ 0 w 659499"/>
                  <a:gd name="connsiteY4" fmla="*/ 722421 h 722420"/>
                  <a:gd name="connsiteX5" fmla="*/ 140073 w 659499"/>
                  <a:gd name="connsiteY5" fmla="*/ 722421 h 722420"/>
                  <a:gd name="connsiteX6" fmla="*/ 140073 w 659499"/>
                  <a:gd name="connsiteY6" fmla="*/ 283142 h 722420"/>
                  <a:gd name="connsiteX7" fmla="*/ 366037 w 659499"/>
                  <a:gd name="connsiteY7" fmla="*/ 115438 h 722420"/>
                  <a:gd name="connsiteX8" fmla="*/ 518928 w 659499"/>
                  <a:gd name="connsiteY8" fmla="*/ 243442 h 722420"/>
                  <a:gd name="connsiteX9" fmla="*/ 519427 w 659499"/>
                  <a:gd name="connsiteY9" fmla="*/ 243442 h 722420"/>
                  <a:gd name="connsiteX10" fmla="*/ 519427 w 659499"/>
                  <a:gd name="connsiteY10" fmla="*/ 722421 h 722420"/>
                  <a:gd name="connsiteX11" fmla="*/ 659500 w 659499"/>
                  <a:gd name="connsiteY11" fmla="*/ 722421 h 722420"/>
                  <a:gd name="connsiteX12" fmla="*/ 659500 w 659499"/>
                  <a:gd name="connsiteY12" fmla="*/ 243442 h 722420"/>
                  <a:gd name="connsiteX13" fmla="*/ 391256 w 659499"/>
                  <a:gd name="connsiteY13" fmla="*/ 0 h 722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59499" h="722420">
                    <a:moveTo>
                      <a:pt x="391256" y="0"/>
                    </a:moveTo>
                    <a:cubicBezTo>
                      <a:pt x="218141" y="0"/>
                      <a:pt x="141488" y="98626"/>
                      <a:pt x="139990" y="100540"/>
                    </a:cubicBezTo>
                    <a:lnTo>
                      <a:pt x="139990" y="0"/>
                    </a:lnTo>
                    <a:lnTo>
                      <a:pt x="0" y="0"/>
                    </a:lnTo>
                    <a:lnTo>
                      <a:pt x="0" y="722421"/>
                    </a:lnTo>
                    <a:lnTo>
                      <a:pt x="140073" y="722421"/>
                    </a:lnTo>
                    <a:lnTo>
                      <a:pt x="140073" y="283142"/>
                    </a:lnTo>
                    <a:cubicBezTo>
                      <a:pt x="143069" y="177026"/>
                      <a:pt x="276567" y="115438"/>
                      <a:pt x="366037" y="115438"/>
                    </a:cubicBezTo>
                    <a:cubicBezTo>
                      <a:pt x="432870" y="115438"/>
                      <a:pt x="518928" y="161213"/>
                      <a:pt x="518928" y="243442"/>
                    </a:cubicBezTo>
                    <a:lnTo>
                      <a:pt x="519427" y="243442"/>
                    </a:lnTo>
                    <a:lnTo>
                      <a:pt x="519427" y="722421"/>
                    </a:lnTo>
                    <a:lnTo>
                      <a:pt x="659500" y="722421"/>
                    </a:lnTo>
                    <a:lnTo>
                      <a:pt x="659500" y="243442"/>
                    </a:lnTo>
                    <a:cubicBezTo>
                      <a:pt x="659417" y="80981"/>
                      <a:pt x="538986" y="0"/>
                      <a:pt x="391256" y="0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2" name="Forme libre : forme 35">
                <a:extLst>
                  <a:ext uri="{FF2B5EF4-FFF2-40B4-BE49-F238E27FC236}">
                    <a16:creationId xmlns:a16="http://schemas.microsoft.com/office/drawing/2014/main" id="{4E707777-18DA-470E-8544-86B82A204996}"/>
                  </a:ext>
                </a:extLst>
              </p:cNvPr>
              <p:cNvSpPr/>
              <p:nvPr/>
            </p:nvSpPr>
            <p:spPr>
              <a:xfrm>
                <a:off x="5832180" y="4401770"/>
                <a:ext cx="586720" cy="736485"/>
              </a:xfrm>
              <a:custGeom>
                <a:avLst/>
                <a:gdLst>
                  <a:gd name="connsiteX0" fmla="*/ 363684 w 586720"/>
                  <a:gd name="connsiteY0" fmla="*/ 304532 h 736485"/>
                  <a:gd name="connsiteX1" fmla="*/ 363684 w 586720"/>
                  <a:gd name="connsiteY1" fmla="*/ 304365 h 736485"/>
                  <a:gd name="connsiteX2" fmla="*/ 237760 w 586720"/>
                  <a:gd name="connsiteY2" fmla="*/ 304365 h 736485"/>
                  <a:gd name="connsiteX3" fmla="*/ 133309 w 586720"/>
                  <a:gd name="connsiteY3" fmla="*/ 212565 h 736485"/>
                  <a:gd name="connsiteX4" fmla="*/ 284285 w 586720"/>
                  <a:gd name="connsiteY4" fmla="*/ 122512 h 736485"/>
                  <a:gd name="connsiteX5" fmla="*/ 503008 w 586720"/>
                  <a:gd name="connsiteY5" fmla="*/ 162128 h 736485"/>
                  <a:gd name="connsiteX6" fmla="*/ 551031 w 586720"/>
                  <a:gd name="connsiteY6" fmla="*/ 49188 h 736485"/>
                  <a:gd name="connsiteX7" fmla="*/ 298267 w 586720"/>
                  <a:gd name="connsiteY7" fmla="*/ 0 h 736485"/>
                  <a:gd name="connsiteX8" fmla="*/ 310 w 586720"/>
                  <a:gd name="connsiteY8" fmla="*/ 214313 h 736485"/>
                  <a:gd name="connsiteX9" fmla="*/ 223029 w 586720"/>
                  <a:gd name="connsiteY9" fmla="*/ 432037 h 736485"/>
                  <a:gd name="connsiteX10" fmla="*/ 223029 w 586720"/>
                  <a:gd name="connsiteY10" fmla="*/ 432204 h 736485"/>
                  <a:gd name="connsiteX11" fmla="*/ 348953 w 586720"/>
                  <a:gd name="connsiteY11" fmla="*/ 432204 h 736485"/>
                  <a:gd name="connsiteX12" fmla="*/ 453404 w 586720"/>
                  <a:gd name="connsiteY12" fmla="*/ 524005 h 736485"/>
                  <a:gd name="connsiteX13" fmla="*/ 302428 w 586720"/>
                  <a:gd name="connsiteY13" fmla="*/ 614057 h 736485"/>
                  <a:gd name="connsiteX14" fmla="*/ 59818 w 586720"/>
                  <a:gd name="connsiteY14" fmla="*/ 563704 h 736485"/>
                  <a:gd name="connsiteX15" fmla="*/ 12212 w 586720"/>
                  <a:gd name="connsiteY15" fmla="*/ 676062 h 736485"/>
                  <a:gd name="connsiteX16" fmla="*/ 288446 w 586720"/>
                  <a:gd name="connsiteY16" fmla="*/ 736486 h 736485"/>
                  <a:gd name="connsiteX17" fmla="*/ 586403 w 586720"/>
                  <a:gd name="connsiteY17" fmla="*/ 522173 h 736485"/>
                  <a:gd name="connsiteX18" fmla="*/ 363684 w 586720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20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8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8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477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3" name="Forme libre : forme 36">
                <a:extLst>
                  <a:ext uri="{FF2B5EF4-FFF2-40B4-BE49-F238E27FC236}">
                    <a16:creationId xmlns:a16="http://schemas.microsoft.com/office/drawing/2014/main" id="{AA931412-BFE0-468C-AAB4-DAC8C26F821C}"/>
                  </a:ext>
                </a:extLst>
              </p:cNvPr>
              <p:cNvSpPr/>
              <p:nvPr/>
            </p:nvSpPr>
            <p:spPr>
              <a:xfrm>
                <a:off x="5027341" y="4398358"/>
                <a:ext cx="698034" cy="741729"/>
              </a:xfrm>
              <a:custGeom>
                <a:avLst/>
                <a:gdLst>
                  <a:gd name="connsiteX0" fmla="*/ 355135 w 698034"/>
                  <a:gd name="connsiteY0" fmla="*/ 0 h 741729"/>
                  <a:gd name="connsiteX1" fmla="*/ 0 w 698034"/>
                  <a:gd name="connsiteY1" fmla="*/ 377856 h 741729"/>
                  <a:gd name="connsiteX2" fmla="*/ 387594 w 698034"/>
                  <a:gd name="connsiteY2" fmla="*/ 741730 h 741729"/>
                  <a:gd name="connsiteX3" fmla="*/ 662996 w 698034"/>
                  <a:gd name="connsiteY3" fmla="*/ 681306 h 741729"/>
                  <a:gd name="connsiteX4" fmla="*/ 611394 w 698034"/>
                  <a:gd name="connsiteY4" fmla="*/ 573609 h 741729"/>
                  <a:gd name="connsiteX5" fmla="*/ 383266 w 698034"/>
                  <a:gd name="connsiteY5" fmla="*/ 618386 h 741729"/>
                  <a:gd name="connsiteX6" fmla="*/ 145233 w 698034"/>
                  <a:gd name="connsiteY6" fmla="*/ 432121 h 741729"/>
                  <a:gd name="connsiteX7" fmla="*/ 556297 w 698034"/>
                  <a:gd name="connsiteY7" fmla="*/ 432121 h 741729"/>
                  <a:gd name="connsiteX8" fmla="*/ 698035 w 698034"/>
                  <a:gd name="connsiteY8" fmla="*/ 432121 h 741729"/>
                  <a:gd name="connsiteX9" fmla="*/ 698035 w 698034"/>
                  <a:gd name="connsiteY9" fmla="*/ 369200 h 741729"/>
                  <a:gd name="connsiteX10" fmla="*/ 355135 w 698034"/>
                  <a:gd name="connsiteY10" fmla="*/ 0 h 741729"/>
                  <a:gd name="connsiteX11" fmla="*/ 146981 w 698034"/>
                  <a:gd name="connsiteY11" fmla="*/ 316684 h 741729"/>
                  <a:gd name="connsiteX12" fmla="*/ 360378 w 698034"/>
                  <a:gd name="connsiteY12" fmla="*/ 119017 h 741729"/>
                  <a:gd name="connsiteX13" fmla="*/ 554549 w 698034"/>
                  <a:gd name="connsiteY13" fmla="*/ 316684 h 741729"/>
                  <a:gd name="connsiteX14" fmla="*/ 146981 w 698034"/>
                  <a:gd name="connsiteY14" fmla="*/ 316684 h 741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8034" h="741729">
                    <a:moveTo>
                      <a:pt x="355135" y="0"/>
                    </a:moveTo>
                    <a:cubicBezTo>
                      <a:pt x="152224" y="0"/>
                      <a:pt x="0" y="117185"/>
                      <a:pt x="0" y="377856"/>
                    </a:cubicBezTo>
                    <a:cubicBezTo>
                      <a:pt x="0" y="638443"/>
                      <a:pt x="191924" y="741730"/>
                      <a:pt x="387594" y="741730"/>
                    </a:cubicBezTo>
                    <a:cubicBezTo>
                      <a:pt x="568199" y="741730"/>
                      <a:pt x="662996" y="681306"/>
                      <a:pt x="662996" y="681306"/>
                    </a:cubicBezTo>
                    <a:lnTo>
                      <a:pt x="611394" y="573609"/>
                    </a:lnTo>
                    <a:cubicBezTo>
                      <a:pt x="611394" y="573609"/>
                      <a:pt x="541482" y="618386"/>
                      <a:pt x="383266" y="618386"/>
                    </a:cubicBezTo>
                    <a:cubicBezTo>
                      <a:pt x="276234" y="618386"/>
                      <a:pt x="160963" y="586010"/>
                      <a:pt x="145233" y="432121"/>
                    </a:cubicBezTo>
                    <a:lnTo>
                      <a:pt x="556297" y="432121"/>
                    </a:lnTo>
                    <a:lnTo>
                      <a:pt x="698035" y="432121"/>
                    </a:lnTo>
                    <a:lnTo>
                      <a:pt x="698035" y="369200"/>
                    </a:lnTo>
                    <a:cubicBezTo>
                      <a:pt x="698035" y="131251"/>
                      <a:pt x="587757" y="0"/>
                      <a:pt x="355135" y="0"/>
                    </a:cubicBezTo>
                    <a:close/>
                    <a:moveTo>
                      <a:pt x="146981" y="316684"/>
                    </a:moveTo>
                    <a:cubicBezTo>
                      <a:pt x="162711" y="164459"/>
                      <a:pt x="241445" y="119017"/>
                      <a:pt x="360378" y="119017"/>
                    </a:cubicBezTo>
                    <a:cubicBezTo>
                      <a:pt x="488050" y="119017"/>
                      <a:pt x="545810" y="180272"/>
                      <a:pt x="554549" y="316684"/>
                    </a:cubicBezTo>
                    <a:lnTo>
                      <a:pt x="146981" y="316684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4" name="Forme libre : forme 37">
                <a:extLst>
                  <a:ext uri="{FF2B5EF4-FFF2-40B4-BE49-F238E27FC236}">
                    <a16:creationId xmlns:a16="http://schemas.microsoft.com/office/drawing/2014/main" id="{46479C13-EE3B-4BD6-82FD-2CF84A6EE778}"/>
                  </a:ext>
                </a:extLst>
              </p:cNvPr>
              <p:cNvSpPr/>
              <p:nvPr/>
            </p:nvSpPr>
            <p:spPr>
              <a:xfrm>
                <a:off x="4342812" y="4401770"/>
                <a:ext cx="586713" cy="736485"/>
              </a:xfrm>
              <a:custGeom>
                <a:avLst/>
                <a:gdLst>
                  <a:gd name="connsiteX0" fmla="*/ 363684 w 586713"/>
                  <a:gd name="connsiteY0" fmla="*/ 304532 h 736485"/>
                  <a:gd name="connsiteX1" fmla="*/ 363684 w 586713"/>
                  <a:gd name="connsiteY1" fmla="*/ 304365 h 736485"/>
                  <a:gd name="connsiteX2" fmla="*/ 237760 w 586713"/>
                  <a:gd name="connsiteY2" fmla="*/ 304365 h 736485"/>
                  <a:gd name="connsiteX3" fmla="*/ 133309 w 586713"/>
                  <a:gd name="connsiteY3" fmla="*/ 212565 h 736485"/>
                  <a:gd name="connsiteX4" fmla="*/ 284285 w 586713"/>
                  <a:gd name="connsiteY4" fmla="*/ 122512 h 736485"/>
                  <a:gd name="connsiteX5" fmla="*/ 503008 w 586713"/>
                  <a:gd name="connsiteY5" fmla="*/ 162128 h 736485"/>
                  <a:gd name="connsiteX6" fmla="*/ 551031 w 586713"/>
                  <a:gd name="connsiteY6" fmla="*/ 49188 h 736485"/>
                  <a:gd name="connsiteX7" fmla="*/ 298267 w 586713"/>
                  <a:gd name="connsiteY7" fmla="*/ 0 h 736485"/>
                  <a:gd name="connsiteX8" fmla="*/ 310 w 586713"/>
                  <a:gd name="connsiteY8" fmla="*/ 214313 h 736485"/>
                  <a:gd name="connsiteX9" fmla="*/ 223029 w 586713"/>
                  <a:gd name="connsiteY9" fmla="*/ 432037 h 736485"/>
                  <a:gd name="connsiteX10" fmla="*/ 223029 w 586713"/>
                  <a:gd name="connsiteY10" fmla="*/ 432204 h 736485"/>
                  <a:gd name="connsiteX11" fmla="*/ 348953 w 586713"/>
                  <a:gd name="connsiteY11" fmla="*/ 432204 h 736485"/>
                  <a:gd name="connsiteX12" fmla="*/ 453404 w 586713"/>
                  <a:gd name="connsiteY12" fmla="*/ 524005 h 736485"/>
                  <a:gd name="connsiteX13" fmla="*/ 302429 w 586713"/>
                  <a:gd name="connsiteY13" fmla="*/ 614057 h 736485"/>
                  <a:gd name="connsiteX14" fmla="*/ 59818 w 586713"/>
                  <a:gd name="connsiteY14" fmla="*/ 563704 h 736485"/>
                  <a:gd name="connsiteX15" fmla="*/ 12212 w 586713"/>
                  <a:gd name="connsiteY15" fmla="*/ 676062 h 736485"/>
                  <a:gd name="connsiteX16" fmla="*/ 288446 w 586713"/>
                  <a:gd name="connsiteY16" fmla="*/ 736486 h 736485"/>
                  <a:gd name="connsiteX17" fmla="*/ 586403 w 586713"/>
                  <a:gd name="connsiteY17" fmla="*/ 522173 h 736485"/>
                  <a:gd name="connsiteX18" fmla="*/ 363684 w 586713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13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9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9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394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5" name="Forme libre : forme 38">
                <a:extLst>
                  <a:ext uri="{FF2B5EF4-FFF2-40B4-BE49-F238E27FC236}">
                    <a16:creationId xmlns:a16="http://schemas.microsoft.com/office/drawing/2014/main" id="{55C86DF5-F03A-4F69-B538-9C9E3D12D49A}"/>
                  </a:ext>
                </a:extLst>
              </p:cNvPr>
              <p:cNvSpPr/>
              <p:nvPr/>
            </p:nvSpPr>
            <p:spPr>
              <a:xfrm>
                <a:off x="2724335" y="4403352"/>
                <a:ext cx="669903" cy="732990"/>
              </a:xfrm>
              <a:custGeom>
                <a:avLst/>
                <a:gdLst>
                  <a:gd name="connsiteX0" fmla="*/ 333079 w 669903"/>
                  <a:gd name="connsiteY0" fmla="*/ 0 h 732990"/>
                  <a:gd name="connsiteX1" fmla="*/ 58509 w 669903"/>
                  <a:gd name="connsiteY1" fmla="*/ 45026 h 732990"/>
                  <a:gd name="connsiteX2" fmla="*/ 113856 w 669903"/>
                  <a:gd name="connsiteY2" fmla="*/ 157884 h 732990"/>
                  <a:gd name="connsiteX3" fmla="*/ 348976 w 669903"/>
                  <a:gd name="connsiteY3" fmla="*/ 122429 h 732990"/>
                  <a:gd name="connsiteX4" fmla="*/ 530080 w 669903"/>
                  <a:gd name="connsiteY4" fmla="*/ 253929 h 732990"/>
                  <a:gd name="connsiteX5" fmla="*/ 530080 w 669903"/>
                  <a:gd name="connsiteY5" fmla="*/ 297374 h 732990"/>
                  <a:gd name="connsiteX6" fmla="*/ 253596 w 669903"/>
                  <a:gd name="connsiteY6" fmla="*/ 297374 h 732990"/>
                  <a:gd name="connsiteX7" fmla="*/ 0 w 669903"/>
                  <a:gd name="connsiteY7" fmla="*/ 514267 h 732990"/>
                  <a:gd name="connsiteX8" fmla="*/ 273571 w 669903"/>
                  <a:gd name="connsiteY8" fmla="*/ 732990 h 732990"/>
                  <a:gd name="connsiteX9" fmla="*/ 529997 w 669903"/>
                  <a:gd name="connsiteY9" fmla="*/ 632284 h 732990"/>
                  <a:gd name="connsiteX10" fmla="*/ 529997 w 669903"/>
                  <a:gd name="connsiteY10" fmla="*/ 732990 h 732990"/>
                  <a:gd name="connsiteX11" fmla="*/ 669903 w 669903"/>
                  <a:gd name="connsiteY11" fmla="*/ 732990 h 732990"/>
                  <a:gd name="connsiteX12" fmla="*/ 669903 w 669903"/>
                  <a:gd name="connsiteY12" fmla="*/ 214313 h 732990"/>
                  <a:gd name="connsiteX13" fmla="*/ 333079 w 669903"/>
                  <a:gd name="connsiteY13" fmla="*/ 0 h 732990"/>
                  <a:gd name="connsiteX14" fmla="*/ 529997 w 669903"/>
                  <a:gd name="connsiteY14" fmla="*/ 446269 h 732990"/>
                  <a:gd name="connsiteX15" fmla="*/ 299288 w 669903"/>
                  <a:gd name="connsiteY15" fmla="*/ 617553 h 732990"/>
                  <a:gd name="connsiteX16" fmla="*/ 143319 w 669903"/>
                  <a:gd name="connsiteY16" fmla="*/ 512602 h 732990"/>
                  <a:gd name="connsiteX17" fmla="*/ 262335 w 669903"/>
                  <a:gd name="connsiteY17" fmla="*/ 407651 h 732990"/>
                  <a:gd name="connsiteX18" fmla="*/ 529997 w 669903"/>
                  <a:gd name="connsiteY18" fmla="*/ 407651 h 732990"/>
                  <a:gd name="connsiteX19" fmla="*/ 529997 w 669903"/>
                  <a:gd name="connsiteY19" fmla="*/ 446269 h 732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69903" h="732990">
                    <a:moveTo>
                      <a:pt x="333079" y="0"/>
                    </a:moveTo>
                    <a:cubicBezTo>
                      <a:pt x="204741" y="0"/>
                      <a:pt x="108197" y="27132"/>
                      <a:pt x="58509" y="45026"/>
                    </a:cubicBezTo>
                    <a:lnTo>
                      <a:pt x="113856" y="157884"/>
                    </a:lnTo>
                    <a:cubicBezTo>
                      <a:pt x="159132" y="143069"/>
                      <a:pt x="241278" y="122429"/>
                      <a:pt x="348976" y="122429"/>
                    </a:cubicBezTo>
                    <a:cubicBezTo>
                      <a:pt x="432037" y="122429"/>
                      <a:pt x="530080" y="145067"/>
                      <a:pt x="530080" y="253929"/>
                    </a:cubicBezTo>
                    <a:cubicBezTo>
                      <a:pt x="530080" y="253929"/>
                      <a:pt x="529914" y="293712"/>
                      <a:pt x="530080" y="297374"/>
                    </a:cubicBezTo>
                    <a:lnTo>
                      <a:pt x="253596" y="297374"/>
                    </a:lnTo>
                    <a:cubicBezTo>
                      <a:pt x="113690" y="297374"/>
                      <a:pt x="0" y="346396"/>
                      <a:pt x="0" y="514267"/>
                    </a:cubicBezTo>
                    <a:cubicBezTo>
                      <a:pt x="0" y="664411"/>
                      <a:pt x="122928" y="732990"/>
                      <a:pt x="273571" y="732990"/>
                    </a:cubicBezTo>
                    <a:cubicBezTo>
                      <a:pt x="451929" y="732990"/>
                      <a:pt x="529997" y="632284"/>
                      <a:pt x="529997" y="632284"/>
                    </a:cubicBezTo>
                    <a:lnTo>
                      <a:pt x="529997" y="732990"/>
                    </a:lnTo>
                    <a:lnTo>
                      <a:pt x="669903" y="732990"/>
                    </a:lnTo>
                    <a:lnTo>
                      <a:pt x="669903" y="214313"/>
                    </a:lnTo>
                    <a:cubicBezTo>
                      <a:pt x="661830" y="48605"/>
                      <a:pt x="471488" y="0"/>
                      <a:pt x="333079" y="0"/>
                    </a:cubicBezTo>
                    <a:close/>
                    <a:moveTo>
                      <a:pt x="529997" y="446269"/>
                    </a:moveTo>
                    <a:cubicBezTo>
                      <a:pt x="529997" y="554633"/>
                      <a:pt x="391672" y="617553"/>
                      <a:pt x="299288" y="617553"/>
                    </a:cubicBezTo>
                    <a:cubicBezTo>
                      <a:pt x="231125" y="617553"/>
                      <a:pt x="143319" y="594749"/>
                      <a:pt x="143319" y="512602"/>
                    </a:cubicBezTo>
                    <a:cubicBezTo>
                      <a:pt x="143319" y="430373"/>
                      <a:pt x="190592" y="407651"/>
                      <a:pt x="262335" y="407651"/>
                    </a:cubicBezTo>
                    <a:lnTo>
                      <a:pt x="529997" y="407651"/>
                    </a:lnTo>
                    <a:lnTo>
                      <a:pt x="529997" y="446269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  <p:grpSp>
          <p:nvGrpSpPr>
            <p:cNvPr id="35" name="Groupe 34">
              <a:extLst>
                <a:ext uri="{FF2B5EF4-FFF2-40B4-BE49-F238E27FC236}">
                  <a16:creationId xmlns:a16="http://schemas.microsoft.com/office/drawing/2014/main" id="{3D15C3A9-D5ED-46AD-B105-728671E40E8E}"/>
                </a:ext>
              </a:extLst>
            </p:cNvPr>
            <p:cNvGrpSpPr/>
            <p:nvPr userDrawn="1"/>
          </p:nvGrpSpPr>
          <p:grpSpPr>
            <a:xfrm>
              <a:off x="2752472" y="0"/>
              <a:ext cx="3638377" cy="3631244"/>
              <a:chOff x="2752472" y="0"/>
              <a:chExt cx="3638377" cy="3631244"/>
            </a:xfrm>
          </p:grpSpPr>
          <p:sp>
            <p:nvSpPr>
              <p:cNvPr id="36" name="Forme libre : forme 29">
                <a:extLst>
                  <a:ext uri="{FF2B5EF4-FFF2-40B4-BE49-F238E27FC236}">
                    <a16:creationId xmlns:a16="http://schemas.microsoft.com/office/drawing/2014/main" id="{20FC994F-7484-4476-883E-735BC71E1E41}"/>
                  </a:ext>
                </a:extLst>
              </p:cNvPr>
              <p:cNvSpPr/>
              <p:nvPr/>
            </p:nvSpPr>
            <p:spPr>
              <a:xfrm>
                <a:off x="3627443" y="0"/>
                <a:ext cx="1911500" cy="962868"/>
              </a:xfrm>
              <a:custGeom>
                <a:avLst/>
                <a:gdLst>
                  <a:gd name="connsiteX0" fmla="*/ 1911501 w 1911500"/>
                  <a:gd name="connsiteY0" fmla="*/ 277816 h 962868"/>
                  <a:gd name="connsiteX1" fmla="*/ 958955 w 1911500"/>
                  <a:gd name="connsiteY1" fmla="*/ 0 h 962868"/>
                  <a:gd name="connsiteX2" fmla="*/ 0 w 1911500"/>
                  <a:gd name="connsiteY2" fmla="*/ 264499 h 962868"/>
                  <a:gd name="connsiteX3" fmla="*/ 956791 w 1911500"/>
                  <a:gd name="connsiteY3" fmla="*/ 962867 h 962868"/>
                  <a:gd name="connsiteX4" fmla="*/ 1911501 w 1911500"/>
                  <a:gd name="connsiteY4" fmla="*/ 277816 h 962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11500" h="962868">
                    <a:moveTo>
                      <a:pt x="1911501" y="277816"/>
                    </a:moveTo>
                    <a:cubicBezTo>
                      <a:pt x="1651163" y="110610"/>
                      <a:pt x="1308430" y="0"/>
                      <a:pt x="958955" y="0"/>
                    </a:cubicBezTo>
                    <a:cubicBezTo>
                      <a:pt x="634199" y="0"/>
                      <a:pt x="299621" y="79316"/>
                      <a:pt x="0" y="264499"/>
                    </a:cubicBezTo>
                    <a:cubicBezTo>
                      <a:pt x="0" y="264499"/>
                      <a:pt x="408317" y="961618"/>
                      <a:pt x="956791" y="962867"/>
                    </a:cubicBezTo>
                    <a:cubicBezTo>
                      <a:pt x="1505264" y="964115"/>
                      <a:pt x="1911501" y="277816"/>
                      <a:pt x="1911501" y="277816"/>
                    </a:cubicBezTo>
                    <a:close/>
                  </a:path>
                </a:pathLst>
              </a:custGeom>
              <a:solidFill>
                <a:srgbClr val="FFE80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7" name="Forme libre : forme 30">
                <a:extLst>
                  <a:ext uri="{FF2B5EF4-FFF2-40B4-BE49-F238E27FC236}">
                    <a16:creationId xmlns:a16="http://schemas.microsoft.com/office/drawing/2014/main" id="{3CA22ED6-1495-4E0E-B586-B3B64C1137CE}"/>
                  </a:ext>
                </a:extLst>
              </p:cNvPr>
              <p:cNvSpPr/>
              <p:nvPr/>
            </p:nvSpPr>
            <p:spPr>
              <a:xfrm>
                <a:off x="2752472" y="435699"/>
                <a:ext cx="1037602" cy="1816620"/>
              </a:xfrm>
              <a:custGeom>
                <a:avLst/>
                <a:gdLst>
                  <a:gd name="connsiteX0" fmla="*/ 638936 w 1037602"/>
                  <a:gd name="connsiteY0" fmla="*/ 0 h 1816620"/>
                  <a:gd name="connsiteX1" fmla="*/ 88964 w 1037602"/>
                  <a:gd name="connsiteY1" fmla="*/ 826040 h 1816620"/>
                  <a:gd name="connsiteX2" fmla="*/ 53675 w 1037602"/>
                  <a:gd name="connsiteY2" fmla="*/ 1816621 h 1816620"/>
                  <a:gd name="connsiteX3" fmla="*/ 1004058 w 1037602"/>
                  <a:gd name="connsiteY3" fmla="*/ 1125578 h 1816620"/>
                  <a:gd name="connsiteX4" fmla="*/ 638936 w 1037602"/>
                  <a:gd name="connsiteY4" fmla="*/ 0 h 1816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7602" h="1816620">
                    <a:moveTo>
                      <a:pt x="638936" y="0"/>
                    </a:moveTo>
                    <a:cubicBezTo>
                      <a:pt x="389085" y="210151"/>
                      <a:pt x="197660" y="493876"/>
                      <a:pt x="88964" y="826040"/>
                    </a:cubicBezTo>
                    <a:cubicBezTo>
                      <a:pt x="-19732" y="1158203"/>
                      <a:pt x="-25558" y="1487787"/>
                      <a:pt x="53675" y="1816621"/>
                    </a:cubicBezTo>
                    <a:cubicBezTo>
                      <a:pt x="53675" y="1816621"/>
                      <a:pt x="833440" y="1646919"/>
                      <a:pt x="1004058" y="1125578"/>
                    </a:cubicBezTo>
                    <a:cubicBezTo>
                      <a:pt x="1174675" y="604236"/>
                      <a:pt x="638936" y="0"/>
                      <a:pt x="638936" y="0"/>
                    </a:cubicBezTo>
                    <a:close/>
                  </a:path>
                </a:pathLst>
              </a:custGeom>
              <a:solidFill>
                <a:srgbClr val="FF994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8" name="Forme libre : forme 31">
                <a:extLst>
                  <a:ext uri="{FF2B5EF4-FFF2-40B4-BE49-F238E27FC236}">
                    <a16:creationId xmlns:a16="http://schemas.microsoft.com/office/drawing/2014/main" id="{1A912585-892A-484D-AC23-F343EFBF516D}"/>
                  </a:ext>
                </a:extLst>
              </p:cNvPr>
              <p:cNvSpPr/>
              <p:nvPr/>
            </p:nvSpPr>
            <p:spPr>
              <a:xfrm>
                <a:off x="2887295" y="2362027"/>
                <a:ext cx="1547103" cy="1269217"/>
              </a:xfrm>
              <a:custGeom>
                <a:avLst/>
                <a:gdLst>
                  <a:gd name="connsiteX0" fmla="*/ 0 w 1547103"/>
                  <a:gd name="connsiteY0" fmla="*/ 140976 h 1269217"/>
                  <a:gd name="connsiteX1" fmla="*/ 609064 w 1547103"/>
                  <a:gd name="connsiteY1" fmla="*/ 922489 h 1269217"/>
                  <a:gd name="connsiteX2" fmla="*/ 1541802 w 1547103"/>
                  <a:gd name="connsiteY2" fmla="*/ 1269217 h 1269217"/>
                  <a:gd name="connsiteX3" fmla="*/ 1176846 w 1547103"/>
                  <a:gd name="connsiteY3" fmla="*/ 144722 h 1269217"/>
                  <a:gd name="connsiteX4" fmla="*/ 0 w 1547103"/>
                  <a:gd name="connsiteY4" fmla="*/ 140976 h 1269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7103" h="1269217">
                    <a:moveTo>
                      <a:pt x="0" y="140976"/>
                    </a:moveTo>
                    <a:cubicBezTo>
                      <a:pt x="127755" y="449503"/>
                      <a:pt x="330998" y="715833"/>
                      <a:pt x="609064" y="922489"/>
                    </a:cubicBezTo>
                    <a:cubicBezTo>
                      <a:pt x="889543" y="1130976"/>
                      <a:pt x="1229030" y="1248660"/>
                      <a:pt x="1541802" y="1269217"/>
                    </a:cubicBezTo>
                    <a:cubicBezTo>
                      <a:pt x="1541802" y="1269217"/>
                      <a:pt x="1619870" y="468146"/>
                      <a:pt x="1176846" y="144722"/>
                    </a:cubicBezTo>
                    <a:cubicBezTo>
                      <a:pt x="733823" y="-178703"/>
                      <a:pt x="0" y="140976"/>
                      <a:pt x="0" y="140976"/>
                    </a:cubicBezTo>
                    <a:close/>
                  </a:path>
                </a:pathLst>
              </a:custGeom>
              <a:solidFill>
                <a:srgbClr val="E1000F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9" name="Forme libre : forme 32">
                <a:extLst>
                  <a:ext uri="{FF2B5EF4-FFF2-40B4-BE49-F238E27FC236}">
                    <a16:creationId xmlns:a16="http://schemas.microsoft.com/office/drawing/2014/main" id="{5B692C3C-082C-4FC6-B8F1-D9A13E759C3D}"/>
                  </a:ext>
                </a:extLst>
              </p:cNvPr>
              <p:cNvSpPr/>
              <p:nvPr/>
            </p:nvSpPr>
            <p:spPr>
              <a:xfrm>
                <a:off x="4718054" y="2358044"/>
                <a:ext cx="1543227" cy="1272450"/>
              </a:xfrm>
              <a:custGeom>
                <a:avLst/>
                <a:gdLst>
                  <a:gd name="connsiteX0" fmla="*/ 7086 w 1543227"/>
                  <a:gd name="connsiteY0" fmla="*/ 1272451 h 1272450"/>
                  <a:gd name="connsiteX1" fmla="*/ 933915 w 1543227"/>
                  <a:gd name="connsiteY1" fmla="*/ 921977 h 1272450"/>
                  <a:gd name="connsiteX2" fmla="*/ 1543228 w 1543227"/>
                  <a:gd name="connsiteY2" fmla="*/ 135637 h 1272450"/>
                  <a:gd name="connsiteX3" fmla="*/ 359973 w 1543227"/>
                  <a:gd name="connsiteY3" fmla="*/ 148787 h 1272450"/>
                  <a:gd name="connsiteX4" fmla="*/ 7086 w 1543227"/>
                  <a:gd name="connsiteY4" fmla="*/ 1272451 h 127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3227" h="1272450">
                    <a:moveTo>
                      <a:pt x="7086" y="1272451"/>
                    </a:moveTo>
                    <a:cubicBezTo>
                      <a:pt x="357560" y="1237412"/>
                      <a:pt x="650856" y="1126885"/>
                      <a:pt x="933915" y="921977"/>
                    </a:cubicBezTo>
                    <a:cubicBezTo>
                      <a:pt x="1207902" y="723644"/>
                      <a:pt x="1416388" y="443082"/>
                      <a:pt x="1543228" y="135637"/>
                    </a:cubicBezTo>
                    <a:cubicBezTo>
                      <a:pt x="1543228" y="135637"/>
                      <a:pt x="800417" y="-178133"/>
                      <a:pt x="359973" y="148787"/>
                    </a:cubicBezTo>
                    <a:cubicBezTo>
                      <a:pt x="-80470" y="475708"/>
                      <a:pt x="7086" y="1272451"/>
                      <a:pt x="7086" y="1272451"/>
                    </a:cubicBezTo>
                    <a:close/>
                  </a:path>
                </a:pathLst>
              </a:custGeom>
              <a:solidFill>
                <a:srgbClr val="5770BE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0" name="Forme libre : forme 33">
                <a:extLst>
                  <a:ext uri="{FF2B5EF4-FFF2-40B4-BE49-F238E27FC236}">
                    <a16:creationId xmlns:a16="http://schemas.microsoft.com/office/drawing/2014/main" id="{5022E2A3-8DCC-4C7F-8702-3E6FE1C3F29B}"/>
                  </a:ext>
                </a:extLst>
              </p:cNvPr>
              <p:cNvSpPr/>
              <p:nvPr/>
            </p:nvSpPr>
            <p:spPr>
              <a:xfrm>
                <a:off x="5355803" y="439111"/>
                <a:ext cx="1035046" cy="1817120"/>
              </a:xfrm>
              <a:custGeom>
                <a:avLst/>
                <a:gdLst>
                  <a:gd name="connsiteX0" fmla="*/ 982049 w 1035046"/>
                  <a:gd name="connsiteY0" fmla="*/ 1817120 h 1817120"/>
                  <a:gd name="connsiteX1" fmla="*/ 949090 w 1035046"/>
                  <a:gd name="connsiteY1" fmla="*/ 825207 h 1817120"/>
                  <a:gd name="connsiteX2" fmla="*/ 401615 w 1035046"/>
                  <a:gd name="connsiteY2" fmla="*/ 0 h 1817120"/>
                  <a:gd name="connsiteX3" fmla="*/ 32665 w 1035046"/>
                  <a:gd name="connsiteY3" fmla="*/ 1120667 h 1817120"/>
                  <a:gd name="connsiteX4" fmla="*/ 982049 w 1035046"/>
                  <a:gd name="connsiteY4" fmla="*/ 1817120 h 1817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5046" h="1817120">
                    <a:moveTo>
                      <a:pt x="982049" y="1817120"/>
                    </a:moveTo>
                    <a:cubicBezTo>
                      <a:pt x="1058369" y="1502268"/>
                      <a:pt x="1056371" y="1157787"/>
                      <a:pt x="949090" y="825207"/>
                    </a:cubicBezTo>
                    <a:cubicBezTo>
                      <a:pt x="841809" y="492627"/>
                      <a:pt x="649718" y="217642"/>
                      <a:pt x="401615" y="0"/>
                    </a:cubicBezTo>
                    <a:cubicBezTo>
                      <a:pt x="401615" y="0"/>
                      <a:pt x="-135706" y="598660"/>
                      <a:pt x="32665" y="1120667"/>
                    </a:cubicBezTo>
                    <a:cubicBezTo>
                      <a:pt x="200952" y="1642674"/>
                      <a:pt x="982049" y="1817120"/>
                      <a:pt x="982049" y="1817120"/>
                    </a:cubicBezTo>
                    <a:close/>
                  </a:path>
                </a:pathLst>
              </a:custGeom>
              <a:solidFill>
                <a:srgbClr val="00AC8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</p:grpSp>
      <p:sp>
        <p:nvSpPr>
          <p:cNvPr id="23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67242" y="371400"/>
            <a:ext cx="10876937" cy="849249"/>
          </a:xfrm>
        </p:spPr>
        <p:txBody>
          <a:bodyPr/>
          <a:lstStyle>
            <a:lvl1pPr>
              <a:defRPr sz="2547">
                <a:solidFill>
                  <a:srgbClr val="262626"/>
                </a:solidFill>
              </a:defRPr>
            </a:lvl1pPr>
          </a:lstStyle>
          <a:p>
            <a:r>
              <a:rPr lang="fr-FR" dirty="0"/>
              <a:t>Titre de la diapositive</a:t>
            </a:r>
          </a:p>
        </p:txBody>
      </p:sp>
    </p:spTree>
    <p:extLst>
      <p:ext uri="{BB962C8B-B14F-4D97-AF65-F5344CB8AC3E}">
        <p14:creationId xmlns:p14="http://schemas.microsoft.com/office/powerpoint/2010/main" val="36564312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space réservé pour une image  8">
            <a:extLst>
              <a:ext uri="{FF2B5EF4-FFF2-40B4-BE49-F238E27FC236}">
                <a16:creationId xmlns:a16="http://schemas.microsoft.com/office/drawing/2014/main" id="{BD8E2D2A-F96C-4939-9C63-67C838C0FDF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35109" y="1316765"/>
            <a:ext cx="11299113" cy="3902936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bIns="50400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Sélectionner l’icône pour insérer une image</a:t>
            </a:r>
          </a:p>
        </p:txBody>
      </p:sp>
      <p:sp>
        <p:nvSpPr>
          <p:cNvPr id="11" name="Espace réservé de la date 5">
            <a:extLst>
              <a:ext uri="{FF2B5EF4-FFF2-40B4-BE49-F238E27FC236}">
                <a16:creationId xmlns:a16="http://schemas.microsoft.com/office/drawing/2014/main" id="{BA039719-59E1-499E-AE38-46FC3D06F2F1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9"/>
            <a:ext cx="1560000" cy="282572"/>
          </a:xfrm>
        </p:spPr>
        <p:txBody>
          <a:bodyPr/>
          <a:lstStyle/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13" name="Espace réservé du pied de page 6">
            <a:extLst>
              <a:ext uri="{FF2B5EF4-FFF2-40B4-BE49-F238E27FC236}">
                <a16:creationId xmlns:a16="http://schemas.microsoft.com/office/drawing/2014/main" id="{54460079-5C05-4907-83D0-F6C237D493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/>
          <a:p>
            <a:r>
              <a:rPr lang="fr-FR"/>
              <a:t>Titre de la présentation sur une seule ligne</a:t>
            </a:r>
            <a:endParaRPr lang="fr-FR" dirty="0"/>
          </a:p>
        </p:txBody>
      </p:sp>
      <p:sp>
        <p:nvSpPr>
          <p:cNvPr id="14" name="Espace réservé du numéro de diapositive 10">
            <a:extLst>
              <a:ext uri="{FF2B5EF4-FFF2-40B4-BE49-F238E27FC236}">
                <a16:creationId xmlns:a16="http://schemas.microsoft.com/office/drawing/2014/main" id="{72E177FF-2AD8-4CAF-A3FD-3CF7C14C521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8452756" y="6212906"/>
            <a:ext cx="1800000" cy="246221"/>
          </a:xfrm>
        </p:spPr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34" name="Espace réservé du texte 14">
            <a:extLst>
              <a:ext uri="{FF2B5EF4-FFF2-40B4-BE49-F238E27FC236}">
                <a16:creationId xmlns:a16="http://schemas.microsoft.com/office/drawing/2014/main" id="{21CA591B-C37B-41A1-8191-C1F660677F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6172" y="5306484"/>
            <a:ext cx="11270976" cy="611715"/>
          </a:xfrm>
        </p:spPr>
        <p:txBody>
          <a:bodyPr/>
          <a:lstStyle>
            <a:lvl1pPr>
              <a:defRPr sz="95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Niveau 4 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endParaRPr lang="fr-FR" dirty="0"/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D839141D-2A12-43BD-965E-1AFB5ACCCEC3}"/>
              </a:ext>
            </a:extLst>
          </p:cNvPr>
          <p:cNvGrpSpPr/>
          <p:nvPr userDrawn="1"/>
        </p:nvGrpSpPr>
        <p:grpSpPr>
          <a:xfrm>
            <a:off x="11337925" y="238141"/>
            <a:ext cx="365127" cy="507984"/>
            <a:chOff x="2724335" y="0"/>
            <a:chExt cx="3694565" cy="5140087"/>
          </a:xfrm>
        </p:grpSpPr>
        <p:grpSp>
          <p:nvGrpSpPr>
            <p:cNvPr id="32" name="Groupe 31">
              <a:extLst>
                <a:ext uri="{FF2B5EF4-FFF2-40B4-BE49-F238E27FC236}">
                  <a16:creationId xmlns:a16="http://schemas.microsoft.com/office/drawing/2014/main" id="{CD0A93DE-EBFB-4986-A4EA-7F8D18937CD7}"/>
                </a:ext>
              </a:extLst>
            </p:cNvPr>
            <p:cNvGrpSpPr/>
            <p:nvPr userDrawn="1"/>
          </p:nvGrpSpPr>
          <p:grpSpPr>
            <a:xfrm>
              <a:off x="2724335" y="4398358"/>
              <a:ext cx="3694565" cy="741729"/>
              <a:chOff x="2724335" y="4398358"/>
              <a:chExt cx="3694565" cy="741729"/>
            </a:xfrm>
          </p:grpSpPr>
          <p:sp>
            <p:nvSpPr>
              <p:cNvPr id="41" name="Forme libre : forme 34">
                <a:extLst>
                  <a:ext uri="{FF2B5EF4-FFF2-40B4-BE49-F238E27FC236}">
                    <a16:creationId xmlns:a16="http://schemas.microsoft.com/office/drawing/2014/main" id="{C293E0C5-6117-4F1F-A38B-DC8D3CF89800}"/>
                  </a:ext>
                </a:extLst>
              </p:cNvPr>
              <p:cNvSpPr/>
              <p:nvPr/>
            </p:nvSpPr>
            <p:spPr>
              <a:xfrm>
                <a:off x="3554785" y="4412423"/>
                <a:ext cx="659499" cy="722420"/>
              </a:xfrm>
              <a:custGeom>
                <a:avLst/>
                <a:gdLst>
                  <a:gd name="connsiteX0" fmla="*/ 391256 w 659499"/>
                  <a:gd name="connsiteY0" fmla="*/ 0 h 722420"/>
                  <a:gd name="connsiteX1" fmla="*/ 139990 w 659499"/>
                  <a:gd name="connsiteY1" fmla="*/ 100540 h 722420"/>
                  <a:gd name="connsiteX2" fmla="*/ 139990 w 659499"/>
                  <a:gd name="connsiteY2" fmla="*/ 0 h 722420"/>
                  <a:gd name="connsiteX3" fmla="*/ 0 w 659499"/>
                  <a:gd name="connsiteY3" fmla="*/ 0 h 722420"/>
                  <a:gd name="connsiteX4" fmla="*/ 0 w 659499"/>
                  <a:gd name="connsiteY4" fmla="*/ 722421 h 722420"/>
                  <a:gd name="connsiteX5" fmla="*/ 140073 w 659499"/>
                  <a:gd name="connsiteY5" fmla="*/ 722421 h 722420"/>
                  <a:gd name="connsiteX6" fmla="*/ 140073 w 659499"/>
                  <a:gd name="connsiteY6" fmla="*/ 283142 h 722420"/>
                  <a:gd name="connsiteX7" fmla="*/ 366037 w 659499"/>
                  <a:gd name="connsiteY7" fmla="*/ 115438 h 722420"/>
                  <a:gd name="connsiteX8" fmla="*/ 518928 w 659499"/>
                  <a:gd name="connsiteY8" fmla="*/ 243442 h 722420"/>
                  <a:gd name="connsiteX9" fmla="*/ 519427 w 659499"/>
                  <a:gd name="connsiteY9" fmla="*/ 243442 h 722420"/>
                  <a:gd name="connsiteX10" fmla="*/ 519427 w 659499"/>
                  <a:gd name="connsiteY10" fmla="*/ 722421 h 722420"/>
                  <a:gd name="connsiteX11" fmla="*/ 659500 w 659499"/>
                  <a:gd name="connsiteY11" fmla="*/ 722421 h 722420"/>
                  <a:gd name="connsiteX12" fmla="*/ 659500 w 659499"/>
                  <a:gd name="connsiteY12" fmla="*/ 243442 h 722420"/>
                  <a:gd name="connsiteX13" fmla="*/ 391256 w 659499"/>
                  <a:gd name="connsiteY13" fmla="*/ 0 h 722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59499" h="722420">
                    <a:moveTo>
                      <a:pt x="391256" y="0"/>
                    </a:moveTo>
                    <a:cubicBezTo>
                      <a:pt x="218141" y="0"/>
                      <a:pt x="141488" y="98626"/>
                      <a:pt x="139990" y="100540"/>
                    </a:cubicBezTo>
                    <a:lnTo>
                      <a:pt x="139990" y="0"/>
                    </a:lnTo>
                    <a:lnTo>
                      <a:pt x="0" y="0"/>
                    </a:lnTo>
                    <a:lnTo>
                      <a:pt x="0" y="722421"/>
                    </a:lnTo>
                    <a:lnTo>
                      <a:pt x="140073" y="722421"/>
                    </a:lnTo>
                    <a:lnTo>
                      <a:pt x="140073" y="283142"/>
                    </a:lnTo>
                    <a:cubicBezTo>
                      <a:pt x="143069" y="177026"/>
                      <a:pt x="276567" y="115438"/>
                      <a:pt x="366037" y="115438"/>
                    </a:cubicBezTo>
                    <a:cubicBezTo>
                      <a:pt x="432870" y="115438"/>
                      <a:pt x="518928" y="161213"/>
                      <a:pt x="518928" y="243442"/>
                    </a:cubicBezTo>
                    <a:lnTo>
                      <a:pt x="519427" y="243442"/>
                    </a:lnTo>
                    <a:lnTo>
                      <a:pt x="519427" y="722421"/>
                    </a:lnTo>
                    <a:lnTo>
                      <a:pt x="659500" y="722421"/>
                    </a:lnTo>
                    <a:lnTo>
                      <a:pt x="659500" y="243442"/>
                    </a:lnTo>
                    <a:cubicBezTo>
                      <a:pt x="659417" y="80981"/>
                      <a:pt x="538986" y="0"/>
                      <a:pt x="391256" y="0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2" name="Forme libre : forme 35">
                <a:extLst>
                  <a:ext uri="{FF2B5EF4-FFF2-40B4-BE49-F238E27FC236}">
                    <a16:creationId xmlns:a16="http://schemas.microsoft.com/office/drawing/2014/main" id="{4E707777-18DA-470E-8544-86B82A204996}"/>
                  </a:ext>
                </a:extLst>
              </p:cNvPr>
              <p:cNvSpPr/>
              <p:nvPr/>
            </p:nvSpPr>
            <p:spPr>
              <a:xfrm>
                <a:off x="5832180" y="4401770"/>
                <a:ext cx="586720" cy="736485"/>
              </a:xfrm>
              <a:custGeom>
                <a:avLst/>
                <a:gdLst>
                  <a:gd name="connsiteX0" fmla="*/ 363684 w 586720"/>
                  <a:gd name="connsiteY0" fmla="*/ 304532 h 736485"/>
                  <a:gd name="connsiteX1" fmla="*/ 363684 w 586720"/>
                  <a:gd name="connsiteY1" fmla="*/ 304365 h 736485"/>
                  <a:gd name="connsiteX2" fmla="*/ 237760 w 586720"/>
                  <a:gd name="connsiteY2" fmla="*/ 304365 h 736485"/>
                  <a:gd name="connsiteX3" fmla="*/ 133309 w 586720"/>
                  <a:gd name="connsiteY3" fmla="*/ 212565 h 736485"/>
                  <a:gd name="connsiteX4" fmla="*/ 284285 w 586720"/>
                  <a:gd name="connsiteY4" fmla="*/ 122512 h 736485"/>
                  <a:gd name="connsiteX5" fmla="*/ 503008 w 586720"/>
                  <a:gd name="connsiteY5" fmla="*/ 162128 h 736485"/>
                  <a:gd name="connsiteX6" fmla="*/ 551031 w 586720"/>
                  <a:gd name="connsiteY6" fmla="*/ 49188 h 736485"/>
                  <a:gd name="connsiteX7" fmla="*/ 298267 w 586720"/>
                  <a:gd name="connsiteY7" fmla="*/ 0 h 736485"/>
                  <a:gd name="connsiteX8" fmla="*/ 310 w 586720"/>
                  <a:gd name="connsiteY8" fmla="*/ 214313 h 736485"/>
                  <a:gd name="connsiteX9" fmla="*/ 223029 w 586720"/>
                  <a:gd name="connsiteY9" fmla="*/ 432037 h 736485"/>
                  <a:gd name="connsiteX10" fmla="*/ 223029 w 586720"/>
                  <a:gd name="connsiteY10" fmla="*/ 432204 h 736485"/>
                  <a:gd name="connsiteX11" fmla="*/ 348953 w 586720"/>
                  <a:gd name="connsiteY11" fmla="*/ 432204 h 736485"/>
                  <a:gd name="connsiteX12" fmla="*/ 453404 w 586720"/>
                  <a:gd name="connsiteY12" fmla="*/ 524005 h 736485"/>
                  <a:gd name="connsiteX13" fmla="*/ 302428 w 586720"/>
                  <a:gd name="connsiteY13" fmla="*/ 614057 h 736485"/>
                  <a:gd name="connsiteX14" fmla="*/ 59818 w 586720"/>
                  <a:gd name="connsiteY14" fmla="*/ 563704 h 736485"/>
                  <a:gd name="connsiteX15" fmla="*/ 12212 w 586720"/>
                  <a:gd name="connsiteY15" fmla="*/ 676062 h 736485"/>
                  <a:gd name="connsiteX16" fmla="*/ 288446 w 586720"/>
                  <a:gd name="connsiteY16" fmla="*/ 736486 h 736485"/>
                  <a:gd name="connsiteX17" fmla="*/ 586403 w 586720"/>
                  <a:gd name="connsiteY17" fmla="*/ 522173 h 736485"/>
                  <a:gd name="connsiteX18" fmla="*/ 363684 w 586720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20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8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8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477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3" name="Forme libre : forme 36">
                <a:extLst>
                  <a:ext uri="{FF2B5EF4-FFF2-40B4-BE49-F238E27FC236}">
                    <a16:creationId xmlns:a16="http://schemas.microsoft.com/office/drawing/2014/main" id="{AA931412-BFE0-468C-AAB4-DAC8C26F821C}"/>
                  </a:ext>
                </a:extLst>
              </p:cNvPr>
              <p:cNvSpPr/>
              <p:nvPr/>
            </p:nvSpPr>
            <p:spPr>
              <a:xfrm>
                <a:off x="5027341" y="4398358"/>
                <a:ext cx="698034" cy="741729"/>
              </a:xfrm>
              <a:custGeom>
                <a:avLst/>
                <a:gdLst>
                  <a:gd name="connsiteX0" fmla="*/ 355135 w 698034"/>
                  <a:gd name="connsiteY0" fmla="*/ 0 h 741729"/>
                  <a:gd name="connsiteX1" fmla="*/ 0 w 698034"/>
                  <a:gd name="connsiteY1" fmla="*/ 377856 h 741729"/>
                  <a:gd name="connsiteX2" fmla="*/ 387594 w 698034"/>
                  <a:gd name="connsiteY2" fmla="*/ 741730 h 741729"/>
                  <a:gd name="connsiteX3" fmla="*/ 662996 w 698034"/>
                  <a:gd name="connsiteY3" fmla="*/ 681306 h 741729"/>
                  <a:gd name="connsiteX4" fmla="*/ 611394 w 698034"/>
                  <a:gd name="connsiteY4" fmla="*/ 573609 h 741729"/>
                  <a:gd name="connsiteX5" fmla="*/ 383266 w 698034"/>
                  <a:gd name="connsiteY5" fmla="*/ 618386 h 741729"/>
                  <a:gd name="connsiteX6" fmla="*/ 145233 w 698034"/>
                  <a:gd name="connsiteY6" fmla="*/ 432121 h 741729"/>
                  <a:gd name="connsiteX7" fmla="*/ 556297 w 698034"/>
                  <a:gd name="connsiteY7" fmla="*/ 432121 h 741729"/>
                  <a:gd name="connsiteX8" fmla="*/ 698035 w 698034"/>
                  <a:gd name="connsiteY8" fmla="*/ 432121 h 741729"/>
                  <a:gd name="connsiteX9" fmla="*/ 698035 w 698034"/>
                  <a:gd name="connsiteY9" fmla="*/ 369200 h 741729"/>
                  <a:gd name="connsiteX10" fmla="*/ 355135 w 698034"/>
                  <a:gd name="connsiteY10" fmla="*/ 0 h 741729"/>
                  <a:gd name="connsiteX11" fmla="*/ 146981 w 698034"/>
                  <a:gd name="connsiteY11" fmla="*/ 316684 h 741729"/>
                  <a:gd name="connsiteX12" fmla="*/ 360378 w 698034"/>
                  <a:gd name="connsiteY12" fmla="*/ 119017 h 741729"/>
                  <a:gd name="connsiteX13" fmla="*/ 554549 w 698034"/>
                  <a:gd name="connsiteY13" fmla="*/ 316684 h 741729"/>
                  <a:gd name="connsiteX14" fmla="*/ 146981 w 698034"/>
                  <a:gd name="connsiteY14" fmla="*/ 316684 h 741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8034" h="741729">
                    <a:moveTo>
                      <a:pt x="355135" y="0"/>
                    </a:moveTo>
                    <a:cubicBezTo>
                      <a:pt x="152224" y="0"/>
                      <a:pt x="0" y="117185"/>
                      <a:pt x="0" y="377856"/>
                    </a:cubicBezTo>
                    <a:cubicBezTo>
                      <a:pt x="0" y="638443"/>
                      <a:pt x="191924" y="741730"/>
                      <a:pt x="387594" y="741730"/>
                    </a:cubicBezTo>
                    <a:cubicBezTo>
                      <a:pt x="568199" y="741730"/>
                      <a:pt x="662996" y="681306"/>
                      <a:pt x="662996" y="681306"/>
                    </a:cubicBezTo>
                    <a:lnTo>
                      <a:pt x="611394" y="573609"/>
                    </a:lnTo>
                    <a:cubicBezTo>
                      <a:pt x="611394" y="573609"/>
                      <a:pt x="541482" y="618386"/>
                      <a:pt x="383266" y="618386"/>
                    </a:cubicBezTo>
                    <a:cubicBezTo>
                      <a:pt x="276234" y="618386"/>
                      <a:pt x="160963" y="586010"/>
                      <a:pt x="145233" y="432121"/>
                    </a:cubicBezTo>
                    <a:lnTo>
                      <a:pt x="556297" y="432121"/>
                    </a:lnTo>
                    <a:lnTo>
                      <a:pt x="698035" y="432121"/>
                    </a:lnTo>
                    <a:lnTo>
                      <a:pt x="698035" y="369200"/>
                    </a:lnTo>
                    <a:cubicBezTo>
                      <a:pt x="698035" y="131251"/>
                      <a:pt x="587757" y="0"/>
                      <a:pt x="355135" y="0"/>
                    </a:cubicBezTo>
                    <a:close/>
                    <a:moveTo>
                      <a:pt x="146981" y="316684"/>
                    </a:moveTo>
                    <a:cubicBezTo>
                      <a:pt x="162711" y="164459"/>
                      <a:pt x="241445" y="119017"/>
                      <a:pt x="360378" y="119017"/>
                    </a:cubicBezTo>
                    <a:cubicBezTo>
                      <a:pt x="488050" y="119017"/>
                      <a:pt x="545810" y="180272"/>
                      <a:pt x="554549" y="316684"/>
                    </a:cubicBezTo>
                    <a:lnTo>
                      <a:pt x="146981" y="316684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4" name="Forme libre : forme 37">
                <a:extLst>
                  <a:ext uri="{FF2B5EF4-FFF2-40B4-BE49-F238E27FC236}">
                    <a16:creationId xmlns:a16="http://schemas.microsoft.com/office/drawing/2014/main" id="{46479C13-EE3B-4BD6-82FD-2CF84A6EE778}"/>
                  </a:ext>
                </a:extLst>
              </p:cNvPr>
              <p:cNvSpPr/>
              <p:nvPr/>
            </p:nvSpPr>
            <p:spPr>
              <a:xfrm>
                <a:off x="4342812" y="4401770"/>
                <a:ext cx="586713" cy="736485"/>
              </a:xfrm>
              <a:custGeom>
                <a:avLst/>
                <a:gdLst>
                  <a:gd name="connsiteX0" fmla="*/ 363684 w 586713"/>
                  <a:gd name="connsiteY0" fmla="*/ 304532 h 736485"/>
                  <a:gd name="connsiteX1" fmla="*/ 363684 w 586713"/>
                  <a:gd name="connsiteY1" fmla="*/ 304365 h 736485"/>
                  <a:gd name="connsiteX2" fmla="*/ 237760 w 586713"/>
                  <a:gd name="connsiteY2" fmla="*/ 304365 h 736485"/>
                  <a:gd name="connsiteX3" fmla="*/ 133309 w 586713"/>
                  <a:gd name="connsiteY3" fmla="*/ 212565 h 736485"/>
                  <a:gd name="connsiteX4" fmla="*/ 284285 w 586713"/>
                  <a:gd name="connsiteY4" fmla="*/ 122512 h 736485"/>
                  <a:gd name="connsiteX5" fmla="*/ 503008 w 586713"/>
                  <a:gd name="connsiteY5" fmla="*/ 162128 h 736485"/>
                  <a:gd name="connsiteX6" fmla="*/ 551031 w 586713"/>
                  <a:gd name="connsiteY6" fmla="*/ 49188 h 736485"/>
                  <a:gd name="connsiteX7" fmla="*/ 298267 w 586713"/>
                  <a:gd name="connsiteY7" fmla="*/ 0 h 736485"/>
                  <a:gd name="connsiteX8" fmla="*/ 310 w 586713"/>
                  <a:gd name="connsiteY8" fmla="*/ 214313 h 736485"/>
                  <a:gd name="connsiteX9" fmla="*/ 223029 w 586713"/>
                  <a:gd name="connsiteY9" fmla="*/ 432037 h 736485"/>
                  <a:gd name="connsiteX10" fmla="*/ 223029 w 586713"/>
                  <a:gd name="connsiteY10" fmla="*/ 432204 h 736485"/>
                  <a:gd name="connsiteX11" fmla="*/ 348953 w 586713"/>
                  <a:gd name="connsiteY11" fmla="*/ 432204 h 736485"/>
                  <a:gd name="connsiteX12" fmla="*/ 453404 w 586713"/>
                  <a:gd name="connsiteY12" fmla="*/ 524005 h 736485"/>
                  <a:gd name="connsiteX13" fmla="*/ 302429 w 586713"/>
                  <a:gd name="connsiteY13" fmla="*/ 614057 h 736485"/>
                  <a:gd name="connsiteX14" fmla="*/ 59818 w 586713"/>
                  <a:gd name="connsiteY14" fmla="*/ 563704 h 736485"/>
                  <a:gd name="connsiteX15" fmla="*/ 12212 w 586713"/>
                  <a:gd name="connsiteY15" fmla="*/ 676062 h 736485"/>
                  <a:gd name="connsiteX16" fmla="*/ 288446 w 586713"/>
                  <a:gd name="connsiteY16" fmla="*/ 736486 h 736485"/>
                  <a:gd name="connsiteX17" fmla="*/ 586403 w 586713"/>
                  <a:gd name="connsiteY17" fmla="*/ 522173 h 736485"/>
                  <a:gd name="connsiteX18" fmla="*/ 363684 w 586713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13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9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9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394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5" name="Forme libre : forme 38">
                <a:extLst>
                  <a:ext uri="{FF2B5EF4-FFF2-40B4-BE49-F238E27FC236}">
                    <a16:creationId xmlns:a16="http://schemas.microsoft.com/office/drawing/2014/main" id="{55C86DF5-F03A-4F69-B538-9C9E3D12D49A}"/>
                  </a:ext>
                </a:extLst>
              </p:cNvPr>
              <p:cNvSpPr/>
              <p:nvPr/>
            </p:nvSpPr>
            <p:spPr>
              <a:xfrm>
                <a:off x="2724335" y="4403352"/>
                <a:ext cx="669903" cy="732990"/>
              </a:xfrm>
              <a:custGeom>
                <a:avLst/>
                <a:gdLst>
                  <a:gd name="connsiteX0" fmla="*/ 333079 w 669903"/>
                  <a:gd name="connsiteY0" fmla="*/ 0 h 732990"/>
                  <a:gd name="connsiteX1" fmla="*/ 58509 w 669903"/>
                  <a:gd name="connsiteY1" fmla="*/ 45026 h 732990"/>
                  <a:gd name="connsiteX2" fmla="*/ 113856 w 669903"/>
                  <a:gd name="connsiteY2" fmla="*/ 157884 h 732990"/>
                  <a:gd name="connsiteX3" fmla="*/ 348976 w 669903"/>
                  <a:gd name="connsiteY3" fmla="*/ 122429 h 732990"/>
                  <a:gd name="connsiteX4" fmla="*/ 530080 w 669903"/>
                  <a:gd name="connsiteY4" fmla="*/ 253929 h 732990"/>
                  <a:gd name="connsiteX5" fmla="*/ 530080 w 669903"/>
                  <a:gd name="connsiteY5" fmla="*/ 297374 h 732990"/>
                  <a:gd name="connsiteX6" fmla="*/ 253596 w 669903"/>
                  <a:gd name="connsiteY6" fmla="*/ 297374 h 732990"/>
                  <a:gd name="connsiteX7" fmla="*/ 0 w 669903"/>
                  <a:gd name="connsiteY7" fmla="*/ 514267 h 732990"/>
                  <a:gd name="connsiteX8" fmla="*/ 273571 w 669903"/>
                  <a:gd name="connsiteY8" fmla="*/ 732990 h 732990"/>
                  <a:gd name="connsiteX9" fmla="*/ 529997 w 669903"/>
                  <a:gd name="connsiteY9" fmla="*/ 632284 h 732990"/>
                  <a:gd name="connsiteX10" fmla="*/ 529997 w 669903"/>
                  <a:gd name="connsiteY10" fmla="*/ 732990 h 732990"/>
                  <a:gd name="connsiteX11" fmla="*/ 669903 w 669903"/>
                  <a:gd name="connsiteY11" fmla="*/ 732990 h 732990"/>
                  <a:gd name="connsiteX12" fmla="*/ 669903 w 669903"/>
                  <a:gd name="connsiteY12" fmla="*/ 214313 h 732990"/>
                  <a:gd name="connsiteX13" fmla="*/ 333079 w 669903"/>
                  <a:gd name="connsiteY13" fmla="*/ 0 h 732990"/>
                  <a:gd name="connsiteX14" fmla="*/ 529997 w 669903"/>
                  <a:gd name="connsiteY14" fmla="*/ 446269 h 732990"/>
                  <a:gd name="connsiteX15" fmla="*/ 299288 w 669903"/>
                  <a:gd name="connsiteY15" fmla="*/ 617553 h 732990"/>
                  <a:gd name="connsiteX16" fmla="*/ 143319 w 669903"/>
                  <a:gd name="connsiteY16" fmla="*/ 512602 h 732990"/>
                  <a:gd name="connsiteX17" fmla="*/ 262335 w 669903"/>
                  <a:gd name="connsiteY17" fmla="*/ 407651 h 732990"/>
                  <a:gd name="connsiteX18" fmla="*/ 529997 w 669903"/>
                  <a:gd name="connsiteY18" fmla="*/ 407651 h 732990"/>
                  <a:gd name="connsiteX19" fmla="*/ 529997 w 669903"/>
                  <a:gd name="connsiteY19" fmla="*/ 446269 h 732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69903" h="732990">
                    <a:moveTo>
                      <a:pt x="333079" y="0"/>
                    </a:moveTo>
                    <a:cubicBezTo>
                      <a:pt x="204741" y="0"/>
                      <a:pt x="108197" y="27132"/>
                      <a:pt x="58509" y="45026"/>
                    </a:cubicBezTo>
                    <a:lnTo>
                      <a:pt x="113856" y="157884"/>
                    </a:lnTo>
                    <a:cubicBezTo>
                      <a:pt x="159132" y="143069"/>
                      <a:pt x="241278" y="122429"/>
                      <a:pt x="348976" y="122429"/>
                    </a:cubicBezTo>
                    <a:cubicBezTo>
                      <a:pt x="432037" y="122429"/>
                      <a:pt x="530080" y="145067"/>
                      <a:pt x="530080" y="253929"/>
                    </a:cubicBezTo>
                    <a:cubicBezTo>
                      <a:pt x="530080" y="253929"/>
                      <a:pt x="529914" y="293712"/>
                      <a:pt x="530080" y="297374"/>
                    </a:cubicBezTo>
                    <a:lnTo>
                      <a:pt x="253596" y="297374"/>
                    </a:lnTo>
                    <a:cubicBezTo>
                      <a:pt x="113690" y="297374"/>
                      <a:pt x="0" y="346396"/>
                      <a:pt x="0" y="514267"/>
                    </a:cubicBezTo>
                    <a:cubicBezTo>
                      <a:pt x="0" y="664411"/>
                      <a:pt x="122928" y="732990"/>
                      <a:pt x="273571" y="732990"/>
                    </a:cubicBezTo>
                    <a:cubicBezTo>
                      <a:pt x="451929" y="732990"/>
                      <a:pt x="529997" y="632284"/>
                      <a:pt x="529997" y="632284"/>
                    </a:cubicBezTo>
                    <a:lnTo>
                      <a:pt x="529997" y="732990"/>
                    </a:lnTo>
                    <a:lnTo>
                      <a:pt x="669903" y="732990"/>
                    </a:lnTo>
                    <a:lnTo>
                      <a:pt x="669903" y="214313"/>
                    </a:lnTo>
                    <a:cubicBezTo>
                      <a:pt x="661830" y="48605"/>
                      <a:pt x="471488" y="0"/>
                      <a:pt x="333079" y="0"/>
                    </a:cubicBezTo>
                    <a:close/>
                    <a:moveTo>
                      <a:pt x="529997" y="446269"/>
                    </a:moveTo>
                    <a:cubicBezTo>
                      <a:pt x="529997" y="554633"/>
                      <a:pt x="391672" y="617553"/>
                      <a:pt x="299288" y="617553"/>
                    </a:cubicBezTo>
                    <a:cubicBezTo>
                      <a:pt x="231125" y="617553"/>
                      <a:pt x="143319" y="594749"/>
                      <a:pt x="143319" y="512602"/>
                    </a:cubicBezTo>
                    <a:cubicBezTo>
                      <a:pt x="143319" y="430373"/>
                      <a:pt x="190592" y="407651"/>
                      <a:pt x="262335" y="407651"/>
                    </a:cubicBezTo>
                    <a:lnTo>
                      <a:pt x="529997" y="407651"/>
                    </a:lnTo>
                    <a:lnTo>
                      <a:pt x="529997" y="446269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  <p:grpSp>
          <p:nvGrpSpPr>
            <p:cNvPr id="35" name="Groupe 34">
              <a:extLst>
                <a:ext uri="{FF2B5EF4-FFF2-40B4-BE49-F238E27FC236}">
                  <a16:creationId xmlns:a16="http://schemas.microsoft.com/office/drawing/2014/main" id="{3D15C3A9-D5ED-46AD-B105-728671E40E8E}"/>
                </a:ext>
              </a:extLst>
            </p:cNvPr>
            <p:cNvGrpSpPr/>
            <p:nvPr userDrawn="1"/>
          </p:nvGrpSpPr>
          <p:grpSpPr>
            <a:xfrm>
              <a:off x="2752472" y="0"/>
              <a:ext cx="3638377" cy="3631244"/>
              <a:chOff x="2752472" y="0"/>
              <a:chExt cx="3638377" cy="3631244"/>
            </a:xfrm>
          </p:grpSpPr>
          <p:sp>
            <p:nvSpPr>
              <p:cNvPr id="36" name="Forme libre : forme 29">
                <a:extLst>
                  <a:ext uri="{FF2B5EF4-FFF2-40B4-BE49-F238E27FC236}">
                    <a16:creationId xmlns:a16="http://schemas.microsoft.com/office/drawing/2014/main" id="{20FC994F-7484-4476-883E-735BC71E1E41}"/>
                  </a:ext>
                </a:extLst>
              </p:cNvPr>
              <p:cNvSpPr/>
              <p:nvPr/>
            </p:nvSpPr>
            <p:spPr>
              <a:xfrm>
                <a:off x="3627443" y="0"/>
                <a:ext cx="1911500" cy="962868"/>
              </a:xfrm>
              <a:custGeom>
                <a:avLst/>
                <a:gdLst>
                  <a:gd name="connsiteX0" fmla="*/ 1911501 w 1911500"/>
                  <a:gd name="connsiteY0" fmla="*/ 277816 h 962868"/>
                  <a:gd name="connsiteX1" fmla="*/ 958955 w 1911500"/>
                  <a:gd name="connsiteY1" fmla="*/ 0 h 962868"/>
                  <a:gd name="connsiteX2" fmla="*/ 0 w 1911500"/>
                  <a:gd name="connsiteY2" fmla="*/ 264499 h 962868"/>
                  <a:gd name="connsiteX3" fmla="*/ 956791 w 1911500"/>
                  <a:gd name="connsiteY3" fmla="*/ 962867 h 962868"/>
                  <a:gd name="connsiteX4" fmla="*/ 1911501 w 1911500"/>
                  <a:gd name="connsiteY4" fmla="*/ 277816 h 962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11500" h="962868">
                    <a:moveTo>
                      <a:pt x="1911501" y="277816"/>
                    </a:moveTo>
                    <a:cubicBezTo>
                      <a:pt x="1651163" y="110610"/>
                      <a:pt x="1308430" y="0"/>
                      <a:pt x="958955" y="0"/>
                    </a:cubicBezTo>
                    <a:cubicBezTo>
                      <a:pt x="634199" y="0"/>
                      <a:pt x="299621" y="79316"/>
                      <a:pt x="0" y="264499"/>
                    </a:cubicBezTo>
                    <a:cubicBezTo>
                      <a:pt x="0" y="264499"/>
                      <a:pt x="408317" y="961618"/>
                      <a:pt x="956791" y="962867"/>
                    </a:cubicBezTo>
                    <a:cubicBezTo>
                      <a:pt x="1505264" y="964115"/>
                      <a:pt x="1911501" y="277816"/>
                      <a:pt x="1911501" y="277816"/>
                    </a:cubicBezTo>
                    <a:close/>
                  </a:path>
                </a:pathLst>
              </a:custGeom>
              <a:solidFill>
                <a:srgbClr val="FFE80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7" name="Forme libre : forme 30">
                <a:extLst>
                  <a:ext uri="{FF2B5EF4-FFF2-40B4-BE49-F238E27FC236}">
                    <a16:creationId xmlns:a16="http://schemas.microsoft.com/office/drawing/2014/main" id="{3CA22ED6-1495-4E0E-B586-B3B64C1137CE}"/>
                  </a:ext>
                </a:extLst>
              </p:cNvPr>
              <p:cNvSpPr/>
              <p:nvPr/>
            </p:nvSpPr>
            <p:spPr>
              <a:xfrm>
                <a:off x="2752472" y="435699"/>
                <a:ext cx="1037602" cy="1816620"/>
              </a:xfrm>
              <a:custGeom>
                <a:avLst/>
                <a:gdLst>
                  <a:gd name="connsiteX0" fmla="*/ 638936 w 1037602"/>
                  <a:gd name="connsiteY0" fmla="*/ 0 h 1816620"/>
                  <a:gd name="connsiteX1" fmla="*/ 88964 w 1037602"/>
                  <a:gd name="connsiteY1" fmla="*/ 826040 h 1816620"/>
                  <a:gd name="connsiteX2" fmla="*/ 53675 w 1037602"/>
                  <a:gd name="connsiteY2" fmla="*/ 1816621 h 1816620"/>
                  <a:gd name="connsiteX3" fmla="*/ 1004058 w 1037602"/>
                  <a:gd name="connsiteY3" fmla="*/ 1125578 h 1816620"/>
                  <a:gd name="connsiteX4" fmla="*/ 638936 w 1037602"/>
                  <a:gd name="connsiteY4" fmla="*/ 0 h 1816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7602" h="1816620">
                    <a:moveTo>
                      <a:pt x="638936" y="0"/>
                    </a:moveTo>
                    <a:cubicBezTo>
                      <a:pt x="389085" y="210151"/>
                      <a:pt x="197660" y="493876"/>
                      <a:pt x="88964" y="826040"/>
                    </a:cubicBezTo>
                    <a:cubicBezTo>
                      <a:pt x="-19732" y="1158203"/>
                      <a:pt x="-25558" y="1487787"/>
                      <a:pt x="53675" y="1816621"/>
                    </a:cubicBezTo>
                    <a:cubicBezTo>
                      <a:pt x="53675" y="1816621"/>
                      <a:pt x="833440" y="1646919"/>
                      <a:pt x="1004058" y="1125578"/>
                    </a:cubicBezTo>
                    <a:cubicBezTo>
                      <a:pt x="1174675" y="604236"/>
                      <a:pt x="638936" y="0"/>
                      <a:pt x="638936" y="0"/>
                    </a:cubicBezTo>
                    <a:close/>
                  </a:path>
                </a:pathLst>
              </a:custGeom>
              <a:solidFill>
                <a:srgbClr val="FF994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8" name="Forme libre : forme 31">
                <a:extLst>
                  <a:ext uri="{FF2B5EF4-FFF2-40B4-BE49-F238E27FC236}">
                    <a16:creationId xmlns:a16="http://schemas.microsoft.com/office/drawing/2014/main" id="{1A912585-892A-484D-AC23-F343EFBF516D}"/>
                  </a:ext>
                </a:extLst>
              </p:cNvPr>
              <p:cNvSpPr/>
              <p:nvPr/>
            </p:nvSpPr>
            <p:spPr>
              <a:xfrm>
                <a:off x="2887295" y="2362027"/>
                <a:ext cx="1547103" cy="1269217"/>
              </a:xfrm>
              <a:custGeom>
                <a:avLst/>
                <a:gdLst>
                  <a:gd name="connsiteX0" fmla="*/ 0 w 1547103"/>
                  <a:gd name="connsiteY0" fmla="*/ 140976 h 1269217"/>
                  <a:gd name="connsiteX1" fmla="*/ 609064 w 1547103"/>
                  <a:gd name="connsiteY1" fmla="*/ 922489 h 1269217"/>
                  <a:gd name="connsiteX2" fmla="*/ 1541802 w 1547103"/>
                  <a:gd name="connsiteY2" fmla="*/ 1269217 h 1269217"/>
                  <a:gd name="connsiteX3" fmla="*/ 1176846 w 1547103"/>
                  <a:gd name="connsiteY3" fmla="*/ 144722 h 1269217"/>
                  <a:gd name="connsiteX4" fmla="*/ 0 w 1547103"/>
                  <a:gd name="connsiteY4" fmla="*/ 140976 h 1269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7103" h="1269217">
                    <a:moveTo>
                      <a:pt x="0" y="140976"/>
                    </a:moveTo>
                    <a:cubicBezTo>
                      <a:pt x="127755" y="449503"/>
                      <a:pt x="330998" y="715833"/>
                      <a:pt x="609064" y="922489"/>
                    </a:cubicBezTo>
                    <a:cubicBezTo>
                      <a:pt x="889543" y="1130976"/>
                      <a:pt x="1229030" y="1248660"/>
                      <a:pt x="1541802" y="1269217"/>
                    </a:cubicBezTo>
                    <a:cubicBezTo>
                      <a:pt x="1541802" y="1269217"/>
                      <a:pt x="1619870" y="468146"/>
                      <a:pt x="1176846" y="144722"/>
                    </a:cubicBezTo>
                    <a:cubicBezTo>
                      <a:pt x="733823" y="-178703"/>
                      <a:pt x="0" y="140976"/>
                      <a:pt x="0" y="140976"/>
                    </a:cubicBezTo>
                    <a:close/>
                  </a:path>
                </a:pathLst>
              </a:custGeom>
              <a:solidFill>
                <a:srgbClr val="E1000F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9" name="Forme libre : forme 32">
                <a:extLst>
                  <a:ext uri="{FF2B5EF4-FFF2-40B4-BE49-F238E27FC236}">
                    <a16:creationId xmlns:a16="http://schemas.microsoft.com/office/drawing/2014/main" id="{5B692C3C-082C-4FC6-B8F1-D9A13E759C3D}"/>
                  </a:ext>
                </a:extLst>
              </p:cNvPr>
              <p:cNvSpPr/>
              <p:nvPr/>
            </p:nvSpPr>
            <p:spPr>
              <a:xfrm>
                <a:off x="4718054" y="2358044"/>
                <a:ext cx="1543227" cy="1272450"/>
              </a:xfrm>
              <a:custGeom>
                <a:avLst/>
                <a:gdLst>
                  <a:gd name="connsiteX0" fmla="*/ 7086 w 1543227"/>
                  <a:gd name="connsiteY0" fmla="*/ 1272451 h 1272450"/>
                  <a:gd name="connsiteX1" fmla="*/ 933915 w 1543227"/>
                  <a:gd name="connsiteY1" fmla="*/ 921977 h 1272450"/>
                  <a:gd name="connsiteX2" fmla="*/ 1543228 w 1543227"/>
                  <a:gd name="connsiteY2" fmla="*/ 135637 h 1272450"/>
                  <a:gd name="connsiteX3" fmla="*/ 359973 w 1543227"/>
                  <a:gd name="connsiteY3" fmla="*/ 148787 h 1272450"/>
                  <a:gd name="connsiteX4" fmla="*/ 7086 w 1543227"/>
                  <a:gd name="connsiteY4" fmla="*/ 1272451 h 127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3227" h="1272450">
                    <a:moveTo>
                      <a:pt x="7086" y="1272451"/>
                    </a:moveTo>
                    <a:cubicBezTo>
                      <a:pt x="357560" y="1237412"/>
                      <a:pt x="650856" y="1126885"/>
                      <a:pt x="933915" y="921977"/>
                    </a:cubicBezTo>
                    <a:cubicBezTo>
                      <a:pt x="1207902" y="723644"/>
                      <a:pt x="1416388" y="443082"/>
                      <a:pt x="1543228" y="135637"/>
                    </a:cubicBezTo>
                    <a:cubicBezTo>
                      <a:pt x="1543228" y="135637"/>
                      <a:pt x="800417" y="-178133"/>
                      <a:pt x="359973" y="148787"/>
                    </a:cubicBezTo>
                    <a:cubicBezTo>
                      <a:pt x="-80470" y="475708"/>
                      <a:pt x="7086" y="1272451"/>
                      <a:pt x="7086" y="1272451"/>
                    </a:cubicBezTo>
                    <a:close/>
                  </a:path>
                </a:pathLst>
              </a:custGeom>
              <a:solidFill>
                <a:srgbClr val="5770BE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0" name="Forme libre : forme 33">
                <a:extLst>
                  <a:ext uri="{FF2B5EF4-FFF2-40B4-BE49-F238E27FC236}">
                    <a16:creationId xmlns:a16="http://schemas.microsoft.com/office/drawing/2014/main" id="{5022E2A3-8DCC-4C7F-8702-3E6FE1C3F29B}"/>
                  </a:ext>
                </a:extLst>
              </p:cNvPr>
              <p:cNvSpPr/>
              <p:nvPr/>
            </p:nvSpPr>
            <p:spPr>
              <a:xfrm>
                <a:off x="5355803" y="439111"/>
                <a:ext cx="1035046" cy="1817120"/>
              </a:xfrm>
              <a:custGeom>
                <a:avLst/>
                <a:gdLst>
                  <a:gd name="connsiteX0" fmla="*/ 982049 w 1035046"/>
                  <a:gd name="connsiteY0" fmla="*/ 1817120 h 1817120"/>
                  <a:gd name="connsiteX1" fmla="*/ 949090 w 1035046"/>
                  <a:gd name="connsiteY1" fmla="*/ 825207 h 1817120"/>
                  <a:gd name="connsiteX2" fmla="*/ 401615 w 1035046"/>
                  <a:gd name="connsiteY2" fmla="*/ 0 h 1817120"/>
                  <a:gd name="connsiteX3" fmla="*/ 32665 w 1035046"/>
                  <a:gd name="connsiteY3" fmla="*/ 1120667 h 1817120"/>
                  <a:gd name="connsiteX4" fmla="*/ 982049 w 1035046"/>
                  <a:gd name="connsiteY4" fmla="*/ 1817120 h 1817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5046" h="1817120">
                    <a:moveTo>
                      <a:pt x="982049" y="1817120"/>
                    </a:moveTo>
                    <a:cubicBezTo>
                      <a:pt x="1058369" y="1502268"/>
                      <a:pt x="1056371" y="1157787"/>
                      <a:pt x="949090" y="825207"/>
                    </a:cubicBezTo>
                    <a:cubicBezTo>
                      <a:pt x="841809" y="492627"/>
                      <a:pt x="649718" y="217642"/>
                      <a:pt x="401615" y="0"/>
                    </a:cubicBezTo>
                    <a:cubicBezTo>
                      <a:pt x="401615" y="0"/>
                      <a:pt x="-135706" y="598660"/>
                      <a:pt x="32665" y="1120667"/>
                    </a:cubicBezTo>
                    <a:cubicBezTo>
                      <a:pt x="200952" y="1642674"/>
                      <a:pt x="982049" y="1817120"/>
                      <a:pt x="982049" y="1817120"/>
                    </a:cubicBezTo>
                    <a:close/>
                  </a:path>
                </a:pathLst>
              </a:custGeom>
              <a:solidFill>
                <a:srgbClr val="00AC8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</p:grpSp>
      <p:sp>
        <p:nvSpPr>
          <p:cNvPr id="21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35109" y="371400"/>
            <a:ext cx="10809071" cy="849249"/>
          </a:xfrm>
        </p:spPr>
        <p:txBody>
          <a:bodyPr/>
          <a:lstStyle>
            <a:lvl1pPr>
              <a:defRPr sz="2547">
                <a:solidFill>
                  <a:srgbClr val="262626"/>
                </a:solidFill>
              </a:defRPr>
            </a:lvl1pPr>
          </a:lstStyle>
          <a:p>
            <a:r>
              <a:rPr lang="fr-FR" dirty="0"/>
              <a:t>Titre de la diapositive</a:t>
            </a:r>
          </a:p>
        </p:txBody>
      </p:sp>
    </p:spTree>
    <p:extLst>
      <p:ext uri="{BB962C8B-B14F-4D97-AF65-F5344CB8AC3E}">
        <p14:creationId xmlns:p14="http://schemas.microsoft.com/office/powerpoint/2010/main" val="3518940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cour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BA039719-59E1-499E-AE38-46FC3D06F2F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4460079-5C05-4907-83D0-F6C237D493D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fr-FR"/>
              <a:t>Titre de la présentation sur une seule ligne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72E177FF-2AD8-4CAF-A3FD-3CF7C14C521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D839141D-2A12-43BD-965E-1AFB5ACCCEC3}"/>
              </a:ext>
            </a:extLst>
          </p:cNvPr>
          <p:cNvGrpSpPr/>
          <p:nvPr userDrawn="1"/>
        </p:nvGrpSpPr>
        <p:grpSpPr>
          <a:xfrm>
            <a:off x="11337925" y="238141"/>
            <a:ext cx="365127" cy="507984"/>
            <a:chOff x="2724335" y="0"/>
            <a:chExt cx="3694565" cy="5140087"/>
          </a:xfrm>
        </p:grpSpPr>
        <p:grpSp>
          <p:nvGrpSpPr>
            <p:cNvPr id="28" name="Groupe 27">
              <a:extLst>
                <a:ext uri="{FF2B5EF4-FFF2-40B4-BE49-F238E27FC236}">
                  <a16:creationId xmlns:a16="http://schemas.microsoft.com/office/drawing/2014/main" id="{CD0A93DE-EBFB-4986-A4EA-7F8D18937CD7}"/>
                </a:ext>
              </a:extLst>
            </p:cNvPr>
            <p:cNvGrpSpPr/>
            <p:nvPr userDrawn="1"/>
          </p:nvGrpSpPr>
          <p:grpSpPr>
            <a:xfrm>
              <a:off x="2724335" y="4398358"/>
              <a:ext cx="3694565" cy="741729"/>
              <a:chOff x="2724335" y="4398358"/>
              <a:chExt cx="3694565" cy="741729"/>
            </a:xfrm>
          </p:grpSpPr>
          <p:sp>
            <p:nvSpPr>
              <p:cNvPr id="35" name="Forme libre : forme 34">
                <a:extLst>
                  <a:ext uri="{FF2B5EF4-FFF2-40B4-BE49-F238E27FC236}">
                    <a16:creationId xmlns:a16="http://schemas.microsoft.com/office/drawing/2014/main" id="{C293E0C5-6117-4F1F-A38B-DC8D3CF89800}"/>
                  </a:ext>
                </a:extLst>
              </p:cNvPr>
              <p:cNvSpPr/>
              <p:nvPr/>
            </p:nvSpPr>
            <p:spPr>
              <a:xfrm>
                <a:off x="3554785" y="4412423"/>
                <a:ext cx="659499" cy="722420"/>
              </a:xfrm>
              <a:custGeom>
                <a:avLst/>
                <a:gdLst>
                  <a:gd name="connsiteX0" fmla="*/ 391256 w 659499"/>
                  <a:gd name="connsiteY0" fmla="*/ 0 h 722420"/>
                  <a:gd name="connsiteX1" fmla="*/ 139990 w 659499"/>
                  <a:gd name="connsiteY1" fmla="*/ 100540 h 722420"/>
                  <a:gd name="connsiteX2" fmla="*/ 139990 w 659499"/>
                  <a:gd name="connsiteY2" fmla="*/ 0 h 722420"/>
                  <a:gd name="connsiteX3" fmla="*/ 0 w 659499"/>
                  <a:gd name="connsiteY3" fmla="*/ 0 h 722420"/>
                  <a:gd name="connsiteX4" fmla="*/ 0 w 659499"/>
                  <a:gd name="connsiteY4" fmla="*/ 722421 h 722420"/>
                  <a:gd name="connsiteX5" fmla="*/ 140073 w 659499"/>
                  <a:gd name="connsiteY5" fmla="*/ 722421 h 722420"/>
                  <a:gd name="connsiteX6" fmla="*/ 140073 w 659499"/>
                  <a:gd name="connsiteY6" fmla="*/ 283142 h 722420"/>
                  <a:gd name="connsiteX7" fmla="*/ 366037 w 659499"/>
                  <a:gd name="connsiteY7" fmla="*/ 115438 h 722420"/>
                  <a:gd name="connsiteX8" fmla="*/ 518928 w 659499"/>
                  <a:gd name="connsiteY8" fmla="*/ 243442 h 722420"/>
                  <a:gd name="connsiteX9" fmla="*/ 519427 w 659499"/>
                  <a:gd name="connsiteY9" fmla="*/ 243442 h 722420"/>
                  <a:gd name="connsiteX10" fmla="*/ 519427 w 659499"/>
                  <a:gd name="connsiteY10" fmla="*/ 722421 h 722420"/>
                  <a:gd name="connsiteX11" fmla="*/ 659500 w 659499"/>
                  <a:gd name="connsiteY11" fmla="*/ 722421 h 722420"/>
                  <a:gd name="connsiteX12" fmla="*/ 659500 w 659499"/>
                  <a:gd name="connsiteY12" fmla="*/ 243442 h 722420"/>
                  <a:gd name="connsiteX13" fmla="*/ 391256 w 659499"/>
                  <a:gd name="connsiteY13" fmla="*/ 0 h 722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59499" h="722420">
                    <a:moveTo>
                      <a:pt x="391256" y="0"/>
                    </a:moveTo>
                    <a:cubicBezTo>
                      <a:pt x="218141" y="0"/>
                      <a:pt x="141488" y="98626"/>
                      <a:pt x="139990" y="100540"/>
                    </a:cubicBezTo>
                    <a:lnTo>
                      <a:pt x="139990" y="0"/>
                    </a:lnTo>
                    <a:lnTo>
                      <a:pt x="0" y="0"/>
                    </a:lnTo>
                    <a:lnTo>
                      <a:pt x="0" y="722421"/>
                    </a:lnTo>
                    <a:lnTo>
                      <a:pt x="140073" y="722421"/>
                    </a:lnTo>
                    <a:lnTo>
                      <a:pt x="140073" y="283142"/>
                    </a:lnTo>
                    <a:cubicBezTo>
                      <a:pt x="143069" y="177026"/>
                      <a:pt x="276567" y="115438"/>
                      <a:pt x="366037" y="115438"/>
                    </a:cubicBezTo>
                    <a:cubicBezTo>
                      <a:pt x="432870" y="115438"/>
                      <a:pt x="518928" y="161213"/>
                      <a:pt x="518928" y="243442"/>
                    </a:cubicBezTo>
                    <a:lnTo>
                      <a:pt x="519427" y="243442"/>
                    </a:lnTo>
                    <a:lnTo>
                      <a:pt x="519427" y="722421"/>
                    </a:lnTo>
                    <a:lnTo>
                      <a:pt x="659500" y="722421"/>
                    </a:lnTo>
                    <a:lnTo>
                      <a:pt x="659500" y="243442"/>
                    </a:lnTo>
                    <a:cubicBezTo>
                      <a:pt x="659417" y="80981"/>
                      <a:pt x="538986" y="0"/>
                      <a:pt x="391256" y="0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6" name="Forme libre : forme 35">
                <a:extLst>
                  <a:ext uri="{FF2B5EF4-FFF2-40B4-BE49-F238E27FC236}">
                    <a16:creationId xmlns:a16="http://schemas.microsoft.com/office/drawing/2014/main" id="{4E707777-18DA-470E-8544-86B82A204996}"/>
                  </a:ext>
                </a:extLst>
              </p:cNvPr>
              <p:cNvSpPr/>
              <p:nvPr/>
            </p:nvSpPr>
            <p:spPr>
              <a:xfrm>
                <a:off x="5832180" y="4401770"/>
                <a:ext cx="586720" cy="736485"/>
              </a:xfrm>
              <a:custGeom>
                <a:avLst/>
                <a:gdLst>
                  <a:gd name="connsiteX0" fmla="*/ 363684 w 586720"/>
                  <a:gd name="connsiteY0" fmla="*/ 304532 h 736485"/>
                  <a:gd name="connsiteX1" fmla="*/ 363684 w 586720"/>
                  <a:gd name="connsiteY1" fmla="*/ 304365 h 736485"/>
                  <a:gd name="connsiteX2" fmla="*/ 237760 w 586720"/>
                  <a:gd name="connsiteY2" fmla="*/ 304365 h 736485"/>
                  <a:gd name="connsiteX3" fmla="*/ 133309 w 586720"/>
                  <a:gd name="connsiteY3" fmla="*/ 212565 h 736485"/>
                  <a:gd name="connsiteX4" fmla="*/ 284285 w 586720"/>
                  <a:gd name="connsiteY4" fmla="*/ 122512 h 736485"/>
                  <a:gd name="connsiteX5" fmla="*/ 503008 w 586720"/>
                  <a:gd name="connsiteY5" fmla="*/ 162128 h 736485"/>
                  <a:gd name="connsiteX6" fmla="*/ 551031 w 586720"/>
                  <a:gd name="connsiteY6" fmla="*/ 49188 h 736485"/>
                  <a:gd name="connsiteX7" fmla="*/ 298267 w 586720"/>
                  <a:gd name="connsiteY7" fmla="*/ 0 h 736485"/>
                  <a:gd name="connsiteX8" fmla="*/ 310 w 586720"/>
                  <a:gd name="connsiteY8" fmla="*/ 214313 h 736485"/>
                  <a:gd name="connsiteX9" fmla="*/ 223029 w 586720"/>
                  <a:gd name="connsiteY9" fmla="*/ 432037 h 736485"/>
                  <a:gd name="connsiteX10" fmla="*/ 223029 w 586720"/>
                  <a:gd name="connsiteY10" fmla="*/ 432204 h 736485"/>
                  <a:gd name="connsiteX11" fmla="*/ 348953 w 586720"/>
                  <a:gd name="connsiteY11" fmla="*/ 432204 h 736485"/>
                  <a:gd name="connsiteX12" fmla="*/ 453404 w 586720"/>
                  <a:gd name="connsiteY12" fmla="*/ 524005 h 736485"/>
                  <a:gd name="connsiteX13" fmla="*/ 302428 w 586720"/>
                  <a:gd name="connsiteY13" fmla="*/ 614057 h 736485"/>
                  <a:gd name="connsiteX14" fmla="*/ 59818 w 586720"/>
                  <a:gd name="connsiteY14" fmla="*/ 563704 h 736485"/>
                  <a:gd name="connsiteX15" fmla="*/ 12212 w 586720"/>
                  <a:gd name="connsiteY15" fmla="*/ 676062 h 736485"/>
                  <a:gd name="connsiteX16" fmla="*/ 288446 w 586720"/>
                  <a:gd name="connsiteY16" fmla="*/ 736486 h 736485"/>
                  <a:gd name="connsiteX17" fmla="*/ 586403 w 586720"/>
                  <a:gd name="connsiteY17" fmla="*/ 522173 h 736485"/>
                  <a:gd name="connsiteX18" fmla="*/ 363684 w 586720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20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8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8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477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7" name="Forme libre : forme 36">
                <a:extLst>
                  <a:ext uri="{FF2B5EF4-FFF2-40B4-BE49-F238E27FC236}">
                    <a16:creationId xmlns:a16="http://schemas.microsoft.com/office/drawing/2014/main" id="{AA931412-BFE0-468C-AAB4-DAC8C26F821C}"/>
                  </a:ext>
                </a:extLst>
              </p:cNvPr>
              <p:cNvSpPr/>
              <p:nvPr/>
            </p:nvSpPr>
            <p:spPr>
              <a:xfrm>
                <a:off x="5027341" y="4398358"/>
                <a:ext cx="698034" cy="741729"/>
              </a:xfrm>
              <a:custGeom>
                <a:avLst/>
                <a:gdLst>
                  <a:gd name="connsiteX0" fmla="*/ 355135 w 698034"/>
                  <a:gd name="connsiteY0" fmla="*/ 0 h 741729"/>
                  <a:gd name="connsiteX1" fmla="*/ 0 w 698034"/>
                  <a:gd name="connsiteY1" fmla="*/ 377856 h 741729"/>
                  <a:gd name="connsiteX2" fmla="*/ 387594 w 698034"/>
                  <a:gd name="connsiteY2" fmla="*/ 741730 h 741729"/>
                  <a:gd name="connsiteX3" fmla="*/ 662996 w 698034"/>
                  <a:gd name="connsiteY3" fmla="*/ 681306 h 741729"/>
                  <a:gd name="connsiteX4" fmla="*/ 611394 w 698034"/>
                  <a:gd name="connsiteY4" fmla="*/ 573609 h 741729"/>
                  <a:gd name="connsiteX5" fmla="*/ 383266 w 698034"/>
                  <a:gd name="connsiteY5" fmla="*/ 618386 h 741729"/>
                  <a:gd name="connsiteX6" fmla="*/ 145233 w 698034"/>
                  <a:gd name="connsiteY6" fmla="*/ 432121 h 741729"/>
                  <a:gd name="connsiteX7" fmla="*/ 556297 w 698034"/>
                  <a:gd name="connsiteY7" fmla="*/ 432121 h 741729"/>
                  <a:gd name="connsiteX8" fmla="*/ 698035 w 698034"/>
                  <a:gd name="connsiteY8" fmla="*/ 432121 h 741729"/>
                  <a:gd name="connsiteX9" fmla="*/ 698035 w 698034"/>
                  <a:gd name="connsiteY9" fmla="*/ 369200 h 741729"/>
                  <a:gd name="connsiteX10" fmla="*/ 355135 w 698034"/>
                  <a:gd name="connsiteY10" fmla="*/ 0 h 741729"/>
                  <a:gd name="connsiteX11" fmla="*/ 146981 w 698034"/>
                  <a:gd name="connsiteY11" fmla="*/ 316684 h 741729"/>
                  <a:gd name="connsiteX12" fmla="*/ 360378 w 698034"/>
                  <a:gd name="connsiteY12" fmla="*/ 119017 h 741729"/>
                  <a:gd name="connsiteX13" fmla="*/ 554549 w 698034"/>
                  <a:gd name="connsiteY13" fmla="*/ 316684 h 741729"/>
                  <a:gd name="connsiteX14" fmla="*/ 146981 w 698034"/>
                  <a:gd name="connsiteY14" fmla="*/ 316684 h 741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8034" h="741729">
                    <a:moveTo>
                      <a:pt x="355135" y="0"/>
                    </a:moveTo>
                    <a:cubicBezTo>
                      <a:pt x="152224" y="0"/>
                      <a:pt x="0" y="117185"/>
                      <a:pt x="0" y="377856"/>
                    </a:cubicBezTo>
                    <a:cubicBezTo>
                      <a:pt x="0" y="638443"/>
                      <a:pt x="191924" y="741730"/>
                      <a:pt x="387594" y="741730"/>
                    </a:cubicBezTo>
                    <a:cubicBezTo>
                      <a:pt x="568199" y="741730"/>
                      <a:pt x="662996" y="681306"/>
                      <a:pt x="662996" y="681306"/>
                    </a:cubicBezTo>
                    <a:lnTo>
                      <a:pt x="611394" y="573609"/>
                    </a:lnTo>
                    <a:cubicBezTo>
                      <a:pt x="611394" y="573609"/>
                      <a:pt x="541482" y="618386"/>
                      <a:pt x="383266" y="618386"/>
                    </a:cubicBezTo>
                    <a:cubicBezTo>
                      <a:pt x="276234" y="618386"/>
                      <a:pt x="160963" y="586010"/>
                      <a:pt x="145233" y="432121"/>
                    </a:cubicBezTo>
                    <a:lnTo>
                      <a:pt x="556297" y="432121"/>
                    </a:lnTo>
                    <a:lnTo>
                      <a:pt x="698035" y="432121"/>
                    </a:lnTo>
                    <a:lnTo>
                      <a:pt x="698035" y="369200"/>
                    </a:lnTo>
                    <a:cubicBezTo>
                      <a:pt x="698035" y="131251"/>
                      <a:pt x="587757" y="0"/>
                      <a:pt x="355135" y="0"/>
                    </a:cubicBezTo>
                    <a:close/>
                    <a:moveTo>
                      <a:pt x="146981" y="316684"/>
                    </a:moveTo>
                    <a:cubicBezTo>
                      <a:pt x="162711" y="164459"/>
                      <a:pt x="241445" y="119017"/>
                      <a:pt x="360378" y="119017"/>
                    </a:cubicBezTo>
                    <a:cubicBezTo>
                      <a:pt x="488050" y="119017"/>
                      <a:pt x="545810" y="180272"/>
                      <a:pt x="554549" y="316684"/>
                    </a:cubicBezTo>
                    <a:lnTo>
                      <a:pt x="146981" y="316684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8" name="Forme libre : forme 37">
                <a:extLst>
                  <a:ext uri="{FF2B5EF4-FFF2-40B4-BE49-F238E27FC236}">
                    <a16:creationId xmlns:a16="http://schemas.microsoft.com/office/drawing/2014/main" id="{46479C13-EE3B-4BD6-82FD-2CF84A6EE778}"/>
                  </a:ext>
                </a:extLst>
              </p:cNvPr>
              <p:cNvSpPr/>
              <p:nvPr/>
            </p:nvSpPr>
            <p:spPr>
              <a:xfrm>
                <a:off x="4342812" y="4401770"/>
                <a:ext cx="586713" cy="736485"/>
              </a:xfrm>
              <a:custGeom>
                <a:avLst/>
                <a:gdLst>
                  <a:gd name="connsiteX0" fmla="*/ 363684 w 586713"/>
                  <a:gd name="connsiteY0" fmla="*/ 304532 h 736485"/>
                  <a:gd name="connsiteX1" fmla="*/ 363684 w 586713"/>
                  <a:gd name="connsiteY1" fmla="*/ 304365 h 736485"/>
                  <a:gd name="connsiteX2" fmla="*/ 237760 w 586713"/>
                  <a:gd name="connsiteY2" fmla="*/ 304365 h 736485"/>
                  <a:gd name="connsiteX3" fmla="*/ 133309 w 586713"/>
                  <a:gd name="connsiteY3" fmla="*/ 212565 h 736485"/>
                  <a:gd name="connsiteX4" fmla="*/ 284285 w 586713"/>
                  <a:gd name="connsiteY4" fmla="*/ 122512 h 736485"/>
                  <a:gd name="connsiteX5" fmla="*/ 503008 w 586713"/>
                  <a:gd name="connsiteY5" fmla="*/ 162128 h 736485"/>
                  <a:gd name="connsiteX6" fmla="*/ 551031 w 586713"/>
                  <a:gd name="connsiteY6" fmla="*/ 49188 h 736485"/>
                  <a:gd name="connsiteX7" fmla="*/ 298267 w 586713"/>
                  <a:gd name="connsiteY7" fmla="*/ 0 h 736485"/>
                  <a:gd name="connsiteX8" fmla="*/ 310 w 586713"/>
                  <a:gd name="connsiteY8" fmla="*/ 214313 h 736485"/>
                  <a:gd name="connsiteX9" fmla="*/ 223029 w 586713"/>
                  <a:gd name="connsiteY9" fmla="*/ 432037 h 736485"/>
                  <a:gd name="connsiteX10" fmla="*/ 223029 w 586713"/>
                  <a:gd name="connsiteY10" fmla="*/ 432204 h 736485"/>
                  <a:gd name="connsiteX11" fmla="*/ 348953 w 586713"/>
                  <a:gd name="connsiteY11" fmla="*/ 432204 h 736485"/>
                  <a:gd name="connsiteX12" fmla="*/ 453404 w 586713"/>
                  <a:gd name="connsiteY12" fmla="*/ 524005 h 736485"/>
                  <a:gd name="connsiteX13" fmla="*/ 302429 w 586713"/>
                  <a:gd name="connsiteY13" fmla="*/ 614057 h 736485"/>
                  <a:gd name="connsiteX14" fmla="*/ 59818 w 586713"/>
                  <a:gd name="connsiteY14" fmla="*/ 563704 h 736485"/>
                  <a:gd name="connsiteX15" fmla="*/ 12212 w 586713"/>
                  <a:gd name="connsiteY15" fmla="*/ 676062 h 736485"/>
                  <a:gd name="connsiteX16" fmla="*/ 288446 w 586713"/>
                  <a:gd name="connsiteY16" fmla="*/ 736486 h 736485"/>
                  <a:gd name="connsiteX17" fmla="*/ 586403 w 586713"/>
                  <a:gd name="connsiteY17" fmla="*/ 522173 h 736485"/>
                  <a:gd name="connsiteX18" fmla="*/ 363684 w 586713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13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9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9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394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9" name="Forme libre : forme 38">
                <a:extLst>
                  <a:ext uri="{FF2B5EF4-FFF2-40B4-BE49-F238E27FC236}">
                    <a16:creationId xmlns:a16="http://schemas.microsoft.com/office/drawing/2014/main" id="{55C86DF5-F03A-4F69-B538-9C9E3D12D49A}"/>
                  </a:ext>
                </a:extLst>
              </p:cNvPr>
              <p:cNvSpPr/>
              <p:nvPr/>
            </p:nvSpPr>
            <p:spPr>
              <a:xfrm>
                <a:off x="2724335" y="4403352"/>
                <a:ext cx="669903" cy="732990"/>
              </a:xfrm>
              <a:custGeom>
                <a:avLst/>
                <a:gdLst>
                  <a:gd name="connsiteX0" fmla="*/ 333079 w 669903"/>
                  <a:gd name="connsiteY0" fmla="*/ 0 h 732990"/>
                  <a:gd name="connsiteX1" fmla="*/ 58509 w 669903"/>
                  <a:gd name="connsiteY1" fmla="*/ 45026 h 732990"/>
                  <a:gd name="connsiteX2" fmla="*/ 113856 w 669903"/>
                  <a:gd name="connsiteY2" fmla="*/ 157884 h 732990"/>
                  <a:gd name="connsiteX3" fmla="*/ 348976 w 669903"/>
                  <a:gd name="connsiteY3" fmla="*/ 122429 h 732990"/>
                  <a:gd name="connsiteX4" fmla="*/ 530080 w 669903"/>
                  <a:gd name="connsiteY4" fmla="*/ 253929 h 732990"/>
                  <a:gd name="connsiteX5" fmla="*/ 530080 w 669903"/>
                  <a:gd name="connsiteY5" fmla="*/ 297374 h 732990"/>
                  <a:gd name="connsiteX6" fmla="*/ 253596 w 669903"/>
                  <a:gd name="connsiteY6" fmla="*/ 297374 h 732990"/>
                  <a:gd name="connsiteX7" fmla="*/ 0 w 669903"/>
                  <a:gd name="connsiteY7" fmla="*/ 514267 h 732990"/>
                  <a:gd name="connsiteX8" fmla="*/ 273571 w 669903"/>
                  <a:gd name="connsiteY8" fmla="*/ 732990 h 732990"/>
                  <a:gd name="connsiteX9" fmla="*/ 529997 w 669903"/>
                  <a:gd name="connsiteY9" fmla="*/ 632284 h 732990"/>
                  <a:gd name="connsiteX10" fmla="*/ 529997 w 669903"/>
                  <a:gd name="connsiteY10" fmla="*/ 732990 h 732990"/>
                  <a:gd name="connsiteX11" fmla="*/ 669903 w 669903"/>
                  <a:gd name="connsiteY11" fmla="*/ 732990 h 732990"/>
                  <a:gd name="connsiteX12" fmla="*/ 669903 w 669903"/>
                  <a:gd name="connsiteY12" fmla="*/ 214313 h 732990"/>
                  <a:gd name="connsiteX13" fmla="*/ 333079 w 669903"/>
                  <a:gd name="connsiteY13" fmla="*/ 0 h 732990"/>
                  <a:gd name="connsiteX14" fmla="*/ 529997 w 669903"/>
                  <a:gd name="connsiteY14" fmla="*/ 446269 h 732990"/>
                  <a:gd name="connsiteX15" fmla="*/ 299288 w 669903"/>
                  <a:gd name="connsiteY15" fmla="*/ 617553 h 732990"/>
                  <a:gd name="connsiteX16" fmla="*/ 143319 w 669903"/>
                  <a:gd name="connsiteY16" fmla="*/ 512602 h 732990"/>
                  <a:gd name="connsiteX17" fmla="*/ 262335 w 669903"/>
                  <a:gd name="connsiteY17" fmla="*/ 407651 h 732990"/>
                  <a:gd name="connsiteX18" fmla="*/ 529997 w 669903"/>
                  <a:gd name="connsiteY18" fmla="*/ 407651 h 732990"/>
                  <a:gd name="connsiteX19" fmla="*/ 529997 w 669903"/>
                  <a:gd name="connsiteY19" fmla="*/ 446269 h 732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69903" h="732990">
                    <a:moveTo>
                      <a:pt x="333079" y="0"/>
                    </a:moveTo>
                    <a:cubicBezTo>
                      <a:pt x="204741" y="0"/>
                      <a:pt x="108197" y="27132"/>
                      <a:pt x="58509" y="45026"/>
                    </a:cubicBezTo>
                    <a:lnTo>
                      <a:pt x="113856" y="157884"/>
                    </a:lnTo>
                    <a:cubicBezTo>
                      <a:pt x="159132" y="143069"/>
                      <a:pt x="241278" y="122429"/>
                      <a:pt x="348976" y="122429"/>
                    </a:cubicBezTo>
                    <a:cubicBezTo>
                      <a:pt x="432037" y="122429"/>
                      <a:pt x="530080" y="145067"/>
                      <a:pt x="530080" y="253929"/>
                    </a:cubicBezTo>
                    <a:cubicBezTo>
                      <a:pt x="530080" y="253929"/>
                      <a:pt x="529914" y="293712"/>
                      <a:pt x="530080" y="297374"/>
                    </a:cubicBezTo>
                    <a:lnTo>
                      <a:pt x="253596" y="297374"/>
                    </a:lnTo>
                    <a:cubicBezTo>
                      <a:pt x="113690" y="297374"/>
                      <a:pt x="0" y="346396"/>
                      <a:pt x="0" y="514267"/>
                    </a:cubicBezTo>
                    <a:cubicBezTo>
                      <a:pt x="0" y="664411"/>
                      <a:pt x="122928" y="732990"/>
                      <a:pt x="273571" y="732990"/>
                    </a:cubicBezTo>
                    <a:cubicBezTo>
                      <a:pt x="451929" y="732990"/>
                      <a:pt x="529997" y="632284"/>
                      <a:pt x="529997" y="632284"/>
                    </a:cubicBezTo>
                    <a:lnTo>
                      <a:pt x="529997" y="732990"/>
                    </a:lnTo>
                    <a:lnTo>
                      <a:pt x="669903" y="732990"/>
                    </a:lnTo>
                    <a:lnTo>
                      <a:pt x="669903" y="214313"/>
                    </a:lnTo>
                    <a:cubicBezTo>
                      <a:pt x="661830" y="48605"/>
                      <a:pt x="471488" y="0"/>
                      <a:pt x="333079" y="0"/>
                    </a:cubicBezTo>
                    <a:close/>
                    <a:moveTo>
                      <a:pt x="529997" y="446269"/>
                    </a:moveTo>
                    <a:cubicBezTo>
                      <a:pt x="529997" y="554633"/>
                      <a:pt x="391672" y="617553"/>
                      <a:pt x="299288" y="617553"/>
                    </a:cubicBezTo>
                    <a:cubicBezTo>
                      <a:pt x="231125" y="617553"/>
                      <a:pt x="143319" y="594749"/>
                      <a:pt x="143319" y="512602"/>
                    </a:cubicBezTo>
                    <a:cubicBezTo>
                      <a:pt x="143319" y="430373"/>
                      <a:pt x="190592" y="407651"/>
                      <a:pt x="262335" y="407651"/>
                    </a:cubicBezTo>
                    <a:lnTo>
                      <a:pt x="529997" y="407651"/>
                    </a:lnTo>
                    <a:lnTo>
                      <a:pt x="529997" y="446269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  <p:grpSp>
          <p:nvGrpSpPr>
            <p:cNvPr id="29" name="Groupe 28">
              <a:extLst>
                <a:ext uri="{FF2B5EF4-FFF2-40B4-BE49-F238E27FC236}">
                  <a16:creationId xmlns:a16="http://schemas.microsoft.com/office/drawing/2014/main" id="{3D15C3A9-D5ED-46AD-B105-728671E40E8E}"/>
                </a:ext>
              </a:extLst>
            </p:cNvPr>
            <p:cNvGrpSpPr/>
            <p:nvPr userDrawn="1"/>
          </p:nvGrpSpPr>
          <p:grpSpPr>
            <a:xfrm>
              <a:off x="2752472" y="0"/>
              <a:ext cx="3638377" cy="3631244"/>
              <a:chOff x="2752472" y="0"/>
              <a:chExt cx="3638377" cy="3631244"/>
            </a:xfrm>
          </p:grpSpPr>
          <p:sp>
            <p:nvSpPr>
              <p:cNvPr id="30" name="Forme libre : forme 29">
                <a:extLst>
                  <a:ext uri="{FF2B5EF4-FFF2-40B4-BE49-F238E27FC236}">
                    <a16:creationId xmlns:a16="http://schemas.microsoft.com/office/drawing/2014/main" id="{20FC994F-7484-4476-883E-735BC71E1E41}"/>
                  </a:ext>
                </a:extLst>
              </p:cNvPr>
              <p:cNvSpPr/>
              <p:nvPr/>
            </p:nvSpPr>
            <p:spPr>
              <a:xfrm>
                <a:off x="3627443" y="0"/>
                <a:ext cx="1911500" cy="962868"/>
              </a:xfrm>
              <a:custGeom>
                <a:avLst/>
                <a:gdLst>
                  <a:gd name="connsiteX0" fmla="*/ 1911501 w 1911500"/>
                  <a:gd name="connsiteY0" fmla="*/ 277816 h 962868"/>
                  <a:gd name="connsiteX1" fmla="*/ 958955 w 1911500"/>
                  <a:gd name="connsiteY1" fmla="*/ 0 h 962868"/>
                  <a:gd name="connsiteX2" fmla="*/ 0 w 1911500"/>
                  <a:gd name="connsiteY2" fmla="*/ 264499 h 962868"/>
                  <a:gd name="connsiteX3" fmla="*/ 956791 w 1911500"/>
                  <a:gd name="connsiteY3" fmla="*/ 962867 h 962868"/>
                  <a:gd name="connsiteX4" fmla="*/ 1911501 w 1911500"/>
                  <a:gd name="connsiteY4" fmla="*/ 277816 h 962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11500" h="962868">
                    <a:moveTo>
                      <a:pt x="1911501" y="277816"/>
                    </a:moveTo>
                    <a:cubicBezTo>
                      <a:pt x="1651163" y="110610"/>
                      <a:pt x="1308430" y="0"/>
                      <a:pt x="958955" y="0"/>
                    </a:cubicBezTo>
                    <a:cubicBezTo>
                      <a:pt x="634199" y="0"/>
                      <a:pt x="299621" y="79316"/>
                      <a:pt x="0" y="264499"/>
                    </a:cubicBezTo>
                    <a:cubicBezTo>
                      <a:pt x="0" y="264499"/>
                      <a:pt x="408317" y="961618"/>
                      <a:pt x="956791" y="962867"/>
                    </a:cubicBezTo>
                    <a:cubicBezTo>
                      <a:pt x="1505264" y="964115"/>
                      <a:pt x="1911501" y="277816"/>
                      <a:pt x="1911501" y="277816"/>
                    </a:cubicBezTo>
                    <a:close/>
                  </a:path>
                </a:pathLst>
              </a:custGeom>
              <a:solidFill>
                <a:srgbClr val="FFE80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1" name="Forme libre : forme 30">
                <a:extLst>
                  <a:ext uri="{FF2B5EF4-FFF2-40B4-BE49-F238E27FC236}">
                    <a16:creationId xmlns:a16="http://schemas.microsoft.com/office/drawing/2014/main" id="{3CA22ED6-1495-4E0E-B586-B3B64C1137CE}"/>
                  </a:ext>
                </a:extLst>
              </p:cNvPr>
              <p:cNvSpPr/>
              <p:nvPr/>
            </p:nvSpPr>
            <p:spPr>
              <a:xfrm>
                <a:off x="2752472" y="435699"/>
                <a:ext cx="1037602" cy="1816620"/>
              </a:xfrm>
              <a:custGeom>
                <a:avLst/>
                <a:gdLst>
                  <a:gd name="connsiteX0" fmla="*/ 638936 w 1037602"/>
                  <a:gd name="connsiteY0" fmla="*/ 0 h 1816620"/>
                  <a:gd name="connsiteX1" fmla="*/ 88964 w 1037602"/>
                  <a:gd name="connsiteY1" fmla="*/ 826040 h 1816620"/>
                  <a:gd name="connsiteX2" fmla="*/ 53675 w 1037602"/>
                  <a:gd name="connsiteY2" fmla="*/ 1816621 h 1816620"/>
                  <a:gd name="connsiteX3" fmla="*/ 1004058 w 1037602"/>
                  <a:gd name="connsiteY3" fmla="*/ 1125578 h 1816620"/>
                  <a:gd name="connsiteX4" fmla="*/ 638936 w 1037602"/>
                  <a:gd name="connsiteY4" fmla="*/ 0 h 1816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7602" h="1816620">
                    <a:moveTo>
                      <a:pt x="638936" y="0"/>
                    </a:moveTo>
                    <a:cubicBezTo>
                      <a:pt x="389085" y="210151"/>
                      <a:pt x="197660" y="493876"/>
                      <a:pt x="88964" y="826040"/>
                    </a:cubicBezTo>
                    <a:cubicBezTo>
                      <a:pt x="-19732" y="1158203"/>
                      <a:pt x="-25558" y="1487787"/>
                      <a:pt x="53675" y="1816621"/>
                    </a:cubicBezTo>
                    <a:cubicBezTo>
                      <a:pt x="53675" y="1816621"/>
                      <a:pt x="833440" y="1646919"/>
                      <a:pt x="1004058" y="1125578"/>
                    </a:cubicBezTo>
                    <a:cubicBezTo>
                      <a:pt x="1174675" y="604236"/>
                      <a:pt x="638936" y="0"/>
                      <a:pt x="638936" y="0"/>
                    </a:cubicBezTo>
                    <a:close/>
                  </a:path>
                </a:pathLst>
              </a:custGeom>
              <a:solidFill>
                <a:srgbClr val="FF994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2" name="Forme libre : forme 31">
                <a:extLst>
                  <a:ext uri="{FF2B5EF4-FFF2-40B4-BE49-F238E27FC236}">
                    <a16:creationId xmlns:a16="http://schemas.microsoft.com/office/drawing/2014/main" id="{1A912585-892A-484D-AC23-F343EFBF516D}"/>
                  </a:ext>
                </a:extLst>
              </p:cNvPr>
              <p:cNvSpPr/>
              <p:nvPr/>
            </p:nvSpPr>
            <p:spPr>
              <a:xfrm>
                <a:off x="2887295" y="2362027"/>
                <a:ext cx="1547103" cy="1269217"/>
              </a:xfrm>
              <a:custGeom>
                <a:avLst/>
                <a:gdLst>
                  <a:gd name="connsiteX0" fmla="*/ 0 w 1547103"/>
                  <a:gd name="connsiteY0" fmla="*/ 140976 h 1269217"/>
                  <a:gd name="connsiteX1" fmla="*/ 609064 w 1547103"/>
                  <a:gd name="connsiteY1" fmla="*/ 922489 h 1269217"/>
                  <a:gd name="connsiteX2" fmla="*/ 1541802 w 1547103"/>
                  <a:gd name="connsiteY2" fmla="*/ 1269217 h 1269217"/>
                  <a:gd name="connsiteX3" fmla="*/ 1176846 w 1547103"/>
                  <a:gd name="connsiteY3" fmla="*/ 144722 h 1269217"/>
                  <a:gd name="connsiteX4" fmla="*/ 0 w 1547103"/>
                  <a:gd name="connsiteY4" fmla="*/ 140976 h 1269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7103" h="1269217">
                    <a:moveTo>
                      <a:pt x="0" y="140976"/>
                    </a:moveTo>
                    <a:cubicBezTo>
                      <a:pt x="127755" y="449503"/>
                      <a:pt x="330998" y="715833"/>
                      <a:pt x="609064" y="922489"/>
                    </a:cubicBezTo>
                    <a:cubicBezTo>
                      <a:pt x="889543" y="1130976"/>
                      <a:pt x="1229030" y="1248660"/>
                      <a:pt x="1541802" y="1269217"/>
                    </a:cubicBezTo>
                    <a:cubicBezTo>
                      <a:pt x="1541802" y="1269217"/>
                      <a:pt x="1619870" y="468146"/>
                      <a:pt x="1176846" y="144722"/>
                    </a:cubicBezTo>
                    <a:cubicBezTo>
                      <a:pt x="733823" y="-178703"/>
                      <a:pt x="0" y="140976"/>
                      <a:pt x="0" y="140976"/>
                    </a:cubicBezTo>
                    <a:close/>
                  </a:path>
                </a:pathLst>
              </a:custGeom>
              <a:solidFill>
                <a:srgbClr val="E1000F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3" name="Forme libre : forme 32">
                <a:extLst>
                  <a:ext uri="{FF2B5EF4-FFF2-40B4-BE49-F238E27FC236}">
                    <a16:creationId xmlns:a16="http://schemas.microsoft.com/office/drawing/2014/main" id="{5B692C3C-082C-4FC6-B8F1-D9A13E759C3D}"/>
                  </a:ext>
                </a:extLst>
              </p:cNvPr>
              <p:cNvSpPr/>
              <p:nvPr/>
            </p:nvSpPr>
            <p:spPr>
              <a:xfrm>
                <a:off x="4718054" y="2358044"/>
                <a:ext cx="1543227" cy="1272450"/>
              </a:xfrm>
              <a:custGeom>
                <a:avLst/>
                <a:gdLst>
                  <a:gd name="connsiteX0" fmla="*/ 7086 w 1543227"/>
                  <a:gd name="connsiteY0" fmla="*/ 1272451 h 1272450"/>
                  <a:gd name="connsiteX1" fmla="*/ 933915 w 1543227"/>
                  <a:gd name="connsiteY1" fmla="*/ 921977 h 1272450"/>
                  <a:gd name="connsiteX2" fmla="*/ 1543228 w 1543227"/>
                  <a:gd name="connsiteY2" fmla="*/ 135637 h 1272450"/>
                  <a:gd name="connsiteX3" fmla="*/ 359973 w 1543227"/>
                  <a:gd name="connsiteY3" fmla="*/ 148787 h 1272450"/>
                  <a:gd name="connsiteX4" fmla="*/ 7086 w 1543227"/>
                  <a:gd name="connsiteY4" fmla="*/ 1272451 h 127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3227" h="1272450">
                    <a:moveTo>
                      <a:pt x="7086" y="1272451"/>
                    </a:moveTo>
                    <a:cubicBezTo>
                      <a:pt x="357560" y="1237412"/>
                      <a:pt x="650856" y="1126885"/>
                      <a:pt x="933915" y="921977"/>
                    </a:cubicBezTo>
                    <a:cubicBezTo>
                      <a:pt x="1207902" y="723644"/>
                      <a:pt x="1416388" y="443082"/>
                      <a:pt x="1543228" y="135637"/>
                    </a:cubicBezTo>
                    <a:cubicBezTo>
                      <a:pt x="1543228" y="135637"/>
                      <a:pt x="800417" y="-178133"/>
                      <a:pt x="359973" y="148787"/>
                    </a:cubicBezTo>
                    <a:cubicBezTo>
                      <a:pt x="-80470" y="475708"/>
                      <a:pt x="7086" y="1272451"/>
                      <a:pt x="7086" y="1272451"/>
                    </a:cubicBezTo>
                    <a:close/>
                  </a:path>
                </a:pathLst>
              </a:custGeom>
              <a:solidFill>
                <a:srgbClr val="5770BE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4" name="Forme libre : forme 33">
                <a:extLst>
                  <a:ext uri="{FF2B5EF4-FFF2-40B4-BE49-F238E27FC236}">
                    <a16:creationId xmlns:a16="http://schemas.microsoft.com/office/drawing/2014/main" id="{5022E2A3-8DCC-4C7F-8702-3E6FE1C3F29B}"/>
                  </a:ext>
                </a:extLst>
              </p:cNvPr>
              <p:cNvSpPr/>
              <p:nvPr/>
            </p:nvSpPr>
            <p:spPr>
              <a:xfrm>
                <a:off x="5355803" y="439111"/>
                <a:ext cx="1035046" cy="1817120"/>
              </a:xfrm>
              <a:custGeom>
                <a:avLst/>
                <a:gdLst>
                  <a:gd name="connsiteX0" fmla="*/ 982049 w 1035046"/>
                  <a:gd name="connsiteY0" fmla="*/ 1817120 h 1817120"/>
                  <a:gd name="connsiteX1" fmla="*/ 949090 w 1035046"/>
                  <a:gd name="connsiteY1" fmla="*/ 825207 h 1817120"/>
                  <a:gd name="connsiteX2" fmla="*/ 401615 w 1035046"/>
                  <a:gd name="connsiteY2" fmla="*/ 0 h 1817120"/>
                  <a:gd name="connsiteX3" fmla="*/ 32665 w 1035046"/>
                  <a:gd name="connsiteY3" fmla="*/ 1120667 h 1817120"/>
                  <a:gd name="connsiteX4" fmla="*/ 982049 w 1035046"/>
                  <a:gd name="connsiteY4" fmla="*/ 1817120 h 1817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5046" h="1817120">
                    <a:moveTo>
                      <a:pt x="982049" y="1817120"/>
                    </a:moveTo>
                    <a:cubicBezTo>
                      <a:pt x="1058369" y="1502268"/>
                      <a:pt x="1056371" y="1157787"/>
                      <a:pt x="949090" y="825207"/>
                    </a:cubicBezTo>
                    <a:cubicBezTo>
                      <a:pt x="841809" y="492627"/>
                      <a:pt x="649718" y="217642"/>
                      <a:pt x="401615" y="0"/>
                    </a:cubicBezTo>
                    <a:cubicBezTo>
                      <a:pt x="401615" y="0"/>
                      <a:pt x="-135706" y="598660"/>
                      <a:pt x="32665" y="1120667"/>
                    </a:cubicBezTo>
                    <a:cubicBezTo>
                      <a:pt x="200952" y="1642674"/>
                      <a:pt x="982049" y="1817120"/>
                      <a:pt x="982049" y="1817120"/>
                    </a:cubicBezTo>
                    <a:close/>
                  </a:path>
                </a:pathLst>
              </a:custGeom>
              <a:solidFill>
                <a:srgbClr val="00AC8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366664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uverture F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 userDrawn="1"/>
        </p:nvSpPr>
        <p:spPr>
          <a:xfrm>
            <a:off x="365190" y="6059015"/>
            <a:ext cx="4569829" cy="761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947" b="1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Connaître, évaluer, protéger</a:t>
            </a:r>
          </a:p>
          <a:p>
            <a:endParaRPr lang="fr-FR" sz="2400" dirty="0"/>
          </a:p>
        </p:txBody>
      </p:sp>
      <p:grpSp>
        <p:nvGrpSpPr>
          <p:cNvPr id="15" name="Graphique 2">
            <a:extLst>
              <a:ext uri="{FF2B5EF4-FFF2-40B4-BE49-F238E27FC236}">
                <a16:creationId xmlns:a16="http://schemas.microsoft.com/office/drawing/2014/main" id="{441A5E56-2E95-41CA-AAB0-759EE6144DD3}"/>
              </a:ext>
            </a:extLst>
          </p:cNvPr>
          <p:cNvGrpSpPr/>
          <p:nvPr userDrawn="1"/>
        </p:nvGrpSpPr>
        <p:grpSpPr>
          <a:xfrm>
            <a:off x="485450" y="490301"/>
            <a:ext cx="2434167" cy="1700065"/>
            <a:chOff x="2471737" y="1104900"/>
            <a:chExt cx="4200493" cy="2933699"/>
          </a:xfrm>
        </p:grpSpPr>
        <p:grpSp>
          <p:nvGrpSpPr>
            <p:cNvPr id="16" name="Graphique 2">
              <a:extLst>
                <a:ext uri="{FF2B5EF4-FFF2-40B4-BE49-F238E27FC236}">
                  <a16:creationId xmlns:a16="http://schemas.microsoft.com/office/drawing/2014/main" id="{449FE406-B627-4201-A48F-A2354F4D9824}"/>
                </a:ext>
              </a:extLst>
            </p:cNvPr>
            <p:cNvGrpSpPr/>
            <p:nvPr/>
          </p:nvGrpSpPr>
          <p:grpSpPr>
            <a:xfrm>
              <a:off x="2471737" y="3195351"/>
              <a:ext cx="4200493" cy="843248"/>
              <a:chOff x="2471737" y="3195351"/>
              <a:chExt cx="4200493" cy="843248"/>
            </a:xfrm>
            <a:solidFill>
              <a:srgbClr val="000000"/>
            </a:solidFill>
          </p:grpSpPr>
          <p:sp>
            <p:nvSpPr>
              <p:cNvPr id="22" name="Forme libre : forme 21">
                <a:extLst>
                  <a:ext uri="{FF2B5EF4-FFF2-40B4-BE49-F238E27FC236}">
                    <a16:creationId xmlns:a16="http://schemas.microsoft.com/office/drawing/2014/main" id="{C910B22B-3BD7-402A-AEC9-1C03E747DCA5}"/>
                  </a:ext>
                </a:extLst>
              </p:cNvPr>
              <p:cNvSpPr/>
              <p:nvPr/>
            </p:nvSpPr>
            <p:spPr>
              <a:xfrm>
                <a:off x="3415855" y="3211258"/>
                <a:ext cx="749807" cy="821340"/>
              </a:xfrm>
              <a:custGeom>
                <a:avLst/>
                <a:gdLst>
                  <a:gd name="connsiteX0" fmla="*/ 444913 w 749807"/>
                  <a:gd name="connsiteY0" fmla="*/ 0 h 821340"/>
                  <a:gd name="connsiteX1" fmla="*/ 159258 w 749807"/>
                  <a:gd name="connsiteY1" fmla="*/ 114300 h 821340"/>
                  <a:gd name="connsiteX2" fmla="*/ 159258 w 749807"/>
                  <a:gd name="connsiteY2" fmla="*/ 0 h 821340"/>
                  <a:gd name="connsiteX3" fmla="*/ 0 w 749807"/>
                  <a:gd name="connsiteY3" fmla="*/ 0 h 821340"/>
                  <a:gd name="connsiteX4" fmla="*/ 0 w 749807"/>
                  <a:gd name="connsiteY4" fmla="*/ 821341 h 821340"/>
                  <a:gd name="connsiteX5" fmla="*/ 159258 w 749807"/>
                  <a:gd name="connsiteY5" fmla="*/ 821341 h 821340"/>
                  <a:gd name="connsiteX6" fmla="*/ 159258 w 749807"/>
                  <a:gd name="connsiteY6" fmla="*/ 321945 h 821340"/>
                  <a:gd name="connsiteX7" fmla="*/ 416147 w 749807"/>
                  <a:gd name="connsiteY7" fmla="*/ 131254 h 821340"/>
                  <a:gd name="connsiteX8" fmla="*/ 589978 w 749807"/>
                  <a:gd name="connsiteY8" fmla="*/ 276701 h 821340"/>
                  <a:gd name="connsiteX9" fmla="*/ 590550 w 749807"/>
                  <a:gd name="connsiteY9" fmla="*/ 276701 h 821340"/>
                  <a:gd name="connsiteX10" fmla="*/ 590550 w 749807"/>
                  <a:gd name="connsiteY10" fmla="*/ 821245 h 821340"/>
                  <a:gd name="connsiteX11" fmla="*/ 749808 w 749807"/>
                  <a:gd name="connsiteY11" fmla="*/ 821245 h 821340"/>
                  <a:gd name="connsiteX12" fmla="*/ 749808 w 749807"/>
                  <a:gd name="connsiteY12" fmla="*/ 276796 h 821340"/>
                  <a:gd name="connsiteX13" fmla="*/ 444913 w 749807"/>
                  <a:gd name="connsiteY13" fmla="*/ 0 h 821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49807" h="821340">
                    <a:moveTo>
                      <a:pt x="444913" y="0"/>
                    </a:moveTo>
                    <a:cubicBezTo>
                      <a:pt x="248126" y="0"/>
                      <a:pt x="160972" y="112109"/>
                      <a:pt x="159258" y="114300"/>
                    </a:cubicBezTo>
                    <a:lnTo>
                      <a:pt x="159258" y="0"/>
                    </a:lnTo>
                    <a:lnTo>
                      <a:pt x="0" y="0"/>
                    </a:lnTo>
                    <a:lnTo>
                      <a:pt x="0" y="821341"/>
                    </a:lnTo>
                    <a:lnTo>
                      <a:pt x="159258" y="821341"/>
                    </a:lnTo>
                    <a:lnTo>
                      <a:pt x="159258" y="321945"/>
                    </a:lnTo>
                    <a:cubicBezTo>
                      <a:pt x="162687" y="201263"/>
                      <a:pt x="314420" y="131254"/>
                      <a:pt x="416147" y="131254"/>
                    </a:cubicBezTo>
                    <a:cubicBezTo>
                      <a:pt x="492157" y="131254"/>
                      <a:pt x="589978" y="183261"/>
                      <a:pt x="589978" y="276701"/>
                    </a:cubicBezTo>
                    <a:lnTo>
                      <a:pt x="590550" y="276701"/>
                    </a:lnTo>
                    <a:lnTo>
                      <a:pt x="590550" y="821245"/>
                    </a:lnTo>
                    <a:lnTo>
                      <a:pt x="749808" y="821245"/>
                    </a:lnTo>
                    <a:lnTo>
                      <a:pt x="749808" y="276796"/>
                    </a:lnTo>
                    <a:cubicBezTo>
                      <a:pt x="749713" y="92107"/>
                      <a:pt x="612743" y="0"/>
                      <a:pt x="444913" y="0"/>
                    </a:cubicBez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23" name="Forme libre : forme 22">
                <a:extLst>
                  <a:ext uri="{FF2B5EF4-FFF2-40B4-BE49-F238E27FC236}">
                    <a16:creationId xmlns:a16="http://schemas.microsoft.com/office/drawing/2014/main" id="{864E6E91-5585-4F6F-ACE6-4A6FF76C47A8}"/>
                  </a:ext>
                </a:extLst>
              </p:cNvPr>
              <p:cNvSpPr/>
              <p:nvPr/>
            </p:nvSpPr>
            <p:spPr>
              <a:xfrm>
                <a:off x="6005059" y="3199161"/>
                <a:ext cx="667170" cy="837247"/>
              </a:xfrm>
              <a:custGeom>
                <a:avLst/>
                <a:gdLst>
                  <a:gd name="connsiteX0" fmla="*/ 413552 w 667170"/>
                  <a:gd name="connsiteY0" fmla="*/ 346234 h 837247"/>
                  <a:gd name="connsiteX1" fmla="*/ 413552 w 667170"/>
                  <a:gd name="connsiteY1" fmla="*/ 346043 h 837247"/>
                  <a:gd name="connsiteX2" fmla="*/ 270391 w 667170"/>
                  <a:gd name="connsiteY2" fmla="*/ 346043 h 837247"/>
                  <a:gd name="connsiteX3" fmla="*/ 151614 w 667170"/>
                  <a:gd name="connsiteY3" fmla="*/ 241649 h 837247"/>
                  <a:gd name="connsiteX4" fmla="*/ 323255 w 667170"/>
                  <a:gd name="connsiteY4" fmla="*/ 139256 h 837247"/>
                  <a:gd name="connsiteX5" fmla="*/ 571952 w 667170"/>
                  <a:gd name="connsiteY5" fmla="*/ 184309 h 837247"/>
                  <a:gd name="connsiteX6" fmla="*/ 626531 w 667170"/>
                  <a:gd name="connsiteY6" fmla="*/ 55912 h 837247"/>
                  <a:gd name="connsiteX7" fmla="*/ 339161 w 667170"/>
                  <a:gd name="connsiteY7" fmla="*/ 0 h 837247"/>
                  <a:gd name="connsiteX8" fmla="*/ 357 w 667170"/>
                  <a:gd name="connsiteY8" fmla="*/ 243650 h 837247"/>
                  <a:gd name="connsiteX9" fmla="*/ 253627 w 667170"/>
                  <a:gd name="connsiteY9" fmla="*/ 491204 h 837247"/>
                  <a:gd name="connsiteX10" fmla="*/ 253627 w 667170"/>
                  <a:gd name="connsiteY10" fmla="*/ 491395 h 837247"/>
                  <a:gd name="connsiteX11" fmla="*/ 396788 w 667170"/>
                  <a:gd name="connsiteY11" fmla="*/ 491395 h 837247"/>
                  <a:gd name="connsiteX12" fmla="*/ 515564 w 667170"/>
                  <a:gd name="connsiteY12" fmla="*/ 595694 h 837247"/>
                  <a:gd name="connsiteX13" fmla="*/ 343924 w 667170"/>
                  <a:gd name="connsiteY13" fmla="*/ 698087 h 837247"/>
                  <a:gd name="connsiteX14" fmla="*/ 68080 w 667170"/>
                  <a:gd name="connsiteY14" fmla="*/ 640842 h 837247"/>
                  <a:gd name="connsiteX15" fmla="*/ 13978 w 667170"/>
                  <a:gd name="connsiteY15" fmla="*/ 768572 h 837247"/>
                  <a:gd name="connsiteX16" fmla="*/ 328017 w 667170"/>
                  <a:gd name="connsiteY16" fmla="*/ 837247 h 837247"/>
                  <a:gd name="connsiteX17" fmla="*/ 666821 w 667170"/>
                  <a:gd name="connsiteY17" fmla="*/ 593598 h 837247"/>
                  <a:gd name="connsiteX18" fmla="*/ 413552 w 667170"/>
                  <a:gd name="connsiteY18" fmla="*/ 346234 h 837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67170" h="837247">
                    <a:moveTo>
                      <a:pt x="413552" y="346234"/>
                    </a:moveTo>
                    <a:lnTo>
                      <a:pt x="413552" y="346043"/>
                    </a:lnTo>
                    <a:lnTo>
                      <a:pt x="270391" y="346043"/>
                    </a:lnTo>
                    <a:cubicBezTo>
                      <a:pt x="190857" y="346043"/>
                      <a:pt x="148376" y="315373"/>
                      <a:pt x="151614" y="241649"/>
                    </a:cubicBezTo>
                    <a:cubicBezTo>
                      <a:pt x="154948" y="163830"/>
                      <a:pt x="239720" y="139256"/>
                      <a:pt x="323255" y="139256"/>
                    </a:cubicBezTo>
                    <a:cubicBezTo>
                      <a:pt x="442317" y="139256"/>
                      <a:pt x="530233" y="167545"/>
                      <a:pt x="571952" y="184309"/>
                    </a:cubicBezTo>
                    <a:lnTo>
                      <a:pt x="626531" y="55912"/>
                    </a:lnTo>
                    <a:cubicBezTo>
                      <a:pt x="580716" y="36004"/>
                      <a:pt x="478608" y="0"/>
                      <a:pt x="339161" y="0"/>
                    </a:cubicBezTo>
                    <a:cubicBezTo>
                      <a:pt x="199906" y="0"/>
                      <a:pt x="8549" y="55245"/>
                      <a:pt x="357" y="243650"/>
                    </a:cubicBezTo>
                    <a:cubicBezTo>
                      <a:pt x="-7644" y="427196"/>
                      <a:pt x="120086" y="488252"/>
                      <a:pt x="253627" y="491204"/>
                    </a:cubicBezTo>
                    <a:lnTo>
                      <a:pt x="253627" y="491395"/>
                    </a:lnTo>
                    <a:lnTo>
                      <a:pt x="396788" y="491395"/>
                    </a:lnTo>
                    <a:cubicBezTo>
                      <a:pt x="476321" y="491395"/>
                      <a:pt x="518803" y="522065"/>
                      <a:pt x="515564" y="595694"/>
                    </a:cubicBezTo>
                    <a:cubicBezTo>
                      <a:pt x="512231" y="673513"/>
                      <a:pt x="427458" y="698087"/>
                      <a:pt x="343924" y="698087"/>
                    </a:cubicBezTo>
                    <a:cubicBezTo>
                      <a:pt x="174855" y="698087"/>
                      <a:pt x="68080" y="640842"/>
                      <a:pt x="68080" y="640842"/>
                    </a:cubicBezTo>
                    <a:lnTo>
                      <a:pt x="13978" y="768572"/>
                    </a:lnTo>
                    <a:cubicBezTo>
                      <a:pt x="13978" y="768572"/>
                      <a:pt x="135612" y="837247"/>
                      <a:pt x="328017" y="837247"/>
                    </a:cubicBezTo>
                    <a:cubicBezTo>
                      <a:pt x="467177" y="837247"/>
                      <a:pt x="658630" y="782003"/>
                      <a:pt x="666821" y="593598"/>
                    </a:cubicBezTo>
                    <a:cubicBezTo>
                      <a:pt x="674727" y="410337"/>
                      <a:pt x="547092" y="349282"/>
                      <a:pt x="413552" y="346234"/>
                    </a:cubicBez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24" name="Forme libre : forme 23">
                <a:extLst>
                  <a:ext uri="{FF2B5EF4-FFF2-40B4-BE49-F238E27FC236}">
                    <a16:creationId xmlns:a16="http://schemas.microsoft.com/office/drawing/2014/main" id="{1FA0679D-AE7B-46B1-934A-E8319FC98439}"/>
                  </a:ext>
                </a:extLst>
              </p:cNvPr>
              <p:cNvSpPr/>
              <p:nvPr/>
            </p:nvSpPr>
            <p:spPr>
              <a:xfrm>
                <a:off x="5090064" y="3195351"/>
                <a:ext cx="793527" cy="843248"/>
              </a:xfrm>
              <a:custGeom>
                <a:avLst/>
                <a:gdLst>
                  <a:gd name="connsiteX0" fmla="*/ 403765 w 793527"/>
                  <a:gd name="connsiteY0" fmla="*/ 0 h 843248"/>
                  <a:gd name="connsiteX1" fmla="*/ 0 w 793527"/>
                  <a:gd name="connsiteY1" fmla="*/ 429578 h 843248"/>
                  <a:gd name="connsiteX2" fmla="*/ 440722 w 793527"/>
                  <a:gd name="connsiteY2" fmla="*/ 843248 h 843248"/>
                  <a:gd name="connsiteX3" fmla="*/ 753808 w 793527"/>
                  <a:gd name="connsiteY3" fmla="*/ 774573 h 843248"/>
                  <a:gd name="connsiteX4" fmla="*/ 695134 w 793527"/>
                  <a:gd name="connsiteY4" fmla="*/ 652081 h 843248"/>
                  <a:gd name="connsiteX5" fmla="*/ 435769 w 793527"/>
                  <a:gd name="connsiteY5" fmla="*/ 703040 h 843248"/>
                  <a:gd name="connsiteX6" fmla="*/ 165163 w 793527"/>
                  <a:gd name="connsiteY6" fmla="*/ 491204 h 843248"/>
                  <a:gd name="connsiteX7" fmla="*/ 632460 w 793527"/>
                  <a:gd name="connsiteY7" fmla="*/ 491204 h 843248"/>
                  <a:gd name="connsiteX8" fmla="*/ 793528 w 793527"/>
                  <a:gd name="connsiteY8" fmla="*/ 491204 h 843248"/>
                  <a:gd name="connsiteX9" fmla="*/ 793528 w 793527"/>
                  <a:gd name="connsiteY9" fmla="*/ 419671 h 843248"/>
                  <a:gd name="connsiteX10" fmla="*/ 403765 w 793527"/>
                  <a:gd name="connsiteY10" fmla="*/ 0 h 843248"/>
                  <a:gd name="connsiteX11" fmla="*/ 167068 w 793527"/>
                  <a:gd name="connsiteY11" fmla="*/ 359950 h 843248"/>
                  <a:gd name="connsiteX12" fmla="*/ 409670 w 793527"/>
                  <a:gd name="connsiteY12" fmla="*/ 135255 h 843248"/>
                  <a:gd name="connsiteX13" fmla="*/ 630460 w 793527"/>
                  <a:gd name="connsiteY13" fmla="*/ 359950 h 843248"/>
                  <a:gd name="connsiteX14" fmla="*/ 167068 w 793527"/>
                  <a:gd name="connsiteY14" fmla="*/ 359950 h 843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93527" h="843248">
                    <a:moveTo>
                      <a:pt x="403765" y="0"/>
                    </a:moveTo>
                    <a:cubicBezTo>
                      <a:pt x="173069" y="0"/>
                      <a:pt x="0" y="133255"/>
                      <a:pt x="0" y="429578"/>
                    </a:cubicBezTo>
                    <a:cubicBezTo>
                      <a:pt x="0" y="725900"/>
                      <a:pt x="218218" y="843248"/>
                      <a:pt x="440722" y="843248"/>
                    </a:cubicBezTo>
                    <a:cubicBezTo>
                      <a:pt x="645985" y="843248"/>
                      <a:pt x="753808" y="774573"/>
                      <a:pt x="753808" y="774573"/>
                    </a:cubicBezTo>
                    <a:lnTo>
                      <a:pt x="695134" y="652081"/>
                    </a:lnTo>
                    <a:cubicBezTo>
                      <a:pt x="695134" y="652081"/>
                      <a:pt x="615601" y="703040"/>
                      <a:pt x="435769" y="703040"/>
                    </a:cubicBezTo>
                    <a:cubicBezTo>
                      <a:pt x="314039" y="703040"/>
                      <a:pt x="183070" y="666274"/>
                      <a:pt x="165163" y="491204"/>
                    </a:cubicBezTo>
                    <a:lnTo>
                      <a:pt x="632460" y="491204"/>
                    </a:lnTo>
                    <a:lnTo>
                      <a:pt x="793528" y="491204"/>
                    </a:lnTo>
                    <a:lnTo>
                      <a:pt x="793528" y="419671"/>
                    </a:lnTo>
                    <a:cubicBezTo>
                      <a:pt x="793528" y="149162"/>
                      <a:pt x="668274" y="0"/>
                      <a:pt x="403765" y="0"/>
                    </a:cubicBezTo>
                    <a:close/>
                    <a:moveTo>
                      <a:pt x="167068" y="359950"/>
                    </a:moveTo>
                    <a:cubicBezTo>
                      <a:pt x="184975" y="186880"/>
                      <a:pt x="274415" y="135255"/>
                      <a:pt x="409670" y="135255"/>
                    </a:cubicBezTo>
                    <a:cubicBezTo>
                      <a:pt x="554831" y="135255"/>
                      <a:pt x="620458" y="204883"/>
                      <a:pt x="630460" y="359950"/>
                    </a:cubicBezTo>
                    <a:lnTo>
                      <a:pt x="167068" y="359950"/>
                    </a:ln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024850A8-8D36-482C-89B1-9A0DF65551BD}"/>
                  </a:ext>
                </a:extLst>
              </p:cNvPr>
              <p:cNvSpPr/>
              <p:nvPr/>
            </p:nvSpPr>
            <p:spPr>
              <a:xfrm>
                <a:off x="4311705" y="3199161"/>
                <a:ext cx="667170" cy="837247"/>
              </a:xfrm>
              <a:custGeom>
                <a:avLst/>
                <a:gdLst>
                  <a:gd name="connsiteX0" fmla="*/ 413552 w 667170"/>
                  <a:gd name="connsiteY0" fmla="*/ 346234 h 837247"/>
                  <a:gd name="connsiteX1" fmla="*/ 413552 w 667170"/>
                  <a:gd name="connsiteY1" fmla="*/ 346043 h 837247"/>
                  <a:gd name="connsiteX2" fmla="*/ 270391 w 667170"/>
                  <a:gd name="connsiteY2" fmla="*/ 346043 h 837247"/>
                  <a:gd name="connsiteX3" fmla="*/ 151614 w 667170"/>
                  <a:gd name="connsiteY3" fmla="*/ 241649 h 837247"/>
                  <a:gd name="connsiteX4" fmla="*/ 323255 w 667170"/>
                  <a:gd name="connsiteY4" fmla="*/ 139256 h 837247"/>
                  <a:gd name="connsiteX5" fmla="*/ 571952 w 667170"/>
                  <a:gd name="connsiteY5" fmla="*/ 184309 h 837247"/>
                  <a:gd name="connsiteX6" fmla="*/ 626531 w 667170"/>
                  <a:gd name="connsiteY6" fmla="*/ 55912 h 837247"/>
                  <a:gd name="connsiteX7" fmla="*/ 339161 w 667170"/>
                  <a:gd name="connsiteY7" fmla="*/ 0 h 837247"/>
                  <a:gd name="connsiteX8" fmla="*/ 357 w 667170"/>
                  <a:gd name="connsiteY8" fmla="*/ 243650 h 837247"/>
                  <a:gd name="connsiteX9" fmla="*/ 253627 w 667170"/>
                  <a:gd name="connsiteY9" fmla="*/ 491204 h 837247"/>
                  <a:gd name="connsiteX10" fmla="*/ 253627 w 667170"/>
                  <a:gd name="connsiteY10" fmla="*/ 491395 h 837247"/>
                  <a:gd name="connsiteX11" fmla="*/ 396788 w 667170"/>
                  <a:gd name="connsiteY11" fmla="*/ 491395 h 837247"/>
                  <a:gd name="connsiteX12" fmla="*/ 515564 w 667170"/>
                  <a:gd name="connsiteY12" fmla="*/ 595694 h 837247"/>
                  <a:gd name="connsiteX13" fmla="*/ 343924 w 667170"/>
                  <a:gd name="connsiteY13" fmla="*/ 698087 h 837247"/>
                  <a:gd name="connsiteX14" fmla="*/ 68080 w 667170"/>
                  <a:gd name="connsiteY14" fmla="*/ 640842 h 837247"/>
                  <a:gd name="connsiteX15" fmla="*/ 13978 w 667170"/>
                  <a:gd name="connsiteY15" fmla="*/ 768572 h 837247"/>
                  <a:gd name="connsiteX16" fmla="*/ 328017 w 667170"/>
                  <a:gd name="connsiteY16" fmla="*/ 837247 h 837247"/>
                  <a:gd name="connsiteX17" fmla="*/ 666821 w 667170"/>
                  <a:gd name="connsiteY17" fmla="*/ 593598 h 837247"/>
                  <a:gd name="connsiteX18" fmla="*/ 413552 w 667170"/>
                  <a:gd name="connsiteY18" fmla="*/ 346234 h 837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67170" h="837247">
                    <a:moveTo>
                      <a:pt x="413552" y="346234"/>
                    </a:moveTo>
                    <a:lnTo>
                      <a:pt x="413552" y="346043"/>
                    </a:lnTo>
                    <a:lnTo>
                      <a:pt x="270391" y="346043"/>
                    </a:lnTo>
                    <a:cubicBezTo>
                      <a:pt x="190857" y="346043"/>
                      <a:pt x="148376" y="315373"/>
                      <a:pt x="151614" y="241649"/>
                    </a:cubicBezTo>
                    <a:cubicBezTo>
                      <a:pt x="154948" y="163830"/>
                      <a:pt x="239720" y="139256"/>
                      <a:pt x="323255" y="139256"/>
                    </a:cubicBezTo>
                    <a:cubicBezTo>
                      <a:pt x="442317" y="139256"/>
                      <a:pt x="530233" y="167545"/>
                      <a:pt x="571952" y="184309"/>
                    </a:cubicBezTo>
                    <a:lnTo>
                      <a:pt x="626531" y="55912"/>
                    </a:lnTo>
                    <a:cubicBezTo>
                      <a:pt x="580715" y="36004"/>
                      <a:pt x="478607" y="0"/>
                      <a:pt x="339161" y="0"/>
                    </a:cubicBezTo>
                    <a:cubicBezTo>
                      <a:pt x="199906" y="0"/>
                      <a:pt x="8549" y="55245"/>
                      <a:pt x="357" y="243650"/>
                    </a:cubicBezTo>
                    <a:cubicBezTo>
                      <a:pt x="-7644" y="427196"/>
                      <a:pt x="120086" y="488252"/>
                      <a:pt x="253627" y="491204"/>
                    </a:cubicBezTo>
                    <a:lnTo>
                      <a:pt x="253627" y="491395"/>
                    </a:lnTo>
                    <a:lnTo>
                      <a:pt x="396788" y="491395"/>
                    </a:lnTo>
                    <a:cubicBezTo>
                      <a:pt x="476321" y="491395"/>
                      <a:pt x="518803" y="522065"/>
                      <a:pt x="515564" y="595694"/>
                    </a:cubicBezTo>
                    <a:cubicBezTo>
                      <a:pt x="512231" y="673513"/>
                      <a:pt x="427458" y="698087"/>
                      <a:pt x="343924" y="698087"/>
                    </a:cubicBezTo>
                    <a:cubicBezTo>
                      <a:pt x="174855" y="698087"/>
                      <a:pt x="68080" y="640842"/>
                      <a:pt x="68080" y="640842"/>
                    </a:cubicBezTo>
                    <a:lnTo>
                      <a:pt x="13978" y="768572"/>
                    </a:lnTo>
                    <a:cubicBezTo>
                      <a:pt x="13978" y="768572"/>
                      <a:pt x="135612" y="837247"/>
                      <a:pt x="328017" y="837247"/>
                    </a:cubicBezTo>
                    <a:cubicBezTo>
                      <a:pt x="467273" y="837247"/>
                      <a:pt x="658630" y="782003"/>
                      <a:pt x="666821" y="593598"/>
                    </a:cubicBezTo>
                    <a:cubicBezTo>
                      <a:pt x="674727" y="410337"/>
                      <a:pt x="547092" y="349282"/>
                      <a:pt x="413552" y="346234"/>
                    </a:cubicBez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4" name="Forme libre : forme 33">
                <a:extLst>
                  <a:ext uri="{FF2B5EF4-FFF2-40B4-BE49-F238E27FC236}">
                    <a16:creationId xmlns:a16="http://schemas.microsoft.com/office/drawing/2014/main" id="{C4D8D355-EDAD-414F-BF39-20AEE0C91120}"/>
                  </a:ext>
                </a:extLst>
              </p:cNvPr>
              <p:cNvSpPr/>
              <p:nvPr/>
            </p:nvSpPr>
            <p:spPr>
              <a:xfrm>
                <a:off x="2471737" y="3201066"/>
                <a:ext cx="761618" cy="833246"/>
              </a:xfrm>
              <a:custGeom>
                <a:avLst/>
                <a:gdLst>
                  <a:gd name="connsiteX0" fmla="*/ 378714 w 761618"/>
                  <a:gd name="connsiteY0" fmla="*/ 0 h 833246"/>
                  <a:gd name="connsiteX1" fmla="*/ 66485 w 761618"/>
                  <a:gd name="connsiteY1" fmla="*/ 51244 h 833246"/>
                  <a:gd name="connsiteX2" fmla="*/ 129445 w 761618"/>
                  <a:gd name="connsiteY2" fmla="*/ 179546 h 833246"/>
                  <a:gd name="connsiteX3" fmla="*/ 396716 w 761618"/>
                  <a:gd name="connsiteY3" fmla="*/ 139255 h 833246"/>
                  <a:gd name="connsiteX4" fmla="*/ 602552 w 761618"/>
                  <a:gd name="connsiteY4" fmla="*/ 288798 h 833246"/>
                  <a:gd name="connsiteX5" fmla="*/ 602552 w 761618"/>
                  <a:gd name="connsiteY5" fmla="*/ 338233 h 833246"/>
                  <a:gd name="connsiteX6" fmla="*/ 288322 w 761618"/>
                  <a:gd name="connsiteY6" fmla="*/ 338233 h 833246"/>
                  <a:gd name="connsiteX7" fmla="*/ 0 w 761618"/>
                  <a:gd name="connsiteY7" fmla="*/ 584645 h 833246"/>
                  <a:gd name="connsiteX8" fmla="*/ 310991 w 761618"/>
                  <a:gd name="connsiteY8" fmla="*/ 833247 h 833246"/>
                  <a:gd name="connsiteX9" fmla="*/ 602552 w 761618"/>
                  <a:gd name="connsiteY9" fmla="*/ 718756 h 833246"/>
                  <a:gd name="connsiteX10" fmla="*/ 602552 w 761618"/>
                  <a:gd name="connsiteY10" fmla="*/ 833247 h 833246"/>
                  <a:gd name="connsiteX11" fmla="*/ 761619 w 761618"/>
                  <a:gd name="connsiteY11" fmla="*/ 833247 h 833246"/>
                  <a:gd name="connsiteX12" fmla="*/ 761619 w 761618"/>
                  <a:gd name="connsiteY12" fmla="*/ 243554 h 833246"/>
                  <a:gd name="connsiteX13" fmla="*/ 378714 w 761618"/>
                  <a:gd name="connsiteY13" fmla="*/ 0 h 833246"/>
                  <a:gd name="connsiteX14" fmla="*/ 602552 w 761618"/>
                  <a:gd name="connsiteY14" fmla="*/ 507206 h 833246"/>
                  <a:gd name="connsiteX15" fmla="*/ 340328 w 761618"/>
                  <a:gd name="connsiteY15" fmla="*/ 701992 h 833246"/>
                  <a:gd name="connsiteX16" fmla="*/ 163068 w 761618"/>
                  <a:gd name="connsiteY16" fmla="*/ 582644 h 833246"/>
                  <a:gd name="connsiteX17" fmla="*/ 298323 w 761618"/>
                  <a:gd name="connsiteY17" fmla="*/ 463296 h 833246"/>
                  <a:gd name="connsiteX18" fmla="*/ 602647 w 761618"/>
                  <a:gd name="connsiteY18" fmla="*/ 463296 h 833246"/>
                  <a:gd name="connsiteX19" fmla="*/ 602647 w 761618"/>
                  <a:gd name="connsiteY19" fmla="*/ 507206 h 8332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61618" h="833246">
                    <a:moveTo>
                      <a:pt x="378714" y="0"/>
                    </a:moveTo>
                    <a:cubicBezTo>
                      <a:pt x="232886" y="0"/>
                      <a:pt x="123063" y="30861"/>
                      <a:pt x="66485" y="51244"/>
                    </a:cubicBezTo>
                    <a:lnTo>
                      <a:pt x="129445" y="179546"/>
                    </a:lnTo>
                    <a:cubicBezTo>
                      <a:pt x="180880" y="162687"/>
                      <a:pt x="274320" y="139255"/>
                      <a:pt x="396716" y="139255"/>
                    </a:cubicBezTo>
                    <a:cubicBezTo>
                      <a:pt x="491204" y="139255"/>
                      <a:pt x="602552" y="164973"/>
                      <a:pt x="602552" y="288798"/>
                    </a:cubicBezTo>
                    <a:cubicBezTo>
                      <a:pt x="602552" y="288798"/>
                      <a:pt x="602361" y="334042"/>
                      <a:pt x="602552" y="338233"/>
                    </a:cubicBezTo>
                    <a:lnTo>
                      <a:pt x="288322" y="338233"/>
                    </a:lnTo>
                    <a:cubicBezTo>
                      <a:pt x="129254" y="338042"/>
                      <a:pt x="0" y="393763"/>
                      <a:pt x="0" y="584645"/>
                    </a:cubicBezTo>
                    <a:cubicBezTo>
                      <a:pt x="0" y="755332"/>
                      <a:pt x="139732" y="833247"/>
                      <a:pt x="310991" y="833247"/>
                    </a:cubicBezTo>
                    <a:cubicBezTo>
                      <a:pt x="513779" y="833247"/>
                      <a:pt x="602552" y="718756"/>
                      <a:pt x="602552" y="718756"/>
                    </a:cubicBezTo>
                    <a:lnTo>
                      <a:pt x="602552" y="833247"/>
                    </a:lnTo>
                    <a:lnTo>
                      <a:pt x="761619" y="833247"/>
                    </a:lnTo>
                    <a:lnTo>
                      <a:pt x="761619" y="243554"/>
                    </a:lnTo>
                    <a:cubicBezTo>
                      <a:pt x="752475" y="55150"/>
                      <a:pt x="536067" y="0"/>
                      <a:pt x="378714" y="0"/>
                    </a:cubicBezTo>
                    <a:close/>
                    <a:moveTo>
                      <a:pt x="602552" y="507206"/>
                    </a:moveTo>
                    <a:cubicBezTo>
                      <a:pt x="602552" y="630364"/>
                      <a:pt x="445294" y="701992"/>
                      <a:pt x="340328" y="701992"/>
                    </a:cubicBezTo>
                    <a:cubicBezTo>
                      <a:pt x="262795" y="701992"/>
                      <a:pt x="163068" y="676084"/>
                      <a:pt x="163068" y="582644"/>
                    </a:cubicBezTo>
                    <a:cubicBezTo>
                      <a:pt x="163068" y="489204"/>
                      <a:pt x="216789" y="463296"/>
                      <a:pt x="298323" y="463296"/>
                    </a:cubicBezTo>
                    <a:lnTo>
                      <a:pt x="602647" y="463296"/>
                    </a:lnTo>
                    <a:lnTo>
                      <a:pt x="602647" y="507206"/>
                    </a:ln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7148A700-F7D8-4402-9F95-58B18F8C236D}"/>
                </a:ext>
              </a:extLst>
            </p:cNvPr>
            <p:cNvSpPr/>
            <p:nvPr/>
          </p:nvSpPr>
          <p:spPr>
            <a:xfrm>
              <a:off x="4142993" y="1104900"/>
              <a:ext cx="859916" cy="433102"/>
            </a:xfrm>
            <a:custGeom>
              <a:avLst/>
              <a:gdLst>
                <a:gd name="connsiteX0" fmla="*/ 859917 w 859916"/>
                <a:gd name="connsiteY0" fmla="*/ 124968 h 433102"/>
                <a:gd name="connsiteX1" fmla="*/ 431387 w 859916"/>
                <a:gd name="connsiteY1" fmla="*/ 0 h 433102"/>
                <a:gd name="connsiteX2" fmla="*/ 0 w 859916"/>
                <a:gd name="connsiteY2" fmla="*/ 118967 h 433102"/>
                <a:gd name="connsiteX3" fmla="*/ 430435 w 859916"/>
                <a:gd name="connsiteY3" fmla="*/ 433102 h 433102"/>
                <a:gd name="connsiteX4" fmla="*/ 859917 w 859916"/>
                <a:gd name="connsiteY4" fmla="*/ 124968 h 433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9916" h="433102">
                  <a:moveTo>
                    <a:pt x="859917" y="124968"/>
                  </a:moveTo>
                  <a:cubicBezTo>
                    <a:pt x="742759" y="49720"/>
                    <a:pt x="588645" y="0"/>
                    <a:pt x="431387" y="0"/>
                  </a:cubicBezTo>
                  <a:cubicBezTo>
                    <a:pt x="285274" y="0"/>
                    <a:pt x="134779" y="35719"/>
                    <a:pt x="0" y="118967"/>
                  </a:cubicBezTo>
                  <a:cubicBezTo>
                    <a:pt x="0" y="118967"/>
                    <a:pt x="183642" y="432530"/>
                    <a:pt x="430435" y="433102"/>
                  </a:cubicBezTo>
                  <a:cubicBezTo>
                    <a:pt x="677132" y="433673"/>
                    <a:pt x="859917" y="124968"/>
                    <a:pt x="859917" y="124968"/>
                  </a:cubicBezTo>
                  <a:close/>
                </a:path>
              </a:pathLst>
            </a:custGeom>
            <a:solidFill>
              <a:srgbClr val="FFE8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043231D7-5025-44C3-900B-149CF010FC9F}"/>
                </a:ext>
              </a:extLst>
            </p:cNvPr>
            <p:cNvSpPr/>
            <p:nvPr/>
          </p:nvSpPr>
          <p:spPr>
            <a:xfrm>
              <a:off x="3749374" y="1300924"/>
              <a:ext cx="466844" cy="817244"/>
            </a:xfrm>
            <a:custGeom>
              <a:avLst/>
              <a:gdLst>
                <a:gd name="connsiteX0" fmla="*/ 287416 w 466844"/>
                <a:gd name="connsiteY0" fmla="*/ 0 h 817244"/>
                <a:gd name="connsiteX1" fmla="*/ 40051 w 466844"/>
                <a:gd name="connsiteY1" fmla="*/ 371570 h 817244"/>
                <a:gd name="connsiteX2" fmla="*/ 24145 w 466844"/>
                <a:gd name="connsiteY2" fmla="*/ 817245 h 817244"/>
                <a:gd name="connsiteX3" fmla="*/ 451722 w 466844"/>
                <a:gd name="connsiteY3" fmla="*/ 506444 h 817244"/>
                <a:gd name="connsiteX4" fmla="*/ 287416 w 466844"/>
                <a:gd name="connsiteY4" fmla="*/ 0 h 817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844" h="817244">
                  <a:moveTo>
                    <a:pt x="287416" y="0"/>
                  </a:moveTo>
                  <a:cubicBezTo>
                    <a:pt x="175021" y="94488"/>
                    <a:pt x="88915" y="222123"/>
                    <a:pt x="40051" y="371570"/>
                  </a:cubicBezTo>
                  <a:cubicBezTo>
                    <a:pt x="-8907" y="521018"/>
                    <a:pt x="-11479" y="669322"/>
                    <a:pt x="24145" y="817245"/>
                  </a:cubicBezTo>
                  <a:cubicBezTo>
                    <a:pt x="24145" y="817245"/>
                    <a:pt x="374855" y="740855"/>
                    <a:pt x="451722" y="506444"/>
                  </a:cubicBezTo>
                  <a:cubicBezTo>
                    <a:pt x="528589" y="272034"/>
                    <a:pt x="287416" y="0"/>
                    <a:pt x="287416" y="0"/>
                  </a:cubicBezTo>
                  <a:close/>
                </a:path>
              </a:pathLst>
            </a:custGeom>
            <a:solidFill>
              <a:srgbClr val="FF994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A057539C-0DF8-4385-B5A0-076759EE1E9E}"/>
                </a:ext>
              </a:extLst>
            </p:cNvPr>
            <p:cNvSpPr/>
            <p:nvPr/>
          </p:nvSpPr>
          <p:spPr>
            <a:xfrm>
              <a:off x="3810094" y="2167431"/>
              <a:ext cx="695999" cy="571005"/>
            </a:xfrm>
            <a:custGeom>
              <a:avLst/>
              <a:gdLst>
                <a:gd name="connsiteX0" fmla="*/ 0 w 695999"/>
                <a:gd name="connsiteY0" fmla="*/ 63418 h 571005"/>
                <a:gd name="connsiteX1" fmla="*/ 274034 w 695999"/>
                <a:gd name="connsiteY1" fmla="*/ 414986 h 571005"/>
                <a:gd name="connsiteX2" fmla="*/ 693611 w 695999"/>
                <a:gd name="connsiteY2" fmla="*/ 571006 h 571005"/>
                <a:gd name="connsiteX3" fmla="*/ 529400 w 695999"/>
                <a:gd name="connsiteY3" fmla="*/ 65133 h 571005"/>
                <a:gd name="connsiteX4" fmla="*/ 0 w 695999"/>
                <a:gd name="connsiteY4" fmla="*/ 63418 h 571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5999" h="571005">
                  <a:moveTo>
                    <a:pt x="0" y="63418"/>
                  </a:moveTo>
                  <a:cubicBezTo>
                    <a:pt x="57436" y="202198"/>
                    <a:pt x="148876" y="322022"/>
                    <a:pt x="274034" y="414986"/>
                  </a:cubicBezTo>
                  <a:cubicBezTo>
                    <a:pt x="400241" y="508712"/>
                    <a:pt x="552926" y="561671"/>
                    <a:pt x="693611" y="571006"/>
                  </a:cubicBezTo>
                  <a:cubicBezTo>
                    <a:pt x="693611" y="571006"/>
                    <a:pt x="728758" y="210675"/>
                    <a:pt x="529400" y="65133"/>
                  </a:cubicBezTo>
                  <a:cubicBezTo>
                    <a:pt x="330041" y="-80409"/>
                    <a:pt x="0" y="63418"/>
                    <a:pt x="0" y="63418"/>
                  </a:cubicBezTo>
                  <a:close/>
                </a:path>
              </a:pathLst>
            </a:custGeom>
            <a:solidFill>
              <a:srgbClr val="E100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C9A25EC6-816D-4BF1-B5DF-B2396460CD9C}"/>
                </a:ext>
              </a:extLst>
            </p:cNvPr>
            <p:cNvSpPr/>
            <p:nvPr/>
          </p:nvSpPr>
          <p:spPr>
            <a:xfrm>
              <a:off x="4633686" y="2165635"/>
              <a:ext cx="694216" cy="572421"/>
            </a:xfrm>
            <a:custGeom>
              <a:avLst/>
              <a:gdLst>
                <a:gd name="connsiteX0" fmla="*/ 3178 w 694216"/>
                <a:gd name="connsiteY0" fmla="*/ 572422 h 572421"/>
                <a:gd name="connsiteX1" fmla="*/ 420087 w 694216"/>
                <a:gd name="connsiteY1" fmla="*/ 414783 h 572421"/>
                <a:gd name="connsiteX2" fmla="*/ 694217 w 694216"/>
                <a:gd name="connsiteY2" fmla="*/ 61024 h 572421"/>
                <a:gd name="connsiteX3" fmla="*/ 161960 w 694216"/>
                <a:gd name="connsiteY3" fmla="*/ 66930 h 572421"/>
                <a:gd name="connsiteX4" fmla="*/ 3178 w 694216"/>
                <a:gd name="connsiteY4" fmla="*/ 572422 h 57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16" h="572421">
                  <a:moveTo>
                    <a:pt x="3178" y="572422"/>
                  </a:moveTo>
                  <a:cubicBezTo>
                    <a:pt x="160817" y="556705"/>
                    <a:pt x="292738" y="506985"/>
                    <a:pt x="420087" y="414783"/>
                  </a:cubicBezTo>
                  <a:cubicBezTo>
                    <a:pt x="543341" y="325533"/>
                    <a:pt x="637162" y="199327"/>
                    <a:pt x="694217" y="61024"/>
                  </a:cubicBezTo>
                  <a:cubicBezTo>
                    <a:pt x="694217" y="61024"/>
                    <a:pt x="360080" y="-80136"/>
                    <a:pt x="161960" y="66930"/>
                  </a:cubicBezTo>
                  <a:cubicBezTo>
                    <a:pt x="-36160" y="213996"/>
                    <a:pt x="3178" y="572422"/>
                    <a:pt x="3178" y="572422"/>
                  </a:cubicBezTo>
                  <a:close/>
                </a:path>
              </a:pathLst>
            </a:custGeom>
            <a:solidFill>
              <a:srgbClr val="5770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B6F03869-A025-426A-8DB2-BBE57A2FA149}"/>
                </a:ext>
              </a:extLst>
            </p:cNvPr>
            <p:cNvSpPr/>
            <p:nvPr/>
          </p:nvSpPr>
          <p:spPr>
            <a:xfrm>
              <a:off x="4920405" y="1302353"/>
              <a:ext cx="465742" cy="817435"/>
            </a:xfrm>
            <a:custGeom>
              <a:avLst/>
              <a:gdLst>
                <a:gd name="connsiteX0" fmla="*/ 441883 w 465742"/>
                <a:gd name="connsiteY0" fmla="*/ 817436 h 817435"/>
                <a:gd name="connsiteX1" fmla="*/ 427024 w 465742"/>
                <a:gd name="connsiteY1" fmla="*/ 371189 h 817435"/>
                <a:gd name="connsiteX2" fmla="*/ 180707 w 465742"/>
                <a:gd name="connsiteY2" fmla="*/ 0 h 817435"/>
                <a:gd name="connsiteX3" fmla="*/ 14687 w 465742"/>
                <a:gd name="connsiteY3" fmla="*/ 504158 h 817435"/>
                <a:gd name="connsiteX4" fmla="*/ 441883 w 465742"/>
                <a:gd name="connsiteY4" fmla="*/ 817436 h 817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5742" h="817435">
                  <a:moveTo>
                    <a:pt x="441883" y="817436"/>
                  </a:moveTo>
                  <a:cubicBezTo>
                    <a:pt x="476268" y="675799"/>
                    <a:pt x="475316" y="520827"/>
                    <a:pt x="427024" y="371189"/>
                  </a:cubicBezTo>
                  <a:cubicBezTo>
                    <a:pt x="378732" y="221552"/>
                    <a:pt x="292340" y="97917"/>
                    <a:pt x="180707" y="0"/>
                  </a:cubicBezTo>
                  <a:cubicBezTo>
                    <a:pt x="180707" y="0"/>
                    <a:pt x="-61037" y="269272"/>
                    <a:pt x="14687" y="504158"/>
                  </a:cubicBezTo>
                  <a:cubicBezTo>
                    <a:pt x="90410" y="739045"/>
                    <a:pt x="441883" y="817436"/>
                    <a:pt x="441883" y="817436"/>
                  </a:cubicBezTo>
                  <a:close/>
                </a:path>
              </a:pathLst>
            </a:custGeom>
            <a:solidFill>
              <a:srgbClr val="00AC8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36" name="Espace réservé du texte 10">
            <a:extLst>
              <a:ext uri="{FF2B5EF4-FFF2-40B4-BE49-F238E27FC236}">
                <a16:creationId xmlns:a16="http://schemas.microsoft.com/office/drawing/2014/main" id="{F1AA8A00-22A6-4AC2-960F-2483AE6782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80000" y="3128061"/>
            <a:ext cx="11232000" cy="27696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4333" b="1" cap="all" baseline="0">
                <a:solidFill>
                  <a:srgbClr val="262626"/>
                </a:solidFill>
              </a:defRPr>
            </a:lvl1pPr>
            <a:lvl2pPr marL="0" indent="0">
              <a:spcBef>
                <a:spcPts val="667"/>
              </a:spcBef>
              <a:spcAft>
                <a:spcPts val="0"/>
              </a:spcAft>
              <a:buNone/>
              <a:defRPr sz="2467" baseline="0"/>
            </a:lvl2pPr>
          </a:lstStyle>
          <a:p>
            <a:pPr lvl="0"/>
            <a:r>
              <a:rPr lang="fr-FR" dirty="0"/>
              <a:t>Titre de la présentation </a:t>
            </a:r>
            <a:br>
              <a:rPr lang="fr-FR" dirty="0"/>
            </a:br>
            <a:r>
              <a:rPr lang="fr-FR" dirty="0"/>
              <a:t>sur deux lignes maximum</a:t>
            </a:r>
          </a:p>
          <a:p>
            <a:pPr lvl="1"/>
            <a:r>
              <a:rPr lang="fr-FR" dirty="0"/>
              <a:t>Sous-titre de la présentation </a:t>
            </a:r>
            <a:br>
              <a:rPr lang="fr-FR" dirty="0"/>
            </a:br>
            <a:r>
              <a:rPr lang="fr-FR" dirty="0"/>
              <a:t>sur deux lignes maximum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72FC0E8-6F73-4131-92BB-23652B1A5AB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66300" y="6212901"/>
            <a:ext cx="1560000" cy="282572"/>
          </a:xfrm>
        </p:spPr>
        <p:txBody>
          <a:bodyPr>
            <a:noAutofit/>
          </a:bodyPr>
          <a:lstStyle/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71DF7BD-76CD-45EB-8FE8-07FE684BDF9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>
            <a:noAutofit/>
          </a:bodyPr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953092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uverture G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ZoneTexte 25"/>
          <p:cNvSpPr txBox="1"/>
          <p:nvPr userDrawn="1"/>
        </p:nvSpPr>
        <p:spPr>
          <a:xfrm>
            <a:off x="365190" y="6059015"/>
            <a:ext cx="4962725" cy="761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947" b="1" kern="1200" cap="all" baseline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Investigate</a:t>
            </a:r>
            <a:r>
              <a:rPr lang="fr-FR" sz="1947" b="1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947" b="1" kern="1200" cap="all" baseline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evaluate</a:t>
            </a:r>
            <a:r>
              <a:rPr lang="fr-FR" sz="1947" b="1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947" b="1" kern="1200" cap="all" baseline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protect</a:t>
            </a:r>
            <a:endParaRPr lang="fr-FR" sz="1947" b="1" kern="1200" cap="all" baseline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endParaRPr lang="fr-FR" sz="2400" dirty="0"/>
          </a:p>
        </p:txBody>
      </p:sp>
      <p:grpSp>
        <p:nvGrpSpPr>
          <p:cNvPr id="15" name="Graphique 2">
            <a:extLst>
              <a:ext uri="{FF2B5EF4-FFF2-40B4-BE49-F238E27FC236}">
                <a16:creationId xmlns:a16="http://schemas.microsoft.com/office/drawing/2014/main" id="{441A5E56-2E95-41CA-AAB0-759EE6144DD3}"/>
              </a:ext>
            </a:extLst>
          </p:cNvPr>
          <p:cNvGrpSpPr/>
          <p:nvPr userDrawn="1"/>
        </p:nvGrpSpPr>
        <p:grpSpPr>
          <a:xfrm>
            <a:off x="485450" y="490301"/>
            <a:ext cx="2434167" cy="1700065"/>
            <a:chOff x="2471737" y="1104900"/>
            <a:chExt cx="4200493" cy="2933699"/>
          </a:xfrm>
        </p:grpSpPr>
        <p:grpSp>
          <p:nvGrpSpPr>
            <p:cNvPr id="16" name="Graphique 2">
              <a:extLst>
                <a:ext uri="{FF2B5EF4-FFF2-40B4-BE49-F238E27FC236}">
                  <a16:creationId xmlns:a16="http://schemas.microsoft.com/office/drawing/2014/main" id="{449FE406-B627-4201-A48F-A2354F4D9824}"/>
                </a:ext>
              </a:extLst>
            </p:cNvPr>
            <p:cNvGrpSpPr/>
            <p:nvPr/>
          </p:nvGrpSpPr>
          <p:grpSpPr>
            <a:xfrm>
              <a:off x="2471737" y="3195351"/>
              <a:ext cx="4200493" cy="843248"/>
              <a:chOff x="2471737" y="3195351"/>
              <a:chExt cx="4200493" cy="843248"/>
            </a:xfrm>
            <a:solidFill>
              <a:srgbClr val="000000"/>
            </a:solidFill>
          </p:grpSpPr>
          <p:sp>
            <p:nvSpPr>
              <p:cNvPr id="22" name="Forme libre : forme 21">
                <a:extLst>
                  <a:ext uri="{FF2B5EF4-FFF2-40B4-BE49-F238E27FC236}">
                    <a16:creationId xmlns:a16="http://schemas.microsoft.com/office/drawing/2014/main" id="{C910B22B-3BD7-402A-AEC9-1C03E747DCA5}"/>
                  </a:ext>
                </a:extLst>
              </p:cNvPr>
              <p:cNvSpPr/>
              <p:nvPr/>
            </p:nvSpPr>
            <p:spPr>
              <a:xfrm>
                <a:off x="3415855" y="3211258"/>
                <a:ext cx="749807" cy="821340"/>
              </a:xfrm>
              <a:custGeom>
                <a:avLst/>
                <a:gdLst>
                  <a:gd name="connsiteX0" fmla="*/ 444913 w 749807"/>
                  <a:gd name="connsiteY0" fmla="*/ 0 h 821340"/>
                  <a:gd name="connsiteX1" fmla="*/ 159258 w 749807"/>
                  <a:gd name="connsiteY1" fmla="*/ 114300 h 821340"/>
                  <a:gd name="connsiteX2" fmla="*/ 159258 w 749807"/>
                  <a:gd name="connsiteY2" fmla="*/ 0 h 821340"/>
                  <a:gd name="connsiteX3" fmla="*/ 0 w 749807"/>
                  <a:gd name="connsiteY3" fmla="*/ 0 h 821340"/>
                  <a:gd name="connsiteX4" fmla="*/ 0 w 749807"/>
                  <a:gd name="connsiteY4" fmla="*/ 821341 h 821340"/>
                  <a:gd name="connsiteX5" fmla="*/ 159258 w 749807"/>
                  <a:gd name="connsiteY5" fmla="*/ 821341 h 821340"/>
                  <a:gd name="connsiteX6" fmla="*/ 159258 w 749807"/>
                  <a:gd name="connsiteY6" fmla="*/ 321945 h 821340"/>
                  <a:gd name="connsiteX7" fmla="*/ 416147 w 749807"/>
                  <a:gd name="connsiteY7" fmla="*/ 131254 h 821340"/>
                  <a:gd name="connsiteX8" fmla="*/ 589978 w 749807"/>
                  <a:gd name="connsiteY8" fmla="*/ 276701 h 821340"/>
                  <a:gd name="connsiteX9" fmla="*/ 590550 w 749807"/>
                  <a:gd name="connsiteY9" fmla="*/ 276701 h 821340"/>
                  <a:gd name="connsiteX10" fmla="*/ 590550 w 749807"/>
                  <a:gd name="connsiteY10" fmla="*/ 821245 h 821340"/>
                  <a:gd name="connsiteX11" fmla="*/ 749808 w 749807"/>
                  <a:gd name="connsiteY11" fmla="*/ 821245 h 821340"/>
                  <a:gd name="connsiteX12" fmla="*/ 749808 w 749807"/>
                  <a:gd name="connsiteY12" fmla="*/ 276796 h 821340"/>
                  <a:gd name="connsiteX13" fmla="*/ 444913 w 749807"/>
                  <a:gd name="connsiteY13" fmla="*/ 0 h 821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49807" h="821340">
                    <a:moveTo>
                      <a:pt x="444913" y="0"/>
                    </a:moveTo>
                    <a:cubicBezTo>
                      <a:pt x="248126" y="0"/>
                      <a:pt x="160972" y="112109"/>
                      <a:pt x="159258" y="114300"/>
                    </a:cubicBezTo>
                    <a:lnTo>
                      <a:pt x="159258" y="0"/>
                    </a:lnTo>
                    <a:lnTo>
                      <a:pt x="0" y="0"/>
                    </a:lnTo>
                    <a:lnTo>
                      <a:pt x="0" y="821341"/>
                    </a:lnTo>
                    <a:lnTo>
                      <a:pt x="159258" y="821341"/>
                    </a:lnTo>
                    <a:lnTo>
                      <a:pt x="159258" y="321945"/>
                    </a:lnTo>
                    <a:cubicBezTo>
                      <a:pt x="162687" y="201263"/>
                      <a:pt x="314420" y="131254"/>
                      <a:pt x="416147" y="131254"/>
                    </a:cubicBezTo>
                    <a:cubicBezTo>
                      <a:pt x="492157" y="131254"/>
                      <a:pt x="589978" y="183261"/>
                      <a:pt x="589978" y="276701"/>
                    </a:cubicBezTo>
                    <a:lnTo>
                      <a:pt x="590550" y="276701"/>
                    </a:lnTo>
                    <a:lnTo>
                      <a:pt x="590550" y="821245"/>
                    </a:lnTo>
                    <a:lnTo>
                      <a:pt x="749808" y="821245"/>
                    </a:lnTo>
                    <a:lnTo>
                      <a:pt x="749808" y="276796"/>
                    </a:lnTo>
                    <a:cubicBezTo>
                      <a:pt x="749713" y="92107"/>
                      <a:pt x="612743" y="0"/>
                      <a:pt x="444913" y="0"/>
                    </a:cubicBez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23" name="Forme libre : forme 22">
                <a:extLst>
                  <a:ext uri="{FF2B5EF4-FFF2-40B4-BE49-F238E27FC236}">
                    <a16:creationId xmlns:a16="http://schemas.microsoft.com/office/drawing/2014/main" id="{864E6E91-5585-4F6F-ACE6-4A6FF76C47A8}"/>
                  </a:ext>
                </a:extLst>
              </p:cNvPr>
              <p:cNvSpPr/>
              <p:nvPr/>
            </p:nvSpPr>
            <p:spPr>
              <a:xfrm>
                <a:off x="6005059" y="3199161"/>
                <a:ext cx="667170" cy="837247"/>
              </a:xfrm>
              <a:custGeom>
                <a:avLst/>
                <a:gdLst>
                  <a:gd name="connsiteX0" fmla="*/ 413552 w 667170"/>
                  <a:gd name="connsiteY0" fmla="*/ 346234 h 837247"/>
                  <a:gd name="connsiteX1" fmla="*/ 413552 w 667170"/>
                  <a:gd name="connsiteY1" fmla="*/ 346043 h 837247"/>
                  <a:gd name="connsiteX2" fmla="*/ 270391 w 667170"/>
                  <a:gd name="connsiteY2" fmla="*/ 346043 h 837247"/>
                  <a:gd name="connsiteX3" fmla="*/ 151614 w 667170"/>
                  <a:gd name="connsiteY3" fmla="*/ 241649 h 837247"/>
                  <a:gd name="connsiteX4" fmla="*/ 323255 w 667170"/>
                  <a:gd name="connsiteY4" fmla="*/ 139256 h 837247"/>
                  <a:gd name="connsiteX5" fmla="*/ 571952 w 667170"/>
                  <a:gd name="connsiteY5" fmla="*/ 184309 h 837247"/>
                  <a:gd name="connsiteX6" fmla="*/ 626531 w 667170"/>
                  <a:gd name="connsiteY6" fmla="*/ 55912 h 837247"/>
                  <a:gd name="connsiteX7" fmla="*/ 339161 w 667170"/>
                  <a:gd name="connsiteY7" fmla="*/ 0 h 837247"/>
                  <a:gd name="connsiteX8" fmla="*/ 357 w 667170"/>
                  <a:gd name="connsiteY8" fmla="*/ 243650 h 837247"/>
                  <a:gd name="connsiteX9" fmla="*/ 253627 w 667170"/>
                  <a:gd name="connsiteY9" fmla="*/ 491204 h 837247"/>
                  <a:gd name="connsiteX10" fmla="*/ 253627 w 667170"/>
                  <a:gd name="connsiteY10" fmla="*/ 491395 h 837247"/>
                  <a:gd name="connsiteX11" fmla="*/ 396788 w 667170"/>
                  <a:gd name="connsiteY11" fmla="*/ 491395 h 837247"/>
                  <a:gd name="connsiteX12" fmla="*/ 515564 w 667170"/>
                  <a:gd name="connsiteY12" fmla="*/ 595694 h 837247"/>
                  <a:gd name="connsiteX13" fmla="*/ 343924 w 667170"/>
                  <a:gd name="connsiteY13" fmla="*/ 698087 h 837247"/>
                  <a:gd name="connsiteX14" fmla="*/ 68080 w 667170"/>
                  <a:gd name="connsiteY14" fmla="*/ 640842 h 837247"/>
                  <a:gd name="connsiteX15" fmla="*/ 13978 w 667170"/>
                  <a:gd name="connsiteY15" fmla="*/ 768572 h 837247"/>
                  <a:gd name="connsiteX16" fmla="*/ 328017 w 667170"/>
                  <a:gd name="connsiteY16" fmla="*/ 837247 h 837247"/>
                  <a:gd name="connsiteX17" fmla="*/ 666821 w 667170"/>
                  <a:gd name="connsiteY17" fmla="*/ 593598 h 837247"/>
                  <a:gd name="connsiteX18" fmla="*/ 413552 w 667170"/>
                  <a:gd name="connsiteY18" fmla="*/ 346234 h 837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67170" h="837247">
                    <a:moveTo>
                      <a:pt x="413552" y="346234"/>
                    </a:moveTo>
                    <a:lnTo>
                      <a:pt x="413552" y="346043"/>
                    </a:lnTo>
                    <a:lnTo>
                      <a:pt x="270391" y="346043"/>
                    </a:lnTo>
                    <a:cubicBezTo>
                      <a:pt x="190857" y="346043"/>
                      <a:pt x="148376" y="315373"/>
                      <a:pt x="151614" y="241649"/>
                    </a:cubicBezTo>
                    <a:cubicBezTo>
                      <a:pt x="154948" y="163830"/>
                      <a:pt x="239720" y="139256"/>
                      <a:pt x="323255" y="139256"/>
                    </a:cubicBezTo>
                    <a:cubicBezTo>
                      <a:pt x="442317" y="139256"/>
                      <a:pt x="530233" y="167545"/>
                      <a:pt x="571952" y="184309"/>
                    </a:cubicBezTo>
                    <a:lnTo>
                      <a:pt x="626531" y="55912"/>
                    </a:lnTo>
                    <a:cubicBezTo>
                      <a:pt x="580716" y="36004"/>
                      <a:pt x="478608" y="0"/>
                      <a:pt x="339161" y="0"/>
                    </a:cubicBezTo>
                    <a:cubicBezTo>
                      <a:pt x="199906" y="0"/>
                      <a:pt x="8549" y="55245"/>
                      <a:pt x="357" y="243650"/>
                    </a:cubicBezTo>
                    <a:cubicBezTo>
                      <a:pt x="-7644" y="427196"/>
                      <a:pt x="120086" y="488252"/>
                      <a:pt x="253627" y="491204"/>
                    </a:cubicBezTo>
                    <a:lnTo>
                      <a:pt x="253627" y="491395"/>
                    </a:lnTo>
                    <a:lnTo>
                      <a:pt x="396788" y="491395"/>
                    </a:lnTo>
                    <a:cubicBezTo>
                      <a:pt x="476321" y="491395"/>
                      <a:pt x="518803" y="522065"/>
                      <a:pt x="515564" y="595694"/>
                    </a:cubicBezTo>
                    <a:cubicBezTo>
                      <a:pt x="512231" y="673513"/>
                      <a:pt x="427458" y="698087"/>
                      <a:pt x="343924" y="698087"/>
                    </a:cubicBezTo>
                    <a:cubicBezTo>
                      <a:pt x="174855" y="698087"/>
                      <a:pt x="68080" y="640842"/>
                      <a:pt x="68080" y="640842"/>
                    </a:cubicBezTo>
                    <a:lnTo>
                      <a:pt x="13978" y="768572"/>
                    </a:lnTo>
                    <a:cubicBezTo>
                      <a:pt x="13978" y="768572"/>
                      <a:pt x="135612" y="837247"/>
                      <a:pt x="328017" y="837247"/>
                    </a:cubicBezTo>
                    <a:cubicBezTo>
                      <a:pt x="467177" y="837247"/>
                      <a:pt x="658630" y="782003"/>
                      <a:pt x="666821" y="593598"/>
                    </a:cubicBezTo>
                    <a:cubicBezTo>
                      <a:pt x="674727" y="410337"/>
                      <a:pt x="547092" y="349282"/>
                      <a:pt x="413552" y="346234"/>
                    </a:cubicBez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24" name="Forme libre : forme 23">
                <a:extLst>
                  <a:ext uri="{FF2B5EF4-FFF2-40B4-BE49-F238E27FC236}">
                    <a16:creationId xmlns:a16="http://schemas.microsoft.com/office/drawing/2014/main" id="{1FA0679D-AE7B-46B1-934A-E8319FC98439}"/>
                  </a:ext>
                </a:extLst>
              </p:cNvPr>
              <p:cNvSpPr/>
              <p:nvPr/>
            </p:nvSpPr>
            <p:spPr>
              <a:xfrm>
                <a:off x="5090064" y="3195351"/>
                <a:ext cx="793527" cy="843248"/>
              </a:xfrm>
              <a:custGeom>
                <a:avLst/>
                <a:gdLst>
                  <a:gd name="connsiteX0" fmla="*/ 403765 w 793527"/>
                  <a:gd name="connsiteY0" fmla="*/ 0 h 843248"/>
                  <a:gd name="connsiteX1" fmla="*/ 0 w 793527"/>
                  <a:gd name="connsiteY1" fmla="*/ 429578 h 843248"/>
                  <a:gd name="connsiteX2" fmla="*/ 440722 w 793527"/>
                  <a:gd name="connsiteY2" fmla="*/ 843248 h 843248"/>
                  <a:gd name="connsiteX3" fmla="*/ 753808 w 793527"/>
                  <a:gd name="connsiteY3" fmla="*/ 774573 h 843248"/>
                  <a:gd name="connsiteX4" fmla="*/ 695134 w 793527"/>
                  <a:gd name="connsiteY4" fmla="*/ 652081 h 843248"/>
                  <a:gd name="connsiteX5" fmla="*/ 435769 w 793527"/>
                  <a:gd name="connsiteY5" fmla="*/ 703040 h 843248"/>
                  <a:gd name="connsiteX6" fmla="*/ 165163 w 793527"/>
                  <a:gd name="connsiteY6" fmla="*/ 491204 h 843248"/>
                  <a:gd name="connsiteX7" fmla="*/ 632460 w 793527"/>
                  <a:gd name="connsiteY7" fmla="*/ 491204 h 843248"/>
                  <a:gd name="connsiteX8" fmla="*/ 793528 w 793527"/>
                  <a:gd name="connsiteY8" fmla="*/ 491204 h 843248"/>
                  <a:gd name="connsiteX9" fmla="*/ 793528 w 793527"/>
                  <a:gd name="connsiteY9" fmla="*/ 419671 h 843248"/>
                  <a:gd name="connsiteX10" fmla="*/ 403765 w 793527"/>
                  <a:gd name="connsiteY10" fmla="*/ 0 h 843248"/>
                  <a:gd name="connsiteX11" fmla="*/ 167068 w 793527"/>
                  <a:gd name="connsiteY11" fmla="*/ 359950 h 843248"/>
                  <a:gd name="connsiteX12" fmla="*/ 409670 w 793527"/>
                  <a:gd name="connsiteY12" fmla="*/ 135255 h 843248"/>
                  <a:gd name="connsiteX13" fmla="*/ 630460 w 793527"/>
                  <a:gd name="connsiteY13" fmla="*/ 359950 h 843248"/>
                  <a:gd name="connsiteX14" fmla="*/ 167068 w 793527"/>
                  <a:gd name="connsiteY14" fmla="*/ 359950 h 843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93527" h="843248">
                    <a:moveTo>
                      <a:pt x="403765" y="0"/>
                    </a:moveTo>
                    <a:cubicBezTo>
                      <a:pt x="173069" y="0"/>
                      <a:pt x="0" y="133255"/>
                      <a:pt x="0" y="429578"/>
                    </a:cubicBezTo>
                    <a:cubicBezTo>
                      <a:pt x="0" y="725900"/>
                      <a:pt x="218218" y="843248"/>
                      <a:pt x="440722" y="843248"/>
                    </a:cubicBezTo>
                    <a:cubicBezTo>
                      <a:pt x="645985" y="843248"/>
                      <a:pt x="753808" y="774573"/>
                      <a:pt x="753808" y="774573"/>
                    </a:cubicBezTo>
                    <a:lnTo>
                      <a:pt x="695134" y="652081"/>
                    </a:lnTo>
                    <a:cubicBezTo>
                      <a:pt x="695134" y="652081"/>
                      <a:pt x="615601" y="703040"/>
                      <a:pt x="435769" y="703040"/>
                    </a:cubicBezTo>
                    <a:cubicBezTo>
                      <a:pt x="314039" y="703040"/>
                      <a:pt x="183070" y="666274"/>
                      <a:pt x="165163" y="491204"/>
                    </a:cubicBezTo>
                    <a:lnTo>
                      <a:pt x="632460" y="491204"/>
                    </a:lnTo>
                    <a:lnTo>
                      <a:pt x="793528" y="491204"/>
                    </a:lnTo>
                    <a:lnTo>
                      <a:pt x="793528" y="419671"/>
                    </a:lnTo>
                    <a:cubicBezTo>
                      <a:pt x="793528" y="149162"/>
                      <a:pt x="668274" y="0"/>
                      <a:pt x="403765" y="0"/>
                    </a:cubicBezTo>
                    <a:close/>
                    <a:moveTo>
                      <a:pt x="167068" y="359950"/>
                    </a:moveTo>
                    <a:cubicBezTo>
                      <a:pt x="184975" y="186880"/>
                      <a:pt x="274415" y="135255"/>
                      <a:pt x="409670" y="135255"/>
                    </a:cubicBezTo>
                    <a:cubicBezTo>
                      <a:pt x="554831" y="135255"/>
                      <a:pt x="620458" y="204883"/>
                      <a:pt x="630460" y="359950"/>
                    </a:cubicBezTo>
                    <a:lnTo>
                      <a:pt x="167068" y="359950"/>
                    </a:ln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024850A8-8D36-482C-89B1-9A0DF65551BD}"/>
                  </a:ext>
                </a:extLst>
              </p:cNvPr>
              <p:cNvSpPr/>
              <p:nvPr/>
            </p:nvSpPr>
            <p:spPr>
              <a:xfrm>
                <a:off x="4311705" y="3199161"/>
                <a:ext cx="667170" cy="837247"/>
              </a:xfrm>
              <a:custGeom>
                <a:avLst/>
                <a:gdLst>
                  <a:gd name="connsiteX0" fmla="*/ 413552 w 667170"/>
                  <a:gd name="connsiteY0" fmla="*/ 346234 h 837247"/>
                  <a:gd name="connsiteX1" fmla="*/ 413552 w 667170"/>
                  <a:gd name="connsiteY1" fmla="*/ 346043 h 837247"/>
                  <a:gd name="connsiteX2" fmla="*/ 270391 w 667170"/>
                  <a:gd name="connsiteY2" fmla="*/ 346043 h 837247"/>
                  <a:gd name="connsiteX3" fmla="*/ 151614 w 667170"/>
                  <a:gd name="connsiteY3" fmla="*/ 241649 h 837247"/>
                  <a:gd name="connsiteX4" fmla="*/ 323255 w 667170"/>
                  <a:gd name="connsiteY4" fmla="*/ 139256 h 837247"/>
                  <a:gd name="connsiteX5" fmla="*/ 571952 w 667170"/>
                  <a:gd name="connsiteY5" fmla="*/ 184309 h 837247"/>
                  <a:gd name="connsiteX6" fmla="*/ 626531 w 667170"/>
                  <a:gd name="connsiteY6" fmla="*/ 55912 h 837247"/>
                  <a:gd name="connsiteX7" fmla="*/ 339161 w 667170"/>
                  <a:gd name="connsiteY7" fmla="*/ 0 h 837247"/>
                  <a:gd name="connsiteX8" fmla="*/ 357 w 667170"/>
                  <a:gd name="connsiteY8" fmla="*/ 243650 h 837247"/>
                  <a:gd name="connsiteX9" fmla="*/ 253627 w 667170"/>
                  <a:gd name="connsiteY9" fmla="*/ 491204 h 837247"/>
                  <a:gd name="connsiteX10" fmla="*/ 253627 w 667170"/>
                  <a:gd name="connsiteY10" fmla="*/ 491395 h 837247"/>
                  <a:gd name="connsiteX11" fmla="*/ 396788 w 667170"/>
                  <a:gd name="connsiteY11" fmla="*/ 491395 h 837247"/>
                  <a:gd name="connsiteX12" fmla="*/ 515564 w 667170"/>
                  <a:gd name="connsiteY12" fmla="*/ 595694 h 837247"/>
                  <a:gd name="connsiteX13" fmla="*/ 343924 w 667170"/>
                  <a:gd name="connsiteY13" fmla="*/ 698087 h 837247"/>
                  <a:gd name="connsiteX14" fmla="*/ 68080 w 667170"/>
                  <a:gd name="connsiteY14" fmla="*/ 640842 h 837247"/>
                  <a:gd name="connsiteX15" fmla="*/ 13978 w 667170"/>
                  <a:gd name="connsiteY15" fmla="*/ 768572 h 837247"/>
                  <a:gd name="connsiteX16" fmla="*/ 328017 w 667170"/>
                  <a:gd name="connsiteY16" fmla="*/ 837247 h 837247"/>
                  <a:gd name="connsiteX17" fmla="*/ 666821 w 667170"/>
                  <a:gd name="connsiteY17" fmla="*/ 593598 h 837247"/>
                  <a:gd name="connsiteX18" fmla="*/ 413552 w 667170"/>
                  <a:gd name="connsiteY18" fmla="*/ 346234 h 837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67170" h="837247">
                    <a:moveTo>
                      <a:pt x="413552" y="346234"/>
                    </a:moveTo>
                    <a:lnTo>
                      <a:pt x="413552" y="346043"/>
                    </a:lnTo>
                    <a:lnTo>
                      <a:pt x="270391" y="346043"/>
                    </a:lnTo>
                    <a:cubicBezTo>
                      <a:pt x="190857" y="346043"/>
                      <a:pt x="148376" y="315373"/>
                      <a:pt x="151614" y="241649"/>
                    </a:cubicBezTo>
                    <a:cubicBezTo>
                      <a:pt x="154948" y="163830"/>
                      <a:pt x="239720" y="139256"/>
                      <a:pt x="323255" y="139256"/>
                    </a:cubicBezTo>
                    <a:cubicBezTo>
                      <a:pt x="442317" y="139256"/>
                      <a:pt x="530233" y="167545"/>
                      <a:pt x="571952" y="184309"/>
                    </a:cubicBezTo>
                    <a:lnTo>
                      <a:pt x="626531" y="55912"/>
                    </a:lnTo>
                    <a:cubicBezTo>
                      <a:pt x="580715" y="36004"/>
                      <a:pt x="478607" y="0"/>
                      <a:pt x="339161" y="0"/>
                    </a:cubicBezTo>
                    <a:cubicBezTo>
                      <a:pt x="199906" y="0"/>
                      <a:pt x="8549" y="55245"/>
                      <a:pt x="357" y="243650"/>
                    </a:cubicBezTo>
                    <a:cubicBezTo>
                      <a:pt x="-7644" y="427196"/>
                      <a:pt x="120086" y="488252"/>
                      <a:pt x="253627" y="491204"/>
                    </a:cubicBezTo>
                    <a:lnTo>
                      <a:pt x="253627" y="491395"/>
                    </a:lnTo>
                    <a:lnTo>
                      <a:pt x="396788" y="491395"/>
                    </a:lnTo>
                    <a:cubicBezTo>
                      <a:pt x="476321" y="491395"/>
                      <a:pt x="518803" y="522065"/>
                      <a:pt x="515564" y="595694"/>
                    </a:cubicBezTo>
                    <a:cubicBezTo>
                      <a:pt x="512231" y="673513"/>
                      <a:pt x="427458" y="698087"/>
                      <a:pt x="343924" y="698087"/>
                    </a:cubicBezTo>
                    <a:cubicBezTo>
                      <a:pt x="174855" y="698087"/>
                      <a:pt x="68080" y="640842"/>
                      <a:pt x="68080" y="640842"/>
                    </a:cubicBezTo>
                    <a:lnTo>
                      <a:pt x="13978" y="768572"/>
                    </a:lnTo>
                    <a:cubicBezTo>
                      <a:pt x="13978" y="768572"/>
                      <a:pt x="135612" y="837247"/>
                      <a:pt x="328017" y="837247"/>
                    </a:cubicBezTo>
                    <a:cubicBezTo>
                      <a:pt x="467273" y="837247"/>
                      <a:pt x="658630" y="782003"/>
                      <a:pt x="666821" y="593598"/>
                    </a:cubicBezTo>
                    <a:cubicBezTo>
                      <a:pt x="674727" y="410337"/>
                      <a:pt x="547092" y="349282"/>
                      <a:pt x="413552" y="346234"/>
                    </a:cubicBez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4" name="Forme libre : forme 33">
                <a:extLst>
                  <a:ext uri="{FF2B5EF4-FFF2-40B4-BE49-F238E27FC236}">
                    <a16:creationId xmlns:a16="http://schemas.microsoft.com/office/drawing/2014/main" id="{C4D8D355-EDAD-414F-BF39-20AEE0C91120}"/>
                  </a:ext>
                </a:extLst>
              </p:cNvPr>
              <p:cNvSpPr/>
              <p:nvPr/>
            </p:nvSpPr>
            <p:spPr>
              <a:xfrm>
                <a:off x="2471737" y="3201066"/>
                <a:ext cx="761618" cy="833246"/>
              </a:xfrm>
              <a:custGeom>
                <a:avLst/>
                <a:gdLst>
                  <a:gd name="connsiteX0" fmla="*/ 378714 w 761618"/>
                  <a:gd name="connsiteY0" fmla="*/ 0 h 833246"/>
                  <a:gd name="connsiteX1" fmla="*/ 66485 w 761618"/>
                  <a:gd name="connsiteY1" fmla="*/ 51244 h 833246"/>
                  <a:gd name="connsiteX2" fmla="*/ 129445 w 761618"/>
                  <a:gd name="connsiteY2" fmla="*/ 179546 h 833246"/>
                  <a:gd name="connsiteX3" fmla="*/ 396716 w 761618"/>
                  <a:gd name="connsiteY3" fmla="*/ 139255 h 833246"/>
                  <a:gd name="connsiteX4" fmla="*/ 602552 w 761618"/>
                  <a:gd name="connsiteY4" fmla="*/ 288798 h 833246"/>
                  <a:gd name="connsiteX5" fmla="*/ 602552 w 761618"/>
                  <a:gd name="connsiteY5" fmla="*/ 338233 h 833246"/>
                  <a:gd name="connsiteX6" fmla="*/ 288322 w 761618"/>
                  <a:gd name="connsiteY6" fmla="*/ 338233 h 833246"/>
                  <a:gd name="connsiteX7" fmla="*/ 0 w 761618"/>
                  <a:gd name="connsiteY7" fmla="*/ 584645 h 833246"/>
                  <a:gd name="connsiteX8" fmla="*/ 310991 w 761618"/>
                  <a:gd name="connsiteY8" fmla="*/ 833247 h 833246"/>
                  <a:gd name="connsiteX9" fmla="*/ 602552 w 761618"/>
                  <a:gd name="connsiteY9" fmla="*/ 718756 h 833246"/>
                  <a:gd name="connsiteX10" fmla="*/ 602552 w 761618"/>
                  <a:gd name="connsiteY10" fmla="*/ 833247 h 833246"/>
                  <a:gd name="connsiteX11" fmla="*/ 761619 w 761618"/>
                  <a:gd name="connsiteY11" fmla="*/ 833247 h 833246"/>
                  <a:gd name="connsiteX12" fmla="*/ 761619 w 761618"/>
                  <a:gd name="connsiteY12" fmla="*/ 243554 h 833246"/>
                  <a:gd name="connsiteX13" fmla="*/ 378714 w 761618"/>
                  <a:gd name="connsiteY13" fmla="*/ 0 h 833246"/>
                  <a:gd name="connsiteX14" fmla="*/ 602552 w 761618"/>
                  <a:gd name="connsiteY14" fmla="*/ 507206 h 833246"/>
                  <a:gd name="connsiteX15" fmla="*/ 340328 w 761618"/>
                  <a:gd name="connsiteY15" fmla="*/ 701992 h 833246"/>
                  <a:gd name="connsiteX16" fmla="*/ 163068 w 761618"/>
                  <a:gd name="connsiteY16" fmla="*/ 582644 h 833246"/>
                  <a:gd name="connsiteX17" fmla="*/ 298323 w 761618"/>
                  <a:gd name="connsiteY17" fmla="*/ 463296 h 833246"/>
                  <a:gd name="connsiteX18" fmla="*/ 602647 w 761618"/>
                  <a:gd name="connsiteY18" fmla="*/ 463296 h 833246"/>
                  <a:gd name="connsiteX19" fmla="*/ 602647 w 761618"/>
                  <a:gd name="connsiteY19" fmla="*/ 507206 h 8332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61618" h="833246">
                    <a:moveTo>
                      <a:pt x="378714" y="0"/>
                    </a:moveTo>
                    <a:cubicBezTo>
                      <a:pt x="232886" y="0"/>
                      <a:pt x="123063" y="30861"/>
                      <a:pt x="66485" y="51244"/>
                    </a:cubicBezTo>
                    <a:lnTo>
                      <a:pt x="129445" y="179546"/>
                    </a:lnTo>
                    <a:cubicBezTo>
                      <a:pt x="180880" y="162687"/>
                      <a:pt x="274320" y="139255"/>
                      <a:pt x="396716" y="139255"/>
                    </a:cubicBezTo>
                    <a:cubicBezTo>
                      <a:pt x="491204" y="139255"/>
                      <a:pt x="602552" y="164973"/>
                      <a:pt x="602552" y="288798"/>
                    </a:cubicBezTo>
                    <a:cubicBezTo>
                      <a:pt x="602552" y="288798"/>
                      <a:pt x="602361" y="334042"/>
                      <a:pt x="602552" y="338233"/>
                    </a:cubicBezTo>
                    <a:lnTo>
                      <a:pt x="288322" y="338233"/>
                    </a:lnTo>
                    <a:cubicBezTo>
                      <a:pt x="129254" y="338042"/>
                      <a:pt x="0" y="393763"/>
                      <a:pt x="0" y="584645"/>
                    </a:cubicBezTo>
                    <a:cubicBezTo>
                      <a:pt x="0" y="755332"/>
                      <a:pt x="139732" y="833247"/>
                      <a:pt x="310991" y="833247"/>
                    </a:cubicBezTo>
                    <a:cubicBezTo>
                      <a:pt x="513779" y="833247"/>
                      <a:pt x="602552" y="718756"/>
                      <a:pt x="602552" y="718756"/>
                    </a:cubicBezTo>
                    <a:lnTo>
                      <a:pt x="602552" y="833247"/>
                    </a:lnTo>
                    <a:lnTo>
                      <a:pt x="761619" y="833247"/>
                    </a:lnTo>
                    <a:lnTo>
                      <a:pt x="761619" y="243554"/>
                    </a:lnTo>
                    <a:cubicBezTo>
                      <a:pt x="752475" y="55150"/>
                      <a:pt x="536067" y="0"/>
                      <a:pt x="378714" y="0"/>
                    </a:cubicBezTo>
                    <a:close/>
                    <a:moveTo>
                      <a:pt x="602552" y="507206"/>
                    </a:moveTo>
                    <a:cubicBezTo>
                      <a:pt x="602552" y="630364"/>
                      <a:pt x="445294" y="701992"/>
                      <a:pt x="340328" y="701992"/>
                    </a:cubicBezTo>
                    <a:cubicBezTo>
                      <a:pt x="262795" y="701992"/>
                      <a:pt x="163068" y="676084"/>
                      <a:pt x="163068" y="582644"/>
                    </a:cubicBezTo>
                    <a:cubicBezTo>
                      <a:pt x="163068" y="489204"/>
                      <a:pt x="216789" y="463296"/>
                      <a:pt x="298323" y="463296"/>
                    </a:cubicBezTo>
                    <a:lnTo>
                      <a:pt x="602647" y="463296"/>
                    </a:lnTo>
                    <a:lnTo>
                      <a:pt x="602647" y="507206"/>
                    </a:ln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7148A700-F7D8-4402-9F95-58B18F8C236D}"/>
                </a:ext>
              </a:extLst>
            </p:cNvPr>
            <p:cNvSpPr/>
            <p:nvPr/>
          </p:nvSpPr>
          <p:spPr>
            <a:xfrm>
              <a:off x="4142993" y="1104900"/>
              <a:ext cx="859916" cy="433102"/>
            </a:xfrm>
            <a:custGeom>
              <a:avLst/>
              <a:gdLst>
                <a:gd name="connsiteX0" fmla="*/ 859917 w 859916"/>
                <a:gd name="connsiteY0" fmla="*/ 124968 h 433102"/>
                <a:gd name="connsiteX1" fmla="*/ 431387 w 859916"/>
                <a:gd name="connsiteY1" fmla="*/ 0 h 433102"/>
                <a:gd name="connsiteX2" fmla="*/ 0 w 859916"/>
                <a:gd name="connsiteY2" fmla="*/ 118967 h 433102"/>
                <a:gd name="connsiteX3" fmla="*/ 430435 w 859916"/>
                <a:gd name="connsiteY3" fmla="*/ 433102 h 433102"/>
                <a:gd name="connsiteX4" fmla="*/ 859917 w 859916"/>
                <a:gd name="connsiteY4" fmla="*/ 124968 h 433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9916" h="433102">
                  <a:moveTo>
                    <a:pt x="859917" y="124968"/>
                  </a:moveTo>
                  <a:cubicBezTo>
                    <a:pt x="742759" y="49720"/>
                    <a:pt x="588645" y="0"/>
                    <a:pt x="431387" y="0"/>
                  </a:cubicBezTo>
                  <a:cubicBezTo>
                    <a:pt x="285274" y="0"/>
                    <a:pt x="134779" y="35719"/>
                    <a:pt x="0" y="118967"/>
                  </a:cubicBezTo>
                  <a:cubicBezTo>
                    <a:pt x="0" y="118967"/>
                    <a:pt x="183642" y="432530"/>
                    <a:pt x="430435" y="433102"/>
                  </a:cubicBezTo>
                  <a:cubicBezTo>
                    <a:pt x="677132" y="433673"/>
                    <a:pt x="859917" y="124968"/>
                    <a:pt x="859917" y="124968"/>
                  </a:cubicBezTo>
                  <a:close/>
                </a:path>
              </a:pathLst>
            </a:custGeom>
            <a:solidFill>
              <a:srgbClr val="FFE8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043231D7-5025-44C3-900B-149CF010FC9F}"/>
                </a:ext>
              </a:extLst>
            </p:cNvPr>
            <p:cNvSpPr/>
            <p:nvPr/>
          </p:nvSpPr>
          <p:spPr>
            <a:xfrm>
              <a:off x="3749374" y="1300924"/>
              <a:ext cx="466844" cy="817244"/>
            </a:xfrm>
            <a:custGeom>
              <a:avLst/>
              <a:gdLst>
                <a:gd name="connsiteX0" fmla="*/ 287416 w 466844"/>
                <a:gd name="connsiteY0" fmla="*/ 0 h 817244"/>
                <a:gd name="connsiteX1" fmla="*/ 40051 w 466844"/>
                <a:gd name="connsiteY1" fmla="*/ 371570 h 817244"/>
                <a:gd name="connsiteX2" fmla="*/ 24145 w 466844"/>
                <a:gd name="connsiteY2" fmla="*/ 817245 h 817244"/>
                <a:gd name="connsiteX3" fmla="*/ 451722 w 466844"/>
                <a:gd name="connsiteY3" fmla="*/ 506444 h 817244"/>
                <a:gd name="connsiteX4" fmla="*/ 287416 w 466844"/>
                <a:gd name="connsiteY4" fmla="*/ 0 h 817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844" h="817244">
                  <a:moveTo>
                    <a:pt x="287416" y="0"/>
                  </a:moveTo>
                  <a:cubicBezTo>
                    <a:pt x="175021" y="94488"/>
                    <a:pt x="88915" y="222123"/>
                    <a:pt x="40051" y="371570"/>
                  </a:cubicBezTo>
                  <a:cubicBezTo>
                    <a:pt x="-8907" y="521018"/>
                    <a:pt x="-11479" y="669322"/>
                    <a:pt x="24145" y="817245"/>
                  </a:cubicBezTo>
                  <a:cubicBezTo>
                    <a:pt x="24145" y="817245"/>
                    <a:pt x="374855" y="740855"/>
                    <a:pt x="451722" y="506444"/>
                  </a:cubicBezTo>
                  <a:cubicBezTo>
                    <a:pt x="528589" y="272034"/>
                    <a:pt x="287416" y="0"/>
                    <a:pt x="287416" y="0"/>
                  </a:cubicBezTo>
                  <a:close/>
                </a:path>
              </a:pathLst>
            </a:custGeom>
            <a:solidFill>
              <a:srgbClr val="FF994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A057539C-0DF8-4385-B5A0-076759EE1E9E}"/>
                </a:ext>
              </a:extLst>
            </p:cNvPr>
            <p:cNvSpPr/>
            <p:nvPr/>
          </p:nvSpPr>
          <p:spPr>
            <a:xfrm>
              <a:off x="3810094" y="2167431"/>
              <a:ext cx="695999" cy="571005"/>
            </a:xfrm>
            <a:custGeom>
              <a:avLst/>
              <a:gdLst>
                <a:gd name="connsiteX0" fmla="*/ 0 w 695999"/>
                <a:gd name="connsiteY0" fmla="*/ 63418 h 571005"/>
                <a:gd name="connsiteX1" fmla="*/ 274034 w 695999"/>
                <a:gd name="connsiteY1" fmla="*/ 414986 h 571005"/>
                <a:gd name="connsiteX2" fmla="*/ 693611 w 695999"/>
                <a:gd name="connsiteY2" fmla="*/ 571006 h 571005"/>
                <a:gd name="connsiteX3" fmla="*/ 529400 w 695999"/>
                <a:gd name="connsiteY3" fmla="*/ 65133 h 571005"/>
                <a:gd name="connsiteX4" fmla="*/ 0 w 695999"/>
                <a:gd name="connsiteY4" fmla="*/ 63418 h 571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5999" h="571005">
                  <a:moveTo>
                    <a:pt x="0" y="63418"/>
                  </a:moveTo>
                  <a:cubicBezTo>
                    <a:pt x="57436" y="202198"/>
                    <a:pt x="148876" y="322022"/>
                    <a:pt x="274034" y="414986"/>
                  </a:cubicBezTo>
                  <a:cubicBezTo>
                    <a:pt x="400241" y="508712"/>
                    <a:pt x="552926" y="561671"/>
                    <a:pt x="693611" y="571006"/>
                  </a:cubicBezTo>
                  <a:cubicBezTo>
                    <a:pt x="693611" y="571006"/>
                    <a:pt x="728758" y="210675"/>
                    <a:pt x="529400" y="65133"/>
                  </a:cubicBezTo>
                  <a:cubicBezTo>
                    <a:pt x="330041" y="-80409"/>
                    <a:pt x="0" y="63418"/>
                    <a:pt x="0" y="63418"/>
                  </a:cubicBezTo>
                  <a:close/>
                </a:path>
              </a:pathLst>
            </a:custGeom>
            <a:solidFill>
              <a:srgbClr val="E100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C9A25EC6-816D-4BF1-B5DF-B2396460CD9C}"/>
                </a:ext>
              </a:extLst>
            </p:cNvPr>
            <p:cNvSpPr/>
            <p:nvPr/>
          </p:nvSpPr>
          <p:spPr>
            <a:xfrm>
              <a:off x="4633686" y="2165635"/>
              <a:ext cx="694216" cy="572421"/>
            </a:xfrm>
            <a:custGeom>
              <a:avLst/>
              <a:gdLst>
                <a:gd name="connsiteX0" fmla="*/ 3178 w 694216"/>
                <a:gd name="connsiteY0" fmla="*/ 572422 h 572421"/>
                <a:gd name="connsiteX1" fmla="*/ 420087 w 694216"/>
                <a:gd name="connsiteY1" fmla="*/ 414783 h 572421"/>
                <a:gd name="connsiteX2" fmla="*/ 694217 w 694216"/>
                <a:gd name="connsiteY2" fmla="*/ 61024 h 572421"/>
                <a:gd name="connsiteX3" fmla="*/ 161960 w 694216"/>
                <a:gd name="connsiteY3" fmla="*/ 66930 h 572421"/>
                <a:gd name="connsiteX4" fmla="*/ 3178 w 694216"/>
                <a:gd name="connsiteY4" fmla="*/ 572422 h 57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16" h="572421">
                  <a:moveTo>
                    <a:pt x="3178" y="572422"/>
                  </a:moveTo>
                  <a:cubicBezTo>
                    <a:pt x="160817" y="556705"/>
                    <a:pt x="292738" y="506985"/>
                    <a:pt x="420087" y="414783"/>
                  </a:cubicBezTo>
                  <a:cubicBezTo>
                    <a:pt x="543341" y="325533"/>
                    <a:pt x="637162" y="199327"/>
                    <a:pt x="694217" y="61024"/>
                  </a:cubicBezTo>
                  <a:cubicBezTo>
                    <a:pt x="694217" y="61024"/>
                    <a:pt x="360080" y="-80136"/>
                    <a:pt x="161960" y="66930"/>
                  </a:cubicBezTo>
                  <a:cubicBezTo>
                    <a:pt x="-36160" y="213996"/>
                    <a:pt x="3178" y="572422"/>
                    <a:pt x="3178" y="572422"/>
                  </a:cubicBezTo>
                  <a:close/>
                </a:path>
              </a:pathLst>
            </a:custGeom>
            <a:solidFill>
              <a:srgbClr val="5770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B6F03869-A025-426A-8DB2-BBE57A2FA149}"/>
                </a:ext>
              </a:extLst>
            </p:cNvPr>
            <p:cNvSpPr/>
            <p:nvPr/>
          </p:nvSpPr>
          <p:spPr>
            <a:xfrm>
              <a:off x="4920405" y="1302353"/>
              <a:ext cx="465742" cy="817435"/>
            </a:xfrm>
            <a:custGeom>
              <a:avLst/>
              <a:gdLst>
                <a:gd name="connsiteX0" fmla="*/ 441883 w 465742"/>
                <a:gd name="connsiteY0" fmla="*/ 817436 h 817435"/>
                <a:gd name="connsiteX1" fmla="*/ 427024 w 465742"/>
                <a:gd name="connsiteY1" fmla="*/ 371189 h 817435"/>
                <a:gd name="connsiteX2" fmla="*/ 180707 w 465742"/>
                <a:gd name="connsiteY2" fmla="*/ 0 h 817435"/>
                <a:gd name="connsiteX3" fmla="*/ 14687 w 465742"/>
                <a:gd name="connsiteY3" fmla="*/ 504158 h 817435"/>
                <a:gd name="connsiteX4" fmla="*/ 441883 w 465742"/>
                <a:gd name="connsiteY4" fmla="*/ 817436 h 817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5742" h="817435">
                  <a:moveTo>
                    <a:pt x="441883" y="817436"/>
                  </a:moveTo>
                  <a:cubicBezTo>
                    <a:pt x="476268" y="675799"/>
                    <a:pt x="475316" y="520827"/>
                    <a:pt x="427024" y="371189"/>
                  </a:cubicBezTo>
                  <a:cubicBezTo>
                    <a:pt x="378732" y="221552"/>
                    <a:pt x="292340" y="97917"/>
                    <a:pt x="180707" y="0"/>
                  </a:cubicBezTo>
                  <a:cubicBezTo>
                    <a:pt x="180707" y="0"/>
                    <a:pt x="-61037" y="269272"/>
                    <a:pt x="14687" y="504158"/>
                  </a:cubicBezTo>
                  <a:cubicBezTo>
                    <a:pt x="90410" y="739045"/>
                    <a:pt x="441883" y="817436"/>
                    <a:pt x="441883" y="817436"/>
                  </a:cubicBezTo>
                  <a:close/>
                </a:path>
              </a:pathLst>
            </a:custGeom>
            <a:solidFill>
              <a:srgbClr val="00AC8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36" name="Espace réservé du texte 10">
            <a:extLst>
              <a:ext uri="{FF2B5EF4-FFF2-40B4-BE49-F238E27FC236}">
                <a16:creationId xmlns:a16="http://schemas.microsoft.com/office/drawing/2014/main" id="{F1AA8A00-22A6-4AC2-960F-2483AE6782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80000" y="3128061"/>
            <a:ext cx="11232000" cy="27696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4333" b="1" cap="all" baseline="0">
                <a:solidFill>
                  <a:srgbClr val="262626"/>
                </a:solidFill>
              </a:defRPr>
            </a:lvl1pPr>
            <a:lvl2pPr marL="0" indent="0">
              <a:spcBef>
                <a:spcPts val="667"/>
              </a:spcBef>
              <a:spcAft>
                <a:spcPts val="0"/>
              </a:spcAft>
              <a:buNone/>
              <a:defRPr sz="2467" baseline="0"/>
            </a:lvl2pPr>
          </a:lstStyle>
          <a:p>
            <a:pPr lvl="0"/>
            <a:r>
              <a:rPr lang="fr-FR" dirty="0"/>
              <a:t>Titre de la présentation </a:t>
            </a:r>
            <a:br>
              <a:rPr lang="fr-FR" dirty="0"/>
            </a:br>
            <a:r>
              <a:rPr lang="fr-FR" dirty="0"/>
              <a:t>sur deux lignes maximum</a:t>
            </a:r>
          </a:p>
          <a:p>
            <a:pPr lvl="1"/>
            <a:r>
              <a:rPr lang="fr-FR" dirty="0"/>
              <a:t>Sous-titre de la présentation </a:t>
            </a:r>
            <a:br>
              <a:rPr lang="fr-FR" dirty="0"/>
            </a:br>
            <a:r>
              <a:rPr lang="fr-FR" dirty="0"/>
              <a:t>sur deux lignes maximum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72FC0E8-6F73-4131-92BB-23652B1A5AB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66300" y="6212901"/>
            <a:ext cx="1560000" cy="282572"/>
          </a:xfrm>
        </p:spPr>
        <p:txBody>
          <a:bodyPr>
            <a:noAutofit/>
          </a:bodyPr>
          <a:lstStyle/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71DF7BD-76CD-45EB-8FE8-07FE684BDF9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>
            <a:noAutofit/>
          </a:bodyPr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5955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</a:lstStyle>
          <a:p>
            <a:r>
              <a:rPr lang="fr-FR" dirty="0"/>
              <a:t>Sommaire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7" y="2522624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None/>
              <a:defRPr b="1">
                <a:solidFill>
                  <a:schemeClr val="tx2"/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>
                <a:solidFill>
                  <a:srgbClr val="262626"/>
                </a:solidFill>
              </a:defRPr>
            </a:lvl2pPr>
          </a:lstStyle>
          <a:p>
            <a:pPr lvl="0"/>
            <a:r>
              <a:rPr lang="fr-FR" dirty="0"/>
              <a:t>1. 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416000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None/>
              <a:defRPr b="1">
                <a:solidFill>
                  <a:schemeClr val="accent2"/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>
                <a:solidFill>
                  <a:srgbClr val="262626"/>
                </a:solidFill>
              </a:defRPr>
            </a:lvl2pPr>
          </a:lstStyle>
          <a:p>
            <a:pPr lvl="0"/>
            <a:r>
              <a:rPr lang="fr-FR" dirty="0"/>
              <a:t>2. 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351999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None/>
              <a:defRPr b="1">
                <a:solidFill>
                  <a:srgbClr val="5770BE"/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>
                <a:solidFill>
                  <a:srgbClr val="262626"/>
                </a:solidFill>
              </a:defRPr>
            </a:lvl2pPr>
          </a:lstStyle>
          <a:p>
            <a:pPr lvl="0"/>
            <a:r>
              <a:rPr lang="fr-FR" dirty="0"/>
              <a:t>3. 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BA039719-59E1-499E-AE38-46FC3D06F2F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4460079-5C05-4907-83D0-F6C237D493D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</a:lstStyle>
          <a:p>
            <a:r>
              <a:rPr lang="en-US"/>
              <a:t>SVEPM 2026   -   UNVEILING TEMPORAL AND REGIONAL FACTORS OF ANTIBIOTIC RESISTANCE   -   BAREILLE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72E177FF-2AD8-4CAF-A3FD-3CF7C14C521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DD31BDFD-FADC-44D8-B829-1A31B7858F66}"/>
              </a:ext>
            </a:extLst>
          </p:cNvPr>
          <p:cNvGrpSpPr/>
          <p:nvPr userDrawn="1"/>
        </p:nvGrpSpPr>
        <p:grpSpPr>
          <a:xfrm>
            <a:off x="11337925" y="238141"/>
            <a:ext cx="365127" cy="507984"/>
            <a:chOff x="2724335" y="0"/>
            <a:chExt cx="3694565" cy="5140087"/>
          </a:xfrm>
        </p:grpSpPr>
        <p:grpSp>
          <p:nvGrpSpPr>
            <p:cNvPr id="43" name="Groupe 42">
              <a:extLst>
                <a:ext uri="{FF2B5EF4-FFF2-40B4-BE49-F238E27FC236}">
                  <a16:creationId xmlns:a16="http://schemas.microsoft.com/office/drawing/2014/main" id="{68948EC5-1067-4566-82C7-B6A31FB381EE}"/>
                </a:ext>
              </a:extLst>
            </p:cNvPr>
            <p:cNvGrpSpPr/>
            <p:nvPr userDrawn="1"/>
          </p:nvGrpSpPr>
          <p:grpSpPr>
            <a:xfrm>
              <a:off x="2724335" y="4398358"/>
              <a:ext cx="3694565" cy="741729"/>
              <a:chOff x="2724335" y="4398358"/>
              <a:chExt cx="3694565" cy="741729"/>
            </a:xfrm>
          </p:grpSpPr>
          <p:sp>
            <p:nvSpPr>
              <p:cNvPr id="50" name="Forme libre : forme 49">
                <a:extLst>
                  <a:ext uri="{FF2B5EF4-FFF2-40B4-BE49-F238E27FC236}">
                    <a16:creationId xmlns:a16="http://schemas.microsoft.com/office/drawing/2014/main" id="{A9721D01-449C-4E27-8D95-CB388E166391}"/>
                  </a:ext>
                </a:extLst>
              </p:cNvPr>
              <p:cNvSpPr/>
              <p:nvPr/>
            </p:nvSpPr>
            <p:spPr>
              <a:xfrm>
                <a:off x="3554785" y="4412423"/>
                <a:ext cx="659499" cy="722420"/>
              </a:xfrm>
              <a:custGeom>
                <a:avLst/>
                <a:gdLst>
                  <a:gd name="connsiteX0" fmla="*/ 391256 w 659499"/>
                  <a:gd name="connsiteY0" fmla="*/ 0 h 722420"/>
                  <a:gd name="connsiteX1" fmla="*/ 139990 w 659499"/>
                  <a:gd name="connsiteY1" fmla="*/ 100540 h 722420"/>
                  <a:gd name="connsiteX2" fmla="*/ 139990 w 659499"/>
                  <a:gd name="connsiteY2" fmla="*/ 0 h 722420"/>
                  <a:gd name="connsiteX3" fmla="*/ 0 w 659499"/>
                  <a:gd name="connsiteY3" fmla="*/ 0 h 722420"/>
                  <a:gd name="connsiteX4" fmla="*/ 0 w 659499"/>
                  <a:gd name="connsiteY4" fmla="*/ 722421 h 722420"/>
                  <a:gd name="connsiteX5" fmla="*/ 140073 w 659499"/>
                  <a:gd name="connsiteY5" fmla="*/ 722421 h 722420"/>
                  <a:gd name="connsiteX6" fmla="*/ 140073 w 659499"/>
                  <a:gd name="connsiteY6" fmla="*/ 283142 h 722420"/>
                  <a:gd name="connsiteX7" fmla="*/ 366037 w 659499"/>
                  <a:gd name="connsiteY7" fmla="*/ 115438 h 722420"/>
                  <a:gd name="connsiteX8" fmla="*/ 518928 w 659499"/>
                  <a:gd name="connsiteY8" fmla="*/ 243442 h 722420"/>
                  <a:gd name="connsiteX9" fmla="*/ 519427 w 659499"/>
                  <a:gd name="connsiteY9" fmla="*/ 243442 h 722420"/>
                  <a:gd name="connsiteX10" fmla="*/ 519427 w 659499"/>
                  <a:gd name="connsiteY10" fmla="*/ 722421 h 722420"/>
                  <a:gd name="connsiteX11" fmla="*/ 659500 w 659499"/>
                  <a:gd name="connsiteY11" fmla="*/ 722421 h 722420"/>
                  <a:gd name="connsiteX12" fmla="*/ 659500 w 659499"/>
                  <a:gd name="connsiteY12" fmla="*/ 243442 h 722420"/>
                  <a:gd name="connsiteX13" fmla="*/ 391256 w 659499"/>
                  <a:gd name="connsiteY13" fmla="*/ 0 h 722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59499" h="722420">
                    <a:moveTo>
                      <a:pt x="391256" y="0"/>
                    </a:moveTo>
                    <a:cubicBezTo>
                      <a:pt x="218141" y="0"/>
                      <a:pt x="141488" y="98626"/>
                      <a:pt x="139990" y="100540"/>
                    </a:cubicBezTo>
                    <a:lnTo>
                      <a:pt x="139990" y="0"/>
                    </a:lnTo>
                    <a:lnTo>
                      <a:pt x="0" y="0"/>
                    </a:lnTo>
                    <a:lnTo>
                      <a:pt x="0" y="722421"/>
                    </a:lnTo>
                    <a:lnTo>
                      <a:pt x="140073" y="722421"/>
                    </a:lnTo>
                    <a:lnTo>
                      <a:pt x="140073" y="283142"/>
                    </a:lnTo>
                    <a:cubicBezTo>
                      <a:pt x="143069" y="177026"/>
                      <a:pt x="276567" y="115438"/>
                      <a:pt x="366037" y="115438"/>
                    </a:cubicBezTo>
                    <a:cubicBezTo>
                      <a:pt x="432870" y="115438"/>
                      <a:pt x="518928" y="161213"/>
                      <a:pt x="518928" y="243442"/>
                    </a:cubicBezTo>
                    <a:lnTo>
                      <a:pt x="519427" y="243442"/>
                    </a:lnTo>
                    <a:lnTo>
                      <a:pt x="519427" y="722421"/>
                    </a:lnTo>
                    <a:lnTo>
                      <a:pt x="659500" y="722421"/>
                    </a:lnTo>
                    <a:lnTo>
                      <a:pt x="659500" y="243442"/>
                    </a:lnTo>
                    <a:cubicBezTo>
                      <a:pt x="659417" y="80981"/>
                      <a:pt x="538986" y="0"/>
                      <a:pt x="391256" y="0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51" name="Forme libre : forme 50">
                <a:extLst>
                  <a:ext uri="{FF2B5EF4-FFF2-40B4-BE49-F238E27FC236}">
                    <a16:creationId xmlns:a16="http://schemas.microsoft.com/office/drawing/2014/main" id="{D4EF4E18-1600-4951-B2D3-81EA9BB0A9D0}"/>
                  </a:ext>
                </a:extLst>
              </p:cNvPr>
              <p:cNvSpPr/>
              <p:nvPr/>
            </p:nvSpPr>
            <p:spPr>
              <a:xfrm>
                <a:off x="5832180" y="4401770"/>
                <a:ext cx="586720" cy="736485"/>
              </a:xfrm>
              <a:custGeom>
                <a:avLst/>
                <a:gdLst>
                  <a:gd name="connsiteX0" fmla="*/ 363684 w 586720"/>
                  <a:gd name="connsiteY0" fmla="*/ 304532 h 736485"/>
                  <a:gd name="connsiteX1" fmla="*/ 363684 w 586720"/>
                  <a:gd name="connsiteY1" fmla="*/ 304365 h 736485"/>
                  <a:gd name="connsiteX2" fmla="*/ 237760 w 586720"/>
                  <a:gd name="connsiteY2" fmla="*/ 304365 h 736485"/>
                  <a:gd name="connsiteX3" fmla="*/ 133309 w 586720"/>
                  <a:gd name="connsiteY3" fmla="*/ 212565 h 736485"/>
                  <a:gd name="connsiteX4" fmla="*/ 284285 w 586720"/>
                  <a:gd name="connsiteY4" fmla="*/ 122512 h 736485"/>
                  <a:gd name="connsiteX5" fmla="*/ 503008 w 586720"/>
                  <a:gd name="connsiteY5" fmla="*/ 162128 h 736485"/>
                  <a:gd name="connsiteX6" fmla="*/ 551031 w 586720"/>
                  <a:gd name="connsiteY6" fmla="*/ 49188 h 736485"/>
                  <a:gd name="connsiteX7" fmla="*/ 298267 w 586720"/>
                  <a:gd name="connsiteY7" fmla="*/ 0 h 736485"/>
                  <a:gd name="connsiteX8" fmla="*/ 310 w 586720"/>
                  <a:gd name="connsiteY8" fmla="*/ 214313 h 736485"/>
                  <a:gd name="connsiteX9" fmla="*/ 223029 w 586720"/>
                  <a:gd name="connsiteY9" fmla="*/ 432037 h 736485"/>
                  <a:gd name="connsiteX10" fmla="*/ 223029 w 586720"/>
                  <a:gd name="connsiteY10" fmla="*/ 432204 h 736485"/>
                  <a:gd name="connsiteX11" fmla="*/ 348953 w 586720"/>
                  <a:gd name="connsiteY11" fmla="*/ 432204 h 736485"/>
                  <a:gd name="connsiteX12" fmla="*/ 453404 w 586720"/>
                  <a:gd name="connsiteY12" fmla="*/ 524005 h 736485"/>
                  <a:gd name="connsiteX13" fmla="*/ 302428 w 586720"/>
                  <a:gd name="connsiteY13" fmla="*/ 614057 h 736485"/>
                  <a:gd name="connsiteX14" fmla="*/ 59818 w 586720"/>
                  <a:gd name="connsiteY14" fmla="*/ 563704 h 736485"/>
                  <a:gd name="connsiteX15" fmla="*/ 12212 w 586720"/>
                  <a:gd name="connsiteY15" fmla="*/ 676062 h 736485"/>
                  <a:gd name="connsiteX16" fmla="*/ 288446 w 586720"/>
                  <a:gd name="connsiteY16" fmla="*/ 736486 h 736485"/>
                  <a:gd name="connsiteX17" fmla="*/ 586403 w 586720"/>
                  <a:gd name="connsiteY17" fmla="*/ 522173 h 736485"/>
                  <a:gd name="connsiteX18" fmla="*/ 363684 w 586720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20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8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8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477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52" name="Forme libre : forme 51">
                <a:extLst>
                  <a:ext uri="{FF2B5EF4-FFF2-40B4-BE49-F238E27FC236}">
                    <a16:creationId xmlns:a16="http://schemas.microsoft.com/office/drawing/2014/main" id="{3284962D-7A7F-4349-9250-20D40BD3FEC1}"/>
                  </a:ext>
                </a:extLst>
              </p:cNvPr>
              <p:cNvSpPr/>
              <p:nvPr/>
            </p:nvSpPr>
            <p:spPr>
              <a:xfrm>
                <a:off x="5027341" y="4398358"/>
                <a:ext cx="698034" cy="741729"/>
              </a:xfrm>
              <a:custGeom>
                <a:avLst/>
                <a:gdLst>
                  <a:gd name="connsiteX0" fmla="*/ 355135 w 698034"/>
                  <a:gd name="connsiteY0" fmla="*/ 0 h 741729"/>
                  <a:gd name="connsiteX1" fmla="*/ 0 w 698034"/>
                  <a:gd name="connsiteY1" fmla="*/ 377856 h 741729"/>
                  <a:gd name="connsiteX2" fmla="*/ 387594 w 698034"/>
                  <a:gd name="connsiteY2" fmla="*/ 741730 h 741729"/>
                  <a:gd name="connsiteX3" fmla="*/ 662996 w 698034"/>
                  <a:gd name="connsiteY3" fmla="*/ 681306 h 741729"/>
                  <a:gd name="connsiteX4" fmla="*/ 611394 w 698034"/>
                  <a:gd name="connsiteY4" fmla="*/ 573609 h 741729"/>
                  <a:gd name="connsiteX5" fmla="*/ 383266 w 698034"/>
                  <a:gd name="connsiteY5" fmla="*/ 618386 h 741729"/>
                  <a:gd name="connsiteX6" fmla="*/ 145233 w 698034"/>
                  <a:gd name="connsiteY6" fmla="*/ 432121 h 741729"/>
                  <a:gd name="connsiteX7" fmla="*/ 556297 w 698034"/>
                  <a:gd name="connsiteY7" fmla="*/ 432121 h 741729"/>
                  <a:gd name="connsiteX8" fmla="*/ 698035 w 698034"/>
                  <a:gd name="connsiteY8" fmla="*/ 432121 h 741729"/>
                  <a:gd name="connsiteX9" fmla="*/ 698035 w 698034"/>
                  <a:gd name="connsiteY9" fmla="*/ 369200 h 741729"/>
                  <a:gd name="connsiteX10" fmla="*/ 355135 w 698034"/>
                  <a:gd name="connsiteY10" fmla="*/ 0 h 741729"/>
                  <a:gd name="connsiteX11" fmla="*/ 146981 w 698034"/>
                  <a:gd name="connsiteY11" fmla="*/ 316684 h 741729"/>
                  <a:gd name="connsiteX12" fmla="*/ 360378 w 698034"/>
                  <a:gd name="connsiteY12" fmla="*/ 119017 h 741729"/>
                  <a:gd name="connsiteX13" fmla="*/ 554549 w 698034"/>
                  <a:gd name="connsiteY13" fmla="*/ 316684 h 741729"/>
                  <a:gd name="connsiteX14" fmla="*/ 146981 w 698034"/>
                  <a:gd name="connsiteY14" fmla="*/ 316684 h 741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8034" h="741729">
                    <a:moveTo>
                      <a:pt x="355135" y="0"/>
                    </a:moveTo>
                    <a:cubicBezTo>
                      <a:pt x="152224" y="0"/>
                      <a:pt x="0" y="117185"/>
                      <a:pt x="0" y="377856"/>
                    </a:cubicBezTo>
                    <a:cubicBezTo>
                      <a:pt x="0" y="638443"/>
                      <a:pt x="191924" y="741730"/>
                      <a:pt x="387594" y="741730"/>
                    </a:cubicBezTo>
                    <a:cubicBezTo>
                      <a:pt x="568199" y="741730"/>
                      <a:pt x="662996" y="681306"/>
                      <a:pt x="662996" y="681306"/>
                    </a:cubicBezTo>
                    <a:lnTo>
                      <a:pt x="611394" y="573609"/>
                    </a:lnTo>
                    <a:cubicBezTo>
                      <a:pt x="611394" y="573609"/>
                      <a:pt x="541482" y="618386"/>
                      <a:pt x="383266" y="618386"/>
                    </a:cubicBezTo>
                    <a:cubicBezTo>
                      <a:pt x="276234" y="618386"/>
                      <a:pt x="160963" y="586010"/>
                      <a:pt x="145233" y="432121"/>
                    </a:cubicBezTo>
                    <a:lnTo>
                      <a:pt x="556297" y="432121"/>
                    </a:lnTo>
                    <a:lnTo>
                      <a:pt x="698035" y="432121"/>
                    </a:lnTo>
                    <a:lnTo>
                      <a:pt x="698035" y="369200"/>
                    </a:lnTo>
                    <a:cubicBezTo>
                      <a:pt x="698035" y="131251"/>
                      <a:pt x="587757" y="0"/>
                      <a:pt x="355135" y="0"/>
                    </a:cubicBezTo>
                    <a:close/>
                    <a:moveTo>
                      <a:pt x="146981" y="316684"/>
                    </a:moveTo>
                    <a:cubicBezTo>
                      <a:pt x="162711" y="164459"/>
                      <a:pt x="241445" y="119017"/>
                      <a:pt x="360378" y="119017"/>
                    </a:cubicBezTo>
                    <a:cubicBezTo>
                      <a:pt x="488050" y="119017"/>
                      <a:pt x="545810" y="180272"/>
                      <a:pt x="554549" y="316684"/>
                    </a:cubicBezTo>
                    <a:lnTo>
                      <a:pt x="146981" y="316684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53" name="Forme libre : forme 52">
                <a:extLst>
                  <a:ext uri="{FF2B5EF4-FFF2-40B4-BE49-F238E27FC236}">
                    <a16:creationId xmlns:a16="http://schemas.microsoft.com/office/drawing/2014/main" id="{476FCF11-4108-40BC-8178-ADD787625181}"/>
                  </a:ext>
                </a:extLst>
              </p:cNvPr>
              <p:cNvSpPr/>
              <p:nvPr/>
            </p:nvSpPr>
            <p:spPr>
              <a:xfrm>
                <a:off x="4342812" y="4401770"/>
                <a:ext cx="586713" cy="736485"/>
              </a:xfrm>
              <a:custGeom>
                <a:avLst/>
                <a:gdLst>
                  <a:gd name="connsiteX0" fmla="*/ 363684 w 586713"/>
                  <a:gd name="connsiteY0" fmla="*/ 304532 h 736485"/>
                  <a:gd name="connsiteX1" fmla="*/ 363684 w 586713"/>
                  <a:gd name="connsiteY1" fmla="*/ 304365 h 736485"/>
                  <a:gd name="connsiteX2" fmla="*/ 237760 w 586713"/>
                  <a:gd name="connsiteY2" fmla="*/ 304365 h 736485"/>
                  <a:gd name="connsiteX3" fmla="*/ 133309 w 586713"/>
                  <a:gd name="connsiteY3" fmla="*/ 212565 h 736485"/>
                  <a:gd name="connsiteX4" fmla="*/ 284285 w 586713"/>
                  <a:gd name="connsiteY4" fmla="*/ 122512 h 736485"/>
                  <a:gd name="connsiteX5" fmla="*/ 503008 w 586713"/>
                  <a:gd name="connsiteY5" fmla="*/ 162128 h 736485"/>
                  <a:gd name="connsiteX6" fmla="*/ 551031 w 586713"/>
                  <a:gd name="connsiteY6" fmla="*/ 49188 h 736485"/>
                  <a:gd name="connsiteX7" fmla="*/ 298267 w 586713"/>
                  <a:gd name="connsiteY7" fmla="*/ 0 h 736485"/>
                  <a:gd name="connsiteX8" fmla="*/ 310 w 586713"/>
                  <a:gd name="connsiteY8" fmla="*/ 214313 h 736485"/>
                  <a:gd name="connsiteX9" fmla="*/ 223029 w 586713"/>
                  <a:gd name="connsiteY9" fmla="*/ 432037 h 736485"/>
                  <a:gd name="connsiteX10" fmla="*/ 223029 w 586713"/>
                  <a:gd name="connsiteY10" fmla="*/ 432204 h 736485"/>
                  <a:gd name="connsiteX11" fmla="*/ 348953 w 586713"/>
                  <a:gd name="connsiteY11" fmla="*/ 432204 h 736485"/>
                  <a:gd name="connsiteX12" fmla="*/ 453404 w 586713"/>
                  <a:gd name="connsiteY12" fmla="*/ 524005 h 736485"/>
                  <a:gd name="connsiteX13" fmla="*/ 302429 w 586713"/>
                  <a:gd name="connsiteY13" fmla="*/ 614057 h 736485"/>
                  <a:gd name="connsiteX14" fmla="*/ 59818 w 586713"/>
                  <a:gd name="connsiteY14" fmla="*/ 563704 h 736485"/>
                  <a:gd name="connsiteX15" fmla="*/ 12212 w 586713"/>
                  <a:gd name="connsiteY15" fmla="*/ 676062 h 736485"/>
                  <a:gd name="connsiteX16" fmla="*/ 288446 w 586713"/>
                  <a:gd name="connsiteY16" fmla="*/ 736486 h 736485"/>
                  <a:gd name="connsiteX17" fmla="*/ 586403 w 586713"/>
                  <a:gd name="connsiteY17" fmla="*/ 522173 h 736485"/>
                  <a:gd name="connsiteX18" fmla="*/ 363684 w 586713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13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9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9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394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54" name="Forme libre : forme 53">
                <a:extLst>
                  <a:ext uri="{FF2B5EF4-FFF2-40B4-BE49-F238E27FC236}">
                    <a16:creationId xmlns:a16="http://schemas.microsoft.com/office/drawing/2014/main" id="{D22E4527-8C28-490C-A537-25A59F3C9541}"/>
                  </a:ext>
                </a:extLst>
              </p:cNvPr>
              <p:cNvSpPr/>
              <p:nvPr/>
            </p:nvSpPr>
            <p:spPr>
              <a:xfrm>
                <a:off x="2724335" y="4403352"/>
                <a:ext cx="669903" cy="732990"/>
              </a:xfrm>
              <a:custGeom>
                <a:avLst/>
                <a:gdLst>
                  <a:gd name="connsiteX0" fmla="*/ 333079 w 669903"/>
                  <a:gd name="connsiteY0" fmla="*/ 0 h 732990"/>
                  <a:gd name="connsiteX1" fmla="*/ 58509 w 669903"/>
                  <a:gd name="connsiteY1" fmla="*/ 45026 h 732990"/>
                  <a:gd name="connsiteX2" fmla="*/ 113856 w 669903"/>
                  <a:gd name="connsiteY2" fmla="*/ 157884 h 732990"/>
                  <a:gd name="connsiteX3" fmla="*/ 348976 w 669903"/>
                  <a:gd name="connsiteY3" fmla="*/ 122429 h 732990"/>
                  <a:gd name="connsiteX4" fmla="*/ 530080 w 669903"/>
                  <a:gd name="connsiteY4" fmla="*/ 253929 h 732990"/>
                  <a:gd name="connsiteX5" fmla="*/ 530080 w 669903"/>
                  <a:gd name="connsiteY5" fmla="*/ 297374 h 732990"/>
                  <a:gd name="connsiteX6" fmla="*/ 253596 w 669903"/>
                  <a:gd name="connsiteY6" fmla="*/ 297374 h 732990"/>
                  <a:gd name="connsiteX7" fmla="*/ 0 w 669903"/>
                  <a:gd name="connsiteY7" fmla="*/ 514267 h 732990"/>
                  <a:gd name="connsiteX8" fmla="*/ 273571 w 669903"/>
                  <a:gd name="connsiteY8" fmla="*/ 732990 h 732990"/>
                  <a:gd name="connsiteX9" fmla="*/ 529997 w 669903"/>
                  <a:gd name="connsiteY9" fmla="*/ 632284 h 732990"/>
                  <a:gd name="connsiteX10" fmla="*/ 529997 w 669903"/>
                  <a:gd name="connsiteY10" fmla="*/ 732990 h 732990"/>
                  <a:gd name="connsiteX11" fmla="*/ 669903 w 669903"/>
                  <a:gd name="connsiteY11" fmla="*/ 732990 h 732990"/>
                  <a:gd name="connsiteX12" fmla="*/ 669903 w 669903"/>
                  <a:gd name="connsiteY12" fmla="*/ 214313 h 732990"/>
                  <a:gd name="connsiteX13" fmla="*/ 333079 w 669903"/>
                  <a:gd name="connsiteY13" fmla="*/ 0 h 732990"/>
                  <a:gd name="connsiteX14" fmla="*/ 529997 w 669903"/>
                  <a:gd name="connsiteY14" fmla="*/ 446269 h 732990"/>
                  <a:gd name="connsiteX15" fmla="*/ 299288 w 669903"/>
                  <a:gd name="connsiteY15" fmla="*/ 617553 h 732990"/>
                  <a:gd name="connsiteX16" fmla="*/ 143319 w 669903"/>
                  <a:gd name="connsiteY16" fmla="*/ 512602 h 732990"/>
                  <a:gd name="connsiteX17" fmla="*/ 262335 w 669903"/>
                  <a:gd name="connsiteY17" fmla="*/ 407651 h 732990"/>
                  <a:gd name="connsiteX18" fmla="*/ 529997 w 669903"/>
                  <a:gd name="connsiteY18" fmla="*/ 407651 h 732990"/>
                  <a:gd name="connsiteX19" fmla="*/ 529997 w 669903"/>
                  <a:gd name="connsiteY19" fmla="*/ 446269 h 732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69903" h="732990">
                    <a:moveTo>
                      <a:pt x="333079" y="0"/>
                    </a:moveTo>
                    <a:cubicBezTo>
                      <a:pt x="204741" y="0"/>
                      <a:pt x="108197" y="27132"/>
                      <a:pt x="58509" y="45026"/>
                    </a:cubicBezTo>
                    <a:lnTo>
                      <a:pt x="113856" y="157884"/>
                    </a:lnTo>
                    <a:cubicBezTo>
                      <a:pt x="159132" y="143069"/>
                      <a:pt x="241278" y="122429"/>
                      <a:pt x="348976" y="122429"/>
                    </a:cubicBezTo>
                    <a:cubicBezTo>
                      <a:pt x="432037" y="122429"/>
                      <a:pt x="530080" y="145067"/>
                      <a:pt x="530080" y="253929"/>
                    </a:cubicBezTo>
                    <a:cubicBezTo>
                      <a:pt x="530080" y="253929"/>
                      <a:pt x="529914" y="293712"/>
                      <a:pt x="530080" y="297374"/>
                    </a:cubicBezTo>
                    <a:lnTo>
                      <a:pt x="253596" y="297374"/>
                    </a:lnTo>
                    <a:cubicBezTo>
                      <a:pt x="113690" y="297374"/>
                      <a:pt x="0" y="346396"/>
                      <a:pt x="0" y="514267"/>
                    </a:cubicBezTo>
                    <a:cubicBezTo>
                      <a:pt x="0" y="664411"/>
                      <a:pt x="122928" y="732990"/>
                      <a:pt x="273571" y="732990"/>
                    </a:cubicBezTo>
                    <a:cubicBezTo>
                      <a:pt x="451929" y="732990"/>
                      <a:pt x="529997" y="632284"/>
                      <a:pt x="529997" y="632284"/>
                    </a:cubicBezTo>
                    <a:lnTo>
                      <a:pt x="529997" y="732990"/>
                    </a:lnTo>
                    <a:lnTo>
                      <a:pt x="669903" y="732990"/>
                    </a:lnTo>
                    <a:lnTo>
                      <a:pt x="669903" y="214313"/>
                    </a:lnTo>
                    <a:cubicBezTo>
                      <a:pt x="661830" y="48605"/>
                      <a:pt x="471488" y="0"/>
                      <a:pt x="333079" y="0"/>
                    </a:cubicBezTo>
                    <a:close/>
                    <a:moveTo>
                      <a:pt x="529997" y="446269"/>
                    </a:moveTo>
                    <a:cubicBezTo>
                      <a:pt x="529997" y="554633"/>
                      <a:pt x="391672" y="617553"/>
                      <a:pt x="299288" y="617553"/>
                    </a:cubicBezTo>
                    <a:cubicBezTo>
                      <a:pt x="231125" y="617553"/>
                      <a:pt x="143319" y="594749"/>
                      <a:pt x="143319" y="512602"/>
                    </a:cubicBezTo>
                    <a:cubicBezTo>
                      <a:pt x="143319" y="430373"/>
                      <a:pt x="190592" y="407651"/>
                      <a:pt x="262335" y="407651"/>
                    </a:cubicBezTo>
                    <a:lnTo>
                      <a:pt x="529997" y="407651"/>
                    </a:lnTo>
                    <a:lnTo>
                      <a:pt x="529997" y="446269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  <p:grpSp>
          <p:nvGrpSpPr>
            <p:cNvPr id="44" name="Groupe 43">
              <a:extLst>
                <a:ext uri="{FF2B5EF4-FFF2-40B4-BE49-F238E27FC236}">
                  <a16:creationId xmlns:a16="http://schemas.microsoft.com/office/drawing/2014/main" id="{7A93ACC7-0FC5-4E42-9A92-E233EF4B3BDD}"/>
                </a:ext>
              </a:extLst>
            </p:cNvPr>
            <p:cNvGrpSpPr/>
            <p:nvPr userDrawn="1"/>
          </p:nvGrpSpPr>
          <p:grpSpPr>
            <a:xfrm>
              <a:off x="2752472" y="0"/>
              <a:ext cx="3638377" cy="3631244"/>
              <a:chOff x="2752472" y="0"/>
              <a:chExt cx="3638377" cy="3631244"/>
            </a:xfrm>
          </p:grpSpPr>
          <p:sp>
            <p:nvSpPr>
              <p:cNvPr id="45" name="Forme libre : forme 44">
                <a:extLst>
                  <a:ext uri="{FF2B5EF4-FFF2-40B4-BE49-F238E27FC236}">
                    <a16:creationId xmlns:a16="http://schemas.microsoft.com/office/drawing/2014/main" id="{57603CFD-4D04-4A34-A606-ACDAC0C83EBE}"/>
                  </a:ext>
                </a:extLst>
              </p:cNvPr>
              <p:cNvSpPr/>
              <p:nvPr/>
            </p:nvSpPr>
            <p:spPr>
              <a:xfrm>
                <a:off x="3627443" y="0"/>
                <a:ext cx="1911500" cy="962868"/>
              </a:xfrm>
              <a:custGeom>
                <a:avLst/>
                <a:gdLst>
                  <a:gd name="connsiteX0" fmla="*/ 1911501 w 1911500"/>
                  <a:gd name="connsiteY0" fmla="*/ 277816 h 962868"/>
                  <a:gd name="connsiteX1" fmla="*/ 958955 w 1911500"/>
                  <a:gd name="connsiteY1" fmla="*/ 0 h 962868"/>
                  <a:gd name="connsiteX2" fmla="*/ 0 w 1911500"/>
                  <a:gd name="connsiteY2" fmla="*/ 264499 h 962868"/>
                  <a:gd name="connsiteX3" fmla="*/ 956791 w 1911500"/>
                  <a:gd name="connsiteY3" fmla="*/ 962867 h 962868"/>
                  <a:gd name="connsiteX4" fmla="*/ 1911501 w 1911500"/>
                  <a:gd name="connsiteY4" fmla="*/ 277816 h 962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11500" h="962868">
                    <a:moveTo>
                      <a:pt x="1911501" y="277816"/>
                    </a:moveTo>
                    <a:cubicBezTo>
                      <a:pt x="1651163" y="110610"/>
                      <a:pt x="1308430" y="0"/>
                      <a:pt x="958955" y="0"/>
                    </a:cubicBezTo>
                    <a:cubicBezTo>
                      <a:pt x="634199" y="0"/>
                      <a:pt x="299621" y="79316"/>
                      <a:pt x="0" y="264499"/>
                    </a:cubicBezTo>
                    <a:cubicBezTo>
                      <a:pt x="0" y="264499"/>
                      <a:pt x="408317" y="961618"/>
                      <a:pt x="956791" y="962867"/>
                    </a:cubicBezTo>
                    <a:cubicBezTo>
                      <a:pt x="1505264" y="964115"/>
                      <a:pt x="1911501" y="277816"/>
                      <a:pt x="1911501" y="277816"/>
                    </a:cubicBezTo>
                    <a:close/>
                  </a:path>
                </a:pathLst>
              </a:custGeom>
              <a:solidFill>
                <a:srgbClr val="FFE80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6" name="Forme libre : forme 45">
                <a:extLst>
                  <a:ext uri="{FF2B5EF4-FFF2-40B4-BE49-F238E27FC236}">
                    <a16:creationId xmlns:a16="http://schemas.microsoft.com/office/drawing/2014/main" id="{43458750-899D-4394-B830-1E9A3B51E930}"/>
                  </a:ext>
                </a:extLst>
              </p:cNvPr>
              <p:cNvSpPr/>
              <p:nvPr/>
            </p:nvSpPr>
            <p:spPr>
              <a:xfrm>
                <a:off x="2752472" y="435699"/>
                <a:ext cx="1037602" cy="1816620"/>
              </a:xfrm>
              <a:custGeom>
                <a:avLst/>
                <a:gdLst>
                  <a:gd name="connsiteX0" fmla="*/ 638936 w 1037602"/>
                  <a:gd name="connsiteY0" fmla="*/ 0 h 1816620"/>
                  <a:gd name="connsiteX1" fmla="*/ 88964 w 1037602"/>
                  <a:gd name="connsiteY1" fmla="*/ 826040 h 1816620"/>
                  <a:gd name="connsiteX2" fmla="*/ 53675 w 1037602"/>
                  <a:gd name="connsiteY2" fmla="*/ 1816621 h 1816620"/>
                  <a:gd name="connsiteX3" fmla="*/ 1004058 w 1037602"/>
                  <a:gd name="connsiteY3" fmla="*/ 1125578 h 1816620"/>
                  <a:gd name="connsiteX4" fmla="*/ 638936 w 1037602"/>
                  <a:gd name="connsiteY4" fmla="*/ 0 h 1816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7602" h="1816620">
                    <a:moveTo>
                      <a:pt x="638936" y="0"/>
                    </a:moveTo>
                    <a:cubicBezTo>
                      <a:pt x="389085" y="210151"/>
                      <a:pt x="197660" y="493876"/>
                      <a:pt x="88964" y="826040"/>
                    </a:cubicBezTo>
                    <a:cubicBezTo>
                      <a:pt x="-19732" y="1158203"/>
                      <a:pt x="-25558" y="1487787"/>
                      <a:pt x="53675" y="1816621"/>
                    </a:cubicBezTo>
                    <a:cubicBezTo>
                      <a:pt x="53675" y="1816621"/>
                      <a:pt x="833440" y="1646919"/>
                      <a:pt x="1004058" y="1125578"/>
                    </a:cubicBezTo>
                    <a:cubicBezTo>
                      <a:pt x="1174675" y="604236"/>
                      <a:pt x="638936" y="0"/>
                      <a:pt x="638936" y="0"/>
                    </a:cubicBezTo>
                    <a:close/>
                  </a:path>
                </a:pathLst>
              </a:custGeom>
              <a:solidFill>
                <a:srgbClr val="FF994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7" name="Forme libre : forme 46">
                <a:extLst>
                  <a:ext uri="{FF2B5EF4-FFF2-40B4-BE49-F238E27FC236}">
                    <a16:creationId xmlns:a16="http://schemas.microsoft.com/office/drawing/2014/main" id="{091F78CC-3B11-43B4-8B6D-739240B1A3D0}"/>
                  </a:ext>
                </a:extLst>
              </p:cNvPr>
              <p:cNvSpPr/>
              <p:nvPr/>
            </p:nvSpPr>
            <p:spPr>
              <a:xfrm>
                <a:off x="2887295" y="2362027"/>
                <a:ext cx="1547103" cy="1269217"/>
              </a:xfrm>
              <a:custGeom>
                <a:avLst/>
                <a:gdLst>
                  <a:gd name="connsiteX0" fmla="*/ 0 w 1547103"/>
                  <a:gd name="connsiteY0" fmla="*/ 140976 h 1269217"/>
                  <a:gd name="connsiteX1" fmla="*/ 609064 w 1547103"/>
                  <a:gd name="connsiteY1" fmla="*/ 922489 h 1269217"/>
                  <a:gd name="connsiteX2" fmla="*/ 1541802 w 1547103"/>
                  <a:gd name="connsiteY2" fmla="*/ 1269217 h 1269217"/>
                  <a:gd name="connsiteX3" fmla="*/ 1176846 w 1547103"/>
                  <a:gd name="connsiteY3" fmla="*/ 144722 h 1269217"/>
                  <a:gd name="connsiteX4" fmla="*/ 0 w 1547103"/>
                  <a:gd name="connsiteY4" fmla="*/ 140976 h 1269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7103" h="1269217">
                    <a:moveTo>
                      <a:pt x="0" y="140976"/>
                    </a:moveTo>
                    <a:cubicBezTo>
                      <a:pt x="127755" y="449503"/>
                      <a:pt x="330998" y="715833"/>
                      <a:pt x="609064" y="922489"/>
                    </a:cubicBezTo>
                    <a:cubicBezTo>
                      <a:pt x="889543" y="1130976"/>
                      <a:pt x="1229030" y="1248660"/>
                      <a:pt x="1541802" y="1269217"/>
                    </a:cubicBezTo>
                    <a:cubicBezTo>
                      <a:pt x="1541802" y="1269217"/>
                      <a:pt x="1619870" y="468146"/>
                      <a:pt x="1176846" y="144722"/>
                    </a:cubicBezTo>
                    <a:cubicBezTo>
                      <a:pt x="733823" y="-178703"/>
                      <a:pt x="0" y="140976"/>
                      <a:pt x="0" y="140976"/>
                    </a:cubicBezTo>
                    <a:close/>
                  </a:path>
                </a:pathLst>
              </a:custGeom>
              <a:solidFill>
                <a:srgbClr val="E1000F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8" name="Forme libre : forme 47">
                <a:extLst>
                  <a:ext uri="{FF2B5EF4-FFF2-40B4-BE49-F238E27FC236}">
                    <a16:creationId xmlns:a16="http://schemas.microsoft.com/office/drawing/2014/main" id="{25815A24-B8B0-4B4D-9625-670E8EA1BFD7}"/>
                  </a:ext>
                </a:extLst>
              </p:cNvPr>
              <p:cNvSpPr/>
              <p:nvPr/>
            </p:nvSpPr>
            <p:spPr>
              <a:xfrm>
                <a:off x="4718054" y="2358044"/>
                <a:ext cx="1543227" cy="1272450"/>
              </a:xfrm>
              <a:custGeom>
                <a:avLst/>
                <a:gdLst>
                  <a:gd name="connsiteX0" fmla="*/ 7086 w 1543227"/>
                  <a:gd name="connsiteY0" fmla="*/ 1272451 h 1272450"/>
                  <a:gd name="connsiteX1" fmla="*/ 933915 w 1543227"/>
                  <a:gd name="connsiteY1" fmla="*/ 921977 h 1272450"/>
                  <a:gd name="connsiteX2" fmla="*/ 1543228 w 1543227"/>
                  <a:gd name="connsiteY2" fmla="*/ 135637 h 1272450"/>
                  <a:gd name="connsiteX3" fmla="*/ 359973 w 1543227"/>
                  <a:gd name="connsiteY3" fmla="*/ 148787 h 1272450"/>
                  <a:gd name="connsiteX4" fmla="*/ 7086 w 1543227"/>
                  <a:gd name="connsiteY4" fmla="*/ 1272451 h 127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3227" h="1272450">
                    <a:moveTo>
                      <a:pt x="7086" y="1272451"/>
                    </a:moveTo>
                    <a:cubicBezTo>
                      <a:pt x="357560" y="1237412"/>
                      <a:pt x="650856" y="1126885"/>
                      <a:pt x="933915" y="921977"/>
                    </a:cubicBezTo>
                    <a:cubicBezTo>
                      <a:pt x="1207902" y="723644"/>
                      <a:pt x="1416388" y="443082"/>
                      <a:pt x="1543228" y="135637"/>
                    </a:cubicBezTo>
                    <a:cubicBezTo>
                      <a:pt x="1543228" y="135637"/>
                      <a:pt x="800417" y="-178133"/>
                      <a:pt x="359973" y="148787"/>
                    </a:cubicBezTo>
                    <a:cubicBezTo>
                      <a:pt x="-80470" y="475708"/>
                      <a:pt x="7086" y="1272451"/>
                      <a:pt x="7086" y="1272451"/>
                    </a:cubicBezTo>
                    <a:close/>
                  </a:path>
                </a:pathLst>
              </a:custGeom>
              <a:solidFill>
                <a:srgbClr val="5770BE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9" name="Forme libre : forme 48">
                <a:extLst>
                  <a:ext uri="{FF2B5EF4-FFF2-40B4-BE49-F238E27FC236}">
                    <a16:creationId xmlns:a16="http://schemas.microsoft.com/office/drawing/2014/main" id="{CC32A3B7-91D8-4CBD-9C74-C8A91E4E80F7}"/>
                  </a:ext>
                </a:extLst>
              </p:cNvPr>
              <p:cNvSpPr/>
              <p:nvPr/>
            </p:nvSpPr>
            <p:spPr>
              <a:xfrm>
                <a:off x="5355803" y="439111"/>
                <a:ext cx="1035046" cy="1817120"/>
              </a:xfrm>
              <a:custGeom>
                <a:avLst/>
                <a:gdLst>
                  <a:gd name="connsiteX0" fmla="*/ 982049 w 1035046"/>
                  <a:gd name="connsiteY0" fmla="*/ 1817120 h 1817120"/>
                  <a:gd name="connsiteX1" fmla="*/ 949090 w 1035046"/>
                  <a:gd name="connsiteY1" fmla="*/ 825207 h 1817120"/>
                  <a:gd name="connsiteX2" fmla="*/ 401615 w 1035046"/>
                  <a:gd name="connsiteY2" fmla="*/ 0 h 1817120"/>
                  <a:gd name="connsiteX3" fmla="*/ 32665 w 1035046"/>
                  <a:gd name="connsiteY3" fmla="*/ 1120667 h 1817120"/>
                  <a:gd name="connsiteX4" fmla="*/ 982049 w 1035046"/>
                  <a:gd name="connsiteY4" fmla="*/ 1817120 h 1817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5046" h="1817120">
                    <a:moveTo>
                      <a:pt x="982049" y="1817120"/>
                    </a:moveTo>
                    <a:cubicBezTo>
                      <a:pt x="1058369" y="1502268"/>
                      <a:pt x="1056371" y="1157787"/>
                      <a:pt x="949090" y="825207"/>
                    </a:cubicBezTo>
                    <a:cubicBezTo>
                      <a:pt x="841809" y="492627"/>
                      <a:pt x="649718" y="217642"/>
                      <a:pt x="401615" y="0"/>
                    </a:cubicBezTo>
                    <a:cubicBezTo>
                      <a:pt x="401615" y="0"/>
                      <a:pt x="-135706" y="598660"/>
                      <a:pt x="32665" y="1120667"/>
                    </a:cubicBezTo>
                    <a:cubicBezTo>
                      <a:pt x="200952" y="1642674"/>
                      <a:pt x="982049" y="1817120"/>
                      <a:pt x="982049" y="1817120"/>
                    </a:cubicBezTo>
                    <a:close/>
                  </a:path>
                </a:pathLst>
              </a:custGeom>
              <a:solidFill>
                <a:srgbClr val="00AC8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855927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titr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91A7E33E-EFFD-4ECA-B675-CED70E08C3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8AE072A-0DE3-445C-991B-1FF54D483686}"/>
              </a:ext>
            </a:extLst>
          </p:cNvPr>
          <p:cNvGrpSpPr/>
          <p:nvPr userDrawn="1"/>
        </p:nvGrpSpPr>
        <p:grpSpPr>
          <a:xfrm>
            <a:off x="11341101" y="240140"/>
            <a:ext cx="361951" cy="502176"/>
            <a:chOff x="2719388" y="0"/>
            <a:chExt cx="3708400" cy="5145088"/>
          </a:xfrm>
          <a:solidFill>
            <a:schemeClr val="bg1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6EAAAE4-81CD-4923-9B00-96AA86990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2825" y="4416425"/>
              <a:ext cx="658813" cy="723900"/>
            </a:xfrm>
            <a:custGeom>
              <a:avLst/>
              <a:gdLst>
                <a:gd name="T0" fmla="*/ 258 w 434"/>
                <a:gd name="T1" fmla="*/ 0 h 477"/>
                <a:gd name="T2" fmla="*/ 92 w 434"/>
                <a:gd name="T3" fmla="*/ 67 h 477"/>
                <a:gd name="T4" fmla="*/ 92 w 434"/>
                <a:gd name="T5" fmla="*/ 0 h 477"/>
                <a:gd name="T6" fmla="*/ 0 w 434"/>
                <a:gd name="T7" fmla="*/ 0 h 477"/>
                <a:gd name="T8" fmla="*/ 0 w 434"/>
                <a:gd name="T9" fmla="*/ 477 h 477"/>
                <a:gd name="T10" fmla="*/ 92 w 434"/>
                <a:gd name="T11" fmla="*/ 477 h 477"/>
                <a:gd name="T12" fmla="*/ 92 w 434"/>
                <a:gd name="T13" fmla="*/ 187 h 477"/>
                <a:gd name="T14" fmla="*/ 241 w 434"/>
                <a:gd name="T15" fmla="*/ 76 h 477"/>
                <a:gd name="T16" fmla="*/ 342 w 434"/>
                <a:gd name="T17" fmla="*/ 161 h 477"/>
                <a:gd name="T18" fmla="*/ 342 w 434"/>
                <a:gd name="T19" fmla="*/ 161 h 477"/>
                <a:gd name="T20" fmla="*/ 342 w 434"/>
                <a:gd name="T21" fmla="*/ 477 h 477"/>
                <a:gd name="T22" fmla="*/ 434 w 434"/>
                <a:gd name="T23" fmla="*/ 477 h 477"/>
                <a:gd name="T24" fmla="*/ 434 w 434"/>
                <a:gd name="T25" fmla="*/ 161 h 477"/>
                <a:gd name="T26" fmla="*/ 258 w 434"/>
                <a:gd name="T27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4" h="477">
                  <a:moveTo>
                    <a:pt x="258" y="0"/>
                  </a:moveTo>
                  <a:cubicBezTo>
                    <a:pt x="144" y="0"/>
                    <a:pt x="93" y="65"/>
                    <a:pt x="92" y="6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77"/>
                    <a:pt x="0" y="477"/>
                    <a:pt x="0" y="477"/>
                  </a:cubicBezTo>
                  <a:cubicBezTo>
                    <a:pt x="92" y="477"/>
                    <a:pt x="92" y="477"/>
                    <a:pt x="92" y="47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4" y="117"/>
                    <a:pt x="182" y="76"/>
                    <a:pt x="241" y="76"/>
                  </a:cubicBezTo>
                  <a:cubicBezTo>
                    <a:pt x="285" y="76"/>
                    <a:pt x="342" y="107"/>
                    <a:pt x="342" y="161"/>
                  </a:cubicBezTo>
                  <a:cubicBezTo>
                    <a:pt x="342" y="161"/>
                    <a:pt x="342" y="161"/>
                    <a:pt x="342" y="161"/>
                  </a:cubicBezTo>
                  <a:cubicBezTo>
                    <a:pt x="342" y="477"/>
                    <a:pt x="342" y="477"/>
                    <a:pt x="342" y="477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434" y="161"/>
                    <a:pt x="434" y="161"/>
                    <a:pt x="434" y="161"/>
                  </a:cubicBezTo>
                  <a:cubicBezTo>
                    <a:pt x="434" y="54"/>
                    <a:pt x="355" y="0"/>
                    <a:pt x="2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0BCD58C1-66D1-49A9-817D-EA1CCE1886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26125" y="4405313"/>
              <a:ext cx="601663" cy="738188"/>
            </a:xfrm>
            <a:custGeom>
              <a:avLst/>
              <a:gdLst>
                <a:gd name="T0" fmla="*/ 245 w 396"/>
                <a:gd name="T1" fmla="*/ 201 h 486"/>
                <a:gd name="T2" fmla="*/ 245 w 396"/>
                <a:gd name="T3" fmla="*/ 201 h 486"/>
                <a:gd name="T4" fmla="*/ 162 w 396"/>
                <a:gd name="T5" fmla="*/ 201 h 486"/>
                <a:gd name="T6" fmla="*/ 93 w 396"/>
                <a:gd name="T7" fmla="*/ 140 h 486"/>
                <a:gd name="T8" fmla="*/ 192 w 396"/>
                <a:gd name="T9" fmla="*/ 81 h 486"/>
                <a:gd name="T10" fmla="*/ 336 w 396"/>
                <a:gd name="T11" fmla="*/ 107 h 486"/>
                <a:gd name="T12" fmla="*/ 368 w 396"/>
                <a:gd name="T13" fmla="*/ 33 h 486"/>
                <a:gd name="T14" fmla="*/ 201 w 396"/>
                <a:gd name="T15" fmla="*/ 0 h 486"/>
                <a:gd name="T16" fmla="*/ 5 w 396"/>
                <a:gd name="T17" fmla="*/ 142 h 486"/>
                <a:gd name="T18" fmla="*/ 152 w 396"/>
                <a:gd name="T19" fmla="*/ 285 h 486"/>
                <a:gd name="T20" fmla="*/ 152 w 396"/>
                <a:gd name="T21" fmla="*/ 285 h 486"/>
                <a:gd name="T22" fmla="*/ 235 w 396"/>
                <a:gd name="T23" fmla="*/ 285 h 486"/>
                <a:gd name="T24" fmla="*/ 304 w 396"/>
                <a:gd name="T25" fmla="*/ 346 h 486"/>
                <a:gd name="T26" fmla="*/ 204 w 396"/>
                <a:gd name="T27" fmla="*/ 405 h 486"/>
                <a:gd name="T28" fmla="*/ 44 w 396"/>
                <a:gd name="T29" fmla="*/ 372 h 486"/>
                <a:gd name="T30" fmla="*/ 13 w 396"/>
                <a:gd name="T31" fmla="*/ 446 h 486"/>
                <a:gd name="T32" fmla="*/ 195 w 396"/>
                <a:gd name="T33" fmla="*/ 486 h 486"/>
                <a:gd name="T34" fmla="*/ 391 w 396"/>
                <a:gd name="T35" fmla="*/ 345 h 486"/>
                <a:gd name="T36" fmla="*/ 245 w 396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6" h="486">
                  <a:moveTo>
                    <a:pt x="245" y="201"/>
                  </a:moveTo>
                  <a:cubicBezTo>
                    <a:pt x="245" y="201"/>
                    <a:pt x="245" y="201"/>
                    <a:pt x="245" y="201"/>
                  </a:cubicBezTo>
                  <a:cubicBezTo>
                    <a:pt x="162" y="201"/>
                    <a:pt x="162" y="201"/>
                    <a:pt x="162" y="201"/>
                  </a:cubicBezTo>
                  <a:cubicBezTo>
                    <a:pt x="115" y="201"/>
                    <a:pt x="91" y="183"/>
                    <a:pt x="93" y="140"/>
                  </a:cubicBezTo>
                  <a:cubicBezTo>
                    <a:pt x="95" y="95"/>
                    <a:pt x="144" y="81"/>
                    <a:pt x="192" y="81"/>
                  </a:cubicBezTo>
                  <a:cubicBezTo>
                    <a:pt x="261" y="81"/>
                    <a:pt x="312" y="98"/>
                    <a:pt x="336" y="107"/>
                  </a:cubicBezTo>
                  <a:cubicBezTo>
                    <a:pt x="368" y="33"/>
                    <a:pt x="368" y="33"/>
                    <a:pt x="368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1" y="0"/>
                    <a:pt x="10" y="32"/>
                    <a:pt x="5" y="142"/>
                  </a:cubicBezTo>
                  <a:cubicBezTo>
                    <a:pt x="0" y="248"/>
                    <a:pt x="74" y="283"/>
                    <a:pt x="152" y="285"/>
                  </a:cubicBezTo>
                  <a:cubicBezTo>
                    <a:pt x="152" y="285"/>
                    <a:pt x="152" y="285"/>
                    <a:pt x="152" y="285"/>
                  </a:cubicBezTo>
                  <a:cubicBezTo>
                    <a:pt x="235" y="285"/>
                    <a:pt x="235" y="285"/>
                    <a:pt x="235" y="285"/>
                  </a:cubicBezTo>
                  <a:cubicBezTo>
                    <a:pt x="281" y="285"/>
                    <a:pt x="306" y="303"/>
                    <a:pt x="304" y="346"/>
                  </a:cubicBezTo>
                  <a:cubicBezTo>
                    <a:pt x="302" y="391"/>
                    <a:pt x="253" y="405"/>
                    <a:pt x="204" y="405"/>
                  </a:cubicBezTo>
                  <a:cubicBezTo>
                    <a:pt x="106" y="405"/>
                    <a:pt x="44" y="372"/>
                    <a:pt x="44" y="372"/>
                  </a:cubicBezTo>
                  <a:cubicBezTo>
                    <a:pt x="13" y="446"/>
                    <a:pt x="13" y="446"/>
                    <a:pt x="13" y="446"/>
                  </a:cubicBezTo>
                  <a:cubicBezTo>
                    <a:pt x="13" y="446"/>
                    <a:pt x="83" y="486"/>
                    <a:pt x="195" y="486"/>
                  </a:cubicBezTo>
                  <a:cubicBezTo>
                    <a:pt x="276" y="486"/>
                    <a:pt x="387" y="454"/>
                    <a:pt x="391" y="345"/>
                  </a:cubicBezTo>
                  <a:cubicBezTo>
                    <a:pt x="396" y="238"/>
                    <a:pt x="322" y="203"/>
                    <a:pt x="245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AE8DB6E-B1F5-4293-BB50-9FC333A20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026025" y="4402138"/>
              <a:ext cx="700088" cy="742950"/>
            </a:xfrm>
            <a:custGeom>
              <a:avLst/>
              <a:gdLst>
                <a:gd name="T0" fmla="*/ 234 w 460"/>
                <a:gd name="T1" fmla="*/ 0 h 489"/>
                <a:gd name="T2" fmla="*/ 0 w 460"/>
                <a:gd name="T3" fmla="*/ 249 h 489"/>
                <a:gd name="T4" fmla="*/ 256 w 460"/>
                <a:gd name="T5" fmla="*/ 489 h 489"/>
                <a:gd name="T6" fmla="*/ 437 w 460"/>
                <a:gd name="T7" fmla="*/ 449 h 489"/>
                <a:gd name="T8" fmla="*/ 403 w 460"/>
                <a:gd name="T9" fmla="*/ 378 h 489"/>
                <a:gd name="T10" fmla="*/ 253 w 460"/>
                <a:gd name="T11" fmla="*/ 408 h 489"/>
                <a:gd name="T12" fmla="*/ 96 w 460"/>
                <a:gd name="T13" fmla="*/ 285 h 489"/>
                <a:gd name="T14" fmla="*/ 367 w 460"/>
                <a:gd name="T15" fmla="*/ 285 h 489"/>
                <a:gd name="T16" fmla="*/ 460 w 460"/>
                <a:gd name="T17" fmla="*/ 285 h 489"/>
                <a:gd name="T18" fmla="*/ 460 w 460"/>
                <a:gd name="T19" fmla="*/ 243 h 489"/>
                <a:gd name="T20" fmla="*/ 234 w 460"/>
                <a:gd name="T21" fmla="*/ 0 h 489"/>
                <a:gd name="T22" fmla="*/ 97 w 460"/>
                <a:gd name="T23" fmla="*/ 209 h 489"/>
                <a:gd name="T24" fmla="*/ 238 w 460"/>
                <a:gd name="T25" fmla="*/ 79 h 489"/>
                <a:gd name="T26" fmla="*/ 366 w 460"/>
                <a:gd name="T27" fmla="*/ 209 h 489"/>
                <a:gd name="T28" fmla="*/ 97 w 460"/>
                <a:gd name="T29" fmla="*/ 20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0" h="489">
                  <a:moveTo>
                    <a:pt x="234" y="0"/>
                  </a:moveTo>
                  <a:cubicBezTo>
                    <a:pt x="101" y="0"/>
                    <a:pt x="0" y="77"/>
                    <a:pt x="0" y="249"/>
                  </a:cubicBezTo>
                  <a:cubicBezTo>
                    <a:pt x="0" y="421"/>
                    <a:pt x="127" y="489"/>
                    <a:pt x="256" y="489"/>
                  </a:cubicBezTo>
                  <a:cubicBezTo>
                    <a:pt x="375" y="489"/>
                    <a:pt x="437" y="449"/>
                    <a:pt x="437" y="449"/>
                  </a:cubicBezTo>
                  <a:cubicBezTo>
                    <a:pt x="403" y="378"/>
                    <a:pt x="403" y="378"/>
                    <a:pt x="403" y="378"/>
                  </a:cubicBezTo>
                  <a:cubicBezTo>
                    <a:pt x="403" y="378"/>
                    <a:pt x="357" y="408"/>
                    <a:pt x="253" y="408"/>
                  </a:cubicBezTo>
                  <a:cubicBezTo>
                    <a:pt x="182" y="408"/>
                    <a:pt x="106" y="386"/>
                    <a:pt x="96" y="285"/>
                  </a:cubicBezTo>
                  <a:cubicBezTo>
                    <a:pt x="367" y="285"/>
                    <a:pt x="367" y="285"/>
                    <a:pt x="367" y="285"/>
                  </a:cubicBezTo>
                  <a:cubicBezTo>
                    <a:pt x="460" y="285"/>
                    <a:pt x="460" y="285"/>
                    <a:pt x="460" y="285"/>
                  </a:cubicBezTo>
                  <a:cubicBezTo>
                    <a:pt x="460" y="243"/>
                    <a:pt x="460" y="243"/>
                    <a:pt x="460" y="243"/>
                  </a:cubicBezTo>
                  <a:cubicBezTo>
                    <a:pt x="460" y="87"/>
                    <a:pt x="388" y="0"/>
                    <a:pt x="234" y="0"/>
                  </a:cubicBezTo>
                  <a:close/>
                  <a:moveTo>
                    <a:pt x="97" y="209"/>
                  </a:moveTo>
                  <a:cubicBezTo>
                    <a:pt x="108" y="108"/>
                    <a:pt x="159" y="79"/>
                    <a:pt x="238" y="79"/>
                  </a:cubicBezTo>
                  <a:cubicBezTo>
                    <a:pt x="322" y="79"/>
                    <a:pt x="360" y="119"/>
                    <a:pt x="366" y="209"/>
                  </a:cubicBezTo>
                  <a:lnTo>
                    <a:pt x="97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EC8E473-602C-4ABE-8E74-27DE0B2568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35463" y="4405313"/>
              <a:ext cx="600075" cy="738188"/>
            </a:xfrm>
            <a:custGeom>
              <a:avLst/>
              <a:gdLst>
                <a:gd name="T0" fmla="*/ 244 w 395"/>
                <a:gd name="T1" fmla="*/ 201 h 486"/>
                <a:gd name="T2" fmla="*/ 244 w 395"/>
                <a:gd name="T3" fmla="*/ 201 h 486"/>
                <a:gd name="T4" fmla="*/ 161 w 395"/>
                <a:gd name="T5" fmla="*/ 201 h 486"/>
                <a:gd name="T6" fmla="*/ 92 w 395"/>
                <a:gd name="T7" fmla="*/ 140 h 486"/>
                <a:gd name="T8" fmla="*/ 191 w 395"/>
                <a:gd name="T9" fmla="*/ 81 h 486"/>
                <a:gd name="T10" fmla="*/ 336 w 395"/>
                <a:gd name="T11" fmla="*/ 107 h 486"/>
                <a:gd name="T12" fmla="*/ 367 w 395"/>
                <a:gd name="T13" fmla="*/ 33 h 486"/>
                <a:gd name="T14" fmla="*/ 201 w 395"/>
                <a:gd name="T15" fmla="*/ 0 h 486"/>
                <a:gd name="T16" fmla="*/ 4 w 395"/>
                <a:gd name="T17" fmla="*/ 142 h 486"/>
                <a:gd name="T18" fmla="*/ 151 w 395"/>
                <a:gd name="T19" fmla="*/ 285 h 486"/>
                <a:gd name="T20" fmla="*/ 151 w 395"/>
                <a:gd name="T21" fmla="*/ 285 h 486"/>
                <a:gd name="T22" fmla="*/ 234 w 395"/>
                <a:gd name="T23" fmla="*/ 285 h 486"/>
                <a:gd name="T24" fmla="*/ 303 w 395"/>
                <a:gd name="T25" fmla="*/ 346 h 486"/>
                <a:gd name="T26" fmla="*/ 203 w 395"/>
                <a:gd name="T27" fmla="*/ 405 h 486"/>
                <a:gd name="T28" fmla="*/ 44 w 395"/>
                <a:gd name="T29" fmla="*/ 372 h 486"/>
                <a:gd name="T30" fmla="*/ 12 w 395"/>
                <a:gd name="T31" fmla="*/ 446 h 486"/>
                <a:gd name="T32" fmla="*/ 194 w 395"/>
                <a:gd name="T33" fmla="*/ 486 h 486"/>
                <a:gd name="T34" fmla="*/ 391 w 395"/>
                <a:gd name="T35" fmla="*/ 345 h 486"/>
                <a:gd name="T36" fmla="*/ 244 w 395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5" h="486">
                  <a:moveTo>
                    <a:pt x="244" y="201"/>
                  </a:moveTo>
                  <a:cubicBezTo>
                    <a:pt x="244" y="201"/>
                    <a:pt x="244" y="201"/>
                    <a:pt x="244" y="201"/>
                  </a:cubicBezTo>
                  <a:cubicBezTo>
                    <a:pt x="161" y="201"/>
                    <a:pt x="161" y="201"/>
                    <a:pt x="161" y="201"/>
                  </a:cubicBezTo>
                  <a:cubicBezTo>
                    <a:pt x="115" y="201"/>
                    <a:pt x="90" y="183"/>
                    <a:pt x="92" y="140"/>
                  </a:cubicBezTo>
                  <a:cubicBezTo>
                    <a:pt x="94" y="95"/>
                    <a:pt x="143" y="81"/>
                    <a:pt x="191" y="81"/>
                  </a:cubicBezTo>
                  <a:cubicBezTo>
                    <a:pt x="260" y="81"/>
                    <a:pt x="311" y="98"/>
                    <a:pt x="336" y="107"/>
                  </a:cubicBezTo>
                  <a:cubicBezTo>
                    <a:pt x="367" y="33"/>
                    <a:pt x="367" y="33"/>
                    <a:pt x="367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0" y="0"/>
                    <a:pt x="9" y="32"/>
                    <a:pt x="4" y="142"/>
                  </a:cubicBezTo>
                  <a:cubicBezTo>
                    <a:pt x="0" y="248"/>
                    <a:pt x="74" y="283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234" y="285"/>
                    <a:pt x="234" y="285"/>
                    <a:pt x="234" y="285"/>
                  </a:cubicBezTo>
                  <a:cubicBezTo>
                    <a:pt x="280" y="285"/>
                    <a:pt x="305" y="303"/>
                    <a:pt x="303" y="346"/>
                  </a:cubicBezTo>
                  <a:cubicBezTo>
                    <a:pt x="301" y="391"/>
                    <a:pt x="252" y="405"/>
                    <a:pt x="203" y="405"/>
                  </a:cubicBezTo>
                  <a:cubicBezTo>
                    <a:pt x="105" y="405"/>
                    <a:pt x="44" y="372"/>
                    <a:pt x="44" y="372"/>
                  </a:cubicBezTo>
                  <a:cubicBezTo>
                    <a:pt x="12" y="446"/>
                    <a:pt x="12" y="446"/>
                    <a:pt x="12" y="446"/>
                  </a:cubicBezTo>
                  <a:cubicBezTo>
                    <a:pt x="12" y="446"/>
                    <a:pt x="83" y="486"/>
                    <a:pt x="194" y="486"/>
                  </a:cubicBezTo>
                  <a:cubicBezTo>
                    <a:pt x="275" y="486"/>
                    <a:pt x="386" y="454"/>
                    <a:pt x="391" y="345"/>
                  </a:cubicBezTo>
                  <a:cubicBezTo>
                    <a:pt x="395" y="238"/>
                    <a:pt x="321" y="203"/>
                    <a:pt x="244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4FE414C-3DB9-4FE9-B834-0A39C9D48A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19388" y="4406900"/>
              <a:ext cx="671513" cy="735013"/>
            </a:xfrm>
            <a:custGeom>
              <a:avLst/>
              <a:gdLst>
                <a:gd name="T0" fmla="*/ 220 w 442"/>
                <a:gd name="T1" fmla="*/ 0 h 484"/>
                <a:gd name="T2" fmla="*/ 39 w 442"/>
                <a:gd name="T3" fmla="*/ 30 h 484"/>
                <a:gd name="T4" fmla="*/ 75 w 442"/>
                <a:gd name="T5" fmla="*/ 104 h 484"/>
                <a:gd name="T6" fmla="*/ 230 w 442"/>
                <a:gd name="T7" fmla="*/ 81 h 484"/>
                <a:gd name="T8" fmla="*/ 350 w 442"/>
                <a:gd name="T9" fmla="*/ 168 h 484"/>
                <a:gd name="T10" fmla="*/ 350 w 442"/>
                <a:gd name="T11" fmla="*/ 196 h 484"/>
                <a:gd name="T12" fmla="*/ 168 w 442"/>
                <a:gd name="T13" fmla="*/ 196 h 484"/>
                <a:gd name="T14" fmla="*/ 0 w 442"/>
                <a:gd name="T15" fmla="*/ 339 h 484"/>
                <a:gd name="T16" fmla="*/ 181 w 442"/>
                <a:gd name="T17" fmla="*/ 484 h 484"/>
                <a:gd name="T18" fmla="*/ 350 w 442"/>
                <a:gd name="T19" fmla="*/ 417 h 484"/>
                <a:gd name="T20" fmla="*/ 350 w 442"/>
                <a:gd name="T21" fmla="*/ 484 h 484"/>
                <a:gd name="T22" fmla="*/ 442 w 442"/>
                <a:gd name="T23" fmla="*/ 484 h 484"/>
                <a:gd name="T24" fmla="*/ 442 w 442"/>
                <a:gd name="T25" fmla="*/ 142 h 484"/>
                <a:gd name="T26" fmla="*/ 220 w 442"/>
                <a:gd name="T27" fmla="*/ 0 h 484"/>
                <a:gd name="T28" fmla="*/ 350 w 442"/>
                <a:gd name="T29" fmla="*/ 295 h 484"/>
                <a:gd name="T30" fmla="*/ 198 w 442"/>
                <a:gd name="T31" fmla="*/ 407 h 484"/>
                <a:gd name="T32" fmla="*/ 95 w 442"/>
                <a:gd name="T33" fmla="*/ 338 h 484"/>
                <a:gd name="T34" fmla="*/ 173 w 442"/>
                <a:gd name="T35" fmla="*/ 269 h 484"/>
                <a:gd name="T36" fmla="*/ 350 w 442"/>
                <a:gd name="T37" fmla="*/ 269 h 484"/>
                <a:gd name="T38" fmla="*/ 350 w 442"/>
                <a:gd name="T39" fmla="*/ 295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2" h="484">
                  <a:moveTo>
                    <a:pt x="220" y="0"/>
                  </a:moveTo>
                  <a:cubicBezTo>
                    <a:pt x="135" y="0"/>
                    <a:pt x="72" y="18"/>
                    <a:pt x="39" y="30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105" y="95"/>
                    <a:pt x="159" y="81"/>
                    <a:pt x="230" y="81"/>
                  </a:cubicBezTo>
                  <a:cubicBezTo>
                    <a:pt x="285" y="81"/>
                    <a:pt x="350" y="96"/>
                    <a:pt x="350" y="168"/>
                  </a:cubicBezTo>
                  <a:cubicBezTo>
                    <a:pt x="350" y="168"/>
                    <a:pt x="350" y="194"/>
                    <a:pt x="350" y="196"/>
                  </a:cubicBezTo>
                  <a:cubicBezTo>
                    <a:pt x="168" y="196"/>
                    <a:pt x="168" y="196"/>
                    <a:pt x="168" y="196"/>
                  </a:cubicBezTo>
                  <a:cubicBezTo>
                    <a:pt x="75" y="196"/>
                    <a:pt x="0" y="229"/>
                    <a:pt x="0" y="339"/>
                  </a:cubicBezTo>
                  <a:cubicBezTo>
                    <a:pt x="0" y="438"/>
                    <a:pt x="81" y="484"/>
                    <a:pt x="181" y="484"/>
                  </a:cubicBezTo>
                  <a:cubicBezTo>
                    <a:pt x="298" y="484"/>
                    <a:pt x="350" y="417"/>
                    <a:pt x="350" y="417"/>
                  </a:cubicBezTo>
                  <a:cubicBezTo>
                    <a:pt x="350" y="484"/>
                    <a:pt x="350" y="484"/>
                    <a:pt x="350" y="484"/>
                  </a:cubicBezTo>
                  <a:cubicBezTo>
                    <a:pt x="442" y="484"/>
                    <a:pt x="442" y="484"/>
                    <a:pt x="442" y="484"/>
                  </a:cubicBezTo>
                  <a:cubicBezTo>
                    <a:pt x="442" y="142"/>
                    <a:pt x="442" y="142"/>
                    <a:pt x="442" y="142"/>
                  </a:cubicBezTo>
                  <a:cubicBezTo>
                    <a:pt x="437" y="32"/>
                    <a:pt x="311" y="0"/>
                    <a:pt x="220" y="0"/>
                  </a:cubicBezTo>
                  <a:close/>
                  <a:moveTo>
                    <a:pt x="350" y="295"/>
                  </a:moveTo>
                  <a:cubicBezTo>
                    <a:pt x="350" y="366"/>
                    <a:pt x="258" y="407"/>
                    <a:pt x="198" y="407"/>
                  </a:cubicBezTo>
                  <a:cubicBezTo>
                    <a:pt x="153" y="407"/>
                    <a:pt x="95" y="392"/>
                    <a:pt x="95" y="338"/>
                  </a:cubicBezTo>
                  <a:cubicBezTo>
                    <a:pt x="95" y="284"/>
                    <a:pt x="126" y="269"/>
                    <a:pt x="173" y="269"/>
                  </a:cubicBezTo>
                  <a:cubicBezTo>
                    <a:pt x="350" y="269"/>
                    <a:pt x="350" y="269"/>
                    <a:pt x="350" y="269"/>
                  </a:cubicBezTo>
                  <a:lnTo>
                    <a:pt x="350" y="2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CCE5207A-3E84-4DC4-A07C-47027DA0FF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5850" y="0"/>
              <a:ext cx="1914525" cy="965200"/>
            </a:xfrm>
            <a:custGeom>
              <a:avLst/>
              <a:gdLst>
                <a:gd name="T0" fmla="*/ 1260 w 1260"/>
                <a:gd name="T1" fmla="*/ 183 h 636"/>
                <a:gd name="T2" fmla="*/ 632 w 1260"/>
                <a:gd name="T3" fmla="*/ 0 h 636"/>
                <a:gd name="T4" fmla="*/ 0 w 1260"/>
                <a:gd name="T5" fmla="*/ 174 h 636"/>
                <a:gd name="T6" fmla="*/ 630 w 1260"/>
                <a:gd name="T7" fmla="*/ 635 h 636"/>
                <a:gd name="T8" fmla="*/ 1260 w 1260"/>
                <a:gd name="T9" fmla="*/ 183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0" h="636">
                  <a:moveTo>
                    <a:pt x="1260" y="183"/>
                  </a:moveTo>
                  <a:cubicBezTo>
                    <a:pt x="1088" y="73"/>
                    <a:pt x="862" y="0"/>
                    <a:pt x="632" y="0"/>
                  </a:cubicBezTo>
                  <a:cubicBezTo>
                    <a:pt x="418" y="0"/>
                    <a:pt x="197" y="52"/>
                    <a:pt x="0" y="174"/>
                  </a:cubicBezTo>
                  <a:cubicBezTo>
                    <a:pt x="0" y="174"/>
                    <a:pt x="269" y="634"/>
                    <a:pt x="630" y="635"/>
                  </a:cubicBezTo>
                  <a:cubicBezTo>
                    <a:pt x="992" y="636"/>
                    <a:pt x="1260" y="183"/>
                    <a:pt x="1260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77B6E331-2620-41C0-B97C-1B12164FD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2563" y="436563"/>
              <a:ext cx="1201738" cy="1819275"/>
            </a:xfrm>
            <a:custGeom>
              <a:avLst/>
              <a:gdLst>
                <a:gd name="T0" fmla="*/ 438 w 791"/>
                <a:gd name="T1" fmla="*/ 0 h 1198"/>
                <a:gd name="T2" fmla="*/ 75 w 791"/>
                <a:gd name="T3" fmla="*/ 545 h 1198"/>
                <a:gd name="T4" fmla="*/ 52 w 791"/>
                <a:gd name="T5" fmla="*/ 1198 h 1198"/>
                <a:gd name="T6" fmla="*/ 679 w 791"/>
                <a:gd name="T7" fmla="*/ 742 h 1198"/>
                <a:gd name="T8" fmla="*/ 438 w 791"/>
                <a:gd name="T9" fmla="*/ 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1" h="1198">
                  <a:moveTo>
                    <a:pt x="438" y="0"/>
                  </a:moveTo>
                  <a:cubicBezTo>
                    <a:pt x="273" y="139"/>
                    <a:pt x="147" y="326"/>
                    <a:pt x="75" y="545"/>
                  </a:cubicBezTo>
                  <a:cubicBezTo>
                    <a:pt x="4" y="764"/>
                    <a:pt x="0" y="981"/>
                    <a:pt x="52" y="1198"/>
                  </a:cubicBezTo>
                  <a:cubicBezTo>
                    <a:pt x="52" y="1198"/>
                    <a:pt x="566" y="1086"/>
                    <a:pt x="679" y="742"/>
                  </a:cubicBezTo>
                  <a:cubicBezTo>
                    <a:pt x="791" y="399"/>
                    <a:pt x="438" y="0"/>
                    <a:pt x="4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DA1FDC7C-42C8-4041-B97D-F2CA92B557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82900" y="2185988"/>
              <a:ext cx="1622425" cy="1447800"/>
            </a:xfrm>
            <a:custGeom>
              <a:avLst/>
              <a:gdLst>
                <a:gd name="T0" fmla="*/ 0 w 1067"/>
                <a:gd name="T1" fmla="*/ 211 h 954"/>
                <a:gd name="T2" fmla="*/ 401 w 1067"/>
                <a:gd name="T3" fmla="*/ 726 h 954"/>
                <a:gd name="T4" fmla="*/ 1016 w 1067"/>
                <a:gd name="T5" fmla="*/ 954 h 954"/>
                <a:gd name="T6" fmla="*/ 775 w 1067"/>
                <a:gd name="T7" fmla="*/ 213 h 954"/>
                <a:gd name="T8" fmla="*/ 0 w 1067"/>
                <a:gd name="T9" fmla="*/ 211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7" h="954">
                  <a:moveTo>
                    <a:pt x="0" y="211"/>
                  </a:moveTo>
                  <a:cubicBezTo>
                    <a:pt x="84" y="414"/>
                    <a:pt x="218" y="590"/>
                    <a:pt x="401" y="726"/>
                  </a:cubicBezTo>
                  <a:cubicBezTo>
                    <a:pt x="586" y="863"/>
                    <a:pt x="810" y="941"/>
                    <a:pt x="1016" y="954"/>
                  </a:cubicBezTo>
                  <a:cubicBezTo>
                    <a:pt x="1016" y="954"/>
                    <a:pt x="1067" y="426"/>
                    <a:pt x="775" y="213"/>
                  </a:cubicBezTo>
                  <a:cubicBezTo>
                    <a:pt x="483" y="0"/>
                    <a:pt x="0" y="211"/>
                    <a:pt x="0" y="2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7F7052C-55C2-4219-9B97-3B0041EC6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5500" y="2182813"/>
              <a:ext cx="1627188" cy="1450975"/>
            </a:xfrm>
            <a:custGeom>
              <a:avLst/>
              <a:gdLst>
                <a:gd name="T0" fmla="*/ 58 w 1071"/>
                <a:gd name="T1" fmla="*/ 956 h 956"/>
                <a:gd name="T2" fmla="*/ 669 w 1071"/>
                <a:gd name="T3" fmla="*/ 725 h 956"/>
                <a:gd name="T4" fmla="*/ 1071 w 1071"/>
                <a:gd name="T5" fmla="*/ 207 h 956"/>
                <a:gd name="T6" fmla="*/ 291 w 1071"/>
                <a:gd name="T7" fmla="*/ 215 h 956"/>
                <a:gd name="T8" fmla="*/ 58 w 1071"/>
                <a:gd name="T9" fmla="*/ 956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1" h="956">
                  <a:moveTo>
                    <a:pt x="58" y="956"/>
                  </a:moveTo>
                  <a:cubicBezTo>
                    <a:pt x="289" y="933"/>
                    <a:pt x="482" y="860"/>
                    <a:pt x="669" y="725"/>
                  </a:cubicBezTo>
                  <a:cubicBezTo>
                    <a:pt x="850" y="594"/>
                    <a:pt x="987" y="409"/>
                    <a:pt x="1071" y="207"/>
                  </a:cubicBezTo>
                  <a:cubicBezTo>
                    <a:pt x="1071" y="207"/>
                    <a:pt x="581" y="0"/>
                    <a:pt x="291" y="215"/>
                  </a:cubicBezTo>
                  <a:cubicBezTo>
                    <a:pt x="0" y="431"/>
                    <a:pt x="58" y="956"/>
                    <a:pt x="58" y="9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CD66E80E-6FF0-460D-B6F3-3BFD4976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9700" y="439738"/>
              <a:ext cx="1195388" cy="1819275"/>
            </a:xfrm>
            <a:custGeom>
              <a:avLst/>
              <a:gdLst>
                <a:gd name="T0" fmla="*/ 737 w 787"/>
                <a:gd name="T1" fmla="*/ 1198 h 1198"/>
                <a:gd name="T2" fmla="*/ 715 w 787"/>
                <a:gd name="T3" fmla="*/ 544 h 1198"/>
                <a:gd name="T4" fmla="*/ 355 w 787"/>
                <a:gd name="T5" fmla="*/ 0 h 1198"/>
                <a:gd name="T6" fmla="*/ 111 w 787"/>
                <a:gd name="T7" fmla="*/ 739 h 1198"/>
                <a:gd name="T8" fmla="*/ 737 w 787"/>
                <a:gd name="T9" fmla="*/ 1198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7" h="1198">
                  <a:moveTo>
                    <a:pt x="737" y="1198"/>
                  </a:moveTo>
                  <a:cubicBezTo>
                    <a:pt x="787" y="991"/>
                    <a:pt x="786" y="764"/>
                    <a:pt x="715" y="544"/>
                  </a:cubicBezTo>
                  <a:cubicBezTo>
                    <a:pt x="645" y="325"/>
                    <a:pt x="518" y="144"/>
                    <a:pt x="355" y="0"/>
                  </a:cubicBezTo>
                  <a:cubicBezTo>
                    <a:pt x="355" y="0"/>
                    <a:pt x="0" y="395"/>
                    <a:pt x="111" y="739"/>
                  </a:cubicBezTo>
                  <a:cubicBezTo>
                    <a:pt x="222" y="1083"/>
                    <a:pt x="737" y="1198"/>
                    <a:pt x="737" y="1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EF6742AF-C8D3-4ECE-A715-D2E9132A76D7}"/>
              </a:ext>
            </a:extLst>
          </p:cNvPr>
          <p:cNvGrpSpPr/>
          <p:nvPr userDrawn="1"/>
        </p:nvGrpSpPr>
        <p:grpSpPr>
          <a:xfrm>
            <a:off x="6774558" y="2383665"/>
            <a:ext cx="3589316" cy="1769235"/>
            <a:chOff x="1876472" y="1243012"/>
            <a:chExt cx="5386683" cy="2655188"/>
          </a:xfrm>
          <a:solidFill>
            <a:schemeClr val="bg2"/>
          </a:solidFill>
        </p:grpSpPr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E89B02AF-DB8F-42C4-A8A6-230344B46333}"/>
                </a:ext>
              </a:extLst>
            </p:cNvPr>
            <p:cNvSpPr/>
            <p:nvPr/>
          </p:nvSpPr>
          <p:spPr>
            <a:xfrm>
              <a:off x="5656023" y="2294286"/>
              <a:ext cx="757978" cy="1289494"/>
            </a:xfrm>
            <a:custGeom>
              <a:avLst/>
              <a:gdLst>
                <a:gd name="connsiteX0" fmla="*/ 32211 w 757978"/>
                <a:gd name="connsiteY0" fmla="*/ 473202 h 1289494"/>
                <a:gd name="connsiteX1" fmla="*/ 252143 w 757978"/>
                <a:gd name="connsiteY1" fmla="*/ 1289495 h 1289494"/>
                <a:gd name="connsiteX2" fmla="*/ 675434 w 757978"/>
                <a:gd name="connsiteY2" fmla="*/ 708850 h 1289494"/>
                <a:gd name="connsiteX3" fmla="*/ 733918 w 757978"/>
                <a:gd name="connsiteY3" fmla="*/ 0 h 1289494"/>
                <a:gd name="connsiteX4" fmla="*/ 32211 w 757978"/>
                <a:gd name="connsiteY4" fmla="*/ 473202 h 1289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978" h="1289494">
                  <a:moveTo>
                    <a:pt x="32211" y="473202"/>
                  </a:moveTo>
                  <a:cubicBezTo>
                    <a:pt x="-102377" y="834104"/>
                    <a:pt x="226711" y="1257586"/>
                    <a:pt x="252143" y="1289495"/>
                  </a:cubicBezTo>
                  <a:cubicBezTo>
                    <a:pt x="438166" y="1143857"/>
                    <a:pt x="587423" y="946595"/>
                    <a:pt x="675434" y="708850"/>
                  </a:cubicBezTo>
                  <a:cubicBezTo>
                    <a:pt x="762493" y="473678"/>
                    <a:pt x="778399" y="229457"/>
                    <a:pt x="733918" y="0"/>
                  </a:cubicBezTo>
                  <a:cubicBezTo>
                    <a:pt x="702390" y="5715"/>
                    <a:pt x="168038" y="108966"/>
                    <a:pt x="32211" y="4732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68B4B2E3-6F03-4BD4-BB28-FCDF5C00B34A}"/>
                </a:ext>
              </a:extLst>
            </p:cNvPr>
            <p:cNvSpPr/>
            <p:nvPr/>
          </p:nvSpPr>
          <p:spPr>
            <a:xfrm>
              <a:off x="6505177" y="2608706"/>
              <a:ext cx="757978" cy="1289494"/>
            </a:xfrm>
            <a:custGeom>
              <a:avLst/>
              <a:gdLst>
                <a:gd name="connsiteX0" fmla="*/ 32211 w 757978"/>
                <a:gd name="connsiteY0" fmla="*/ 473202 h 1289494"/>
                <a:gd name="connsiteX1" fmla="*/ 252143 w 757978"/>
                <a:gd name="connsiteY1" fmla="*/ 1289495 h 1289494"/>
                <a:gd name="connsiteX2" fmla="*/ 675434 w 757978"/>
                <a:gd name="connsiteY2" fmla="*/ 708851 h 1289494"/>
                <a:gd name="connsiteX3" fmla="*/ 733918 w 757978"/>
                <a:gd name="connsiteY3" fmla="*/ 0 h 1289494"/>
                <a:gd name="connsiteX4" fmla="*/ 32211 w 757978"/>
                <a:gd name="connsiteY4" fmla="*/ 473202 h 1289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978" h="1289494">
                  <a:moveTo>
                    <a:pt x="32211" y="473202"/>
                  </a:moveTo>
                  <a:cubicBezTo>
                    <a:pt x="-102377" y="834104"/>
                    <a:pt x="226712" y="1257586"/>
                    <a:pt x="252143" y="1289495"/>
                  </a:cubicBezTo>
                  <a:cubicBezTo>
                    <a:pt x="438167" y="1143857"/>
                    <a:pt x="587423" y="946594"/>
                    <a:pt x="675434" y="708851"/>
                  </a:cubicBezTo>
                  <a:cubicBezTo>
                    <a:pt x="762493" y="473678"/>
                    <a:pt x="778399" y="229457"/>
                    <a:pt x="733918" y="0"/>
                  </a:cubicBezTo>
                  <a:cubicBezTo>
                    <a:pt x="702485" y="5810"/>
                    <a:pt x="168037" y="109061"/>
                    <a:pt x="32211" y="4732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99B404BE-FE54-428A-911D-CAC51B52FD2D}"/>
                </a:ext>
              </a:extLst>
            </p:cNvPr>
            <p:cNvSpPr/>
            <p:nvPr/>
          </p:nvSpPr>
          <p:spPr>
            <a:xfrm>
              <a:off x="2704671" y="1549717"/>
              <a:ext cx="755433" cy="1292256"/>
            </a:xfrm>
            <a:custGeom>
              <a:avLst/>
              <a:gdLst>
                <a:gd name="connsiteX0" fmla="*/ 724043 w 755433"/>
                <a:gd name="connsiteY0" fmla="*/ 816102 h 1292256"/>
                <a:gd name="connsiteX1" fmla="*/ 25574 w 755433"/>
                <a:gd name="connsiteY1" fmla="*/ 1292257 h 1292256"/>
                <a:gd name="connsiteX2" fmla="*/ 82534 w 755433"/>
                <a:gd name="connsiteY2" fmla="*/ 575977 h 1292256"/>
                <a:gd name="connsiteX3" fmla="*/ 499824 w 755433"/>
                <a:gd name="connsiteY3" fmla="*/ 0 h 1292256"/>
                <a:gd name="connsiteX4" fmla="*/ 724043 w 755433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33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658" y="145161"/>
                    <a:pt x="499824" y="0"/>
                  </a:cubicBezTo>
                  <a:cubicBezTo>
                    <a:pt x="519922" y="24860"/>
                    <a:pt x="858250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19526F4F-A482-4075-A175-93D5B6F1862F}"/>
                </a:ext>
              </a:extLst>
            </p:cNvPr>
            <p:cNvSpPr/>
            <p:nvPr/>
          </p:nvSpPr>
          <p:spPr>
            <a:xfrm>
              <a:off x="1876472" y="1243012"/>
              <a:ext cx="755400" cy="1292255"/>
            </a:xfrm>
            <a:custGeom>
              <a:avLst/>
              <a:gdLst>
                <a:gd name="connsiteX0" fmla="*/ 724043 w 755400"/>
                <a:gd name="connsiteY0" fmla="*/ 816102 h 1292256"/>
                <a:gd name="connsiteX1" fmla="*/ 25574 w 755400"/>
                <a:gd name="connsiteY1" fmla="*/ 1292257 h 1292256"/>
                <a:gd name="connsiteX2" fmla="*/ 82534 w 755400"/>
                <a:gd name="connsiteY2" fmla="*/ 575977 h 1292256"/>
                <a:gd name="connsiteX3" fmla="*/ 499824 w 755400"/>
                <a:gd name="connsiteY3" fmla="*/ 0 h 1292256"/>
                <a:gd name="connsiteX4" fmla="*/ 724043 w 755400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00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563" y="145161"/>
                    <a:pt x="499824" y="0"/>
                  </a:cubicBezTo>
                  <a:cubicBezTo>
                    <a:pt x="519922" y="24860"/>
                    <a:pt x="858155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2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noFill/>
          </a:ln>
        </p:spPr>
        <p:txBody>
          <a:bodyPr lIns="0" bIns="360000" anchor="ctr" anchorCtr="0"/>
          <a:lstStyle>
            <a:lvl1pPr marL="527987" indent="-527987">
              <a:buFont typeface="+mj-lt"/>
              <a:buNone/>
              <a:defRPr sz="4333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1. Titre de partie</a:t>
            </a:r>
          </a:p>
        </p:txBody>
      </p:sp>
      <p:sp>
        <p:nvSpPr>
          <p:cNvPr id="23" name="Espace réservé de la date 4">
            <a:extLst>
              <a:ext uri="{FF2B5EF4-FFF2-40B4-BE49-F238E27FC236}">
                <a16:creationId xmlns:a16="http://schemas.microsoft.com/office/drawing/2014/main" id="{979B2E0D-EA57-4BD7-9C3E-D26051B48C1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1"/>
            <a:ext cx="1560000" cy="2825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35" name="Espace réservé du pied de page 8">
            <a:extLst>
              <a:ext uri="{FF2B5EF4-FFF2-40B4-BE49-F238E27FC236}">
                <a16:creationId xmlns:a16="http://schemas.microsoft.com/office/drawing/2014/main" id="{FFFB696E-EECC-4454-8ED3-CA5C36E3B32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SVEPM 2026   -   UNVEILING TEMPORAL AND REGIONAL FACTORS OF ANTIBIOTIC RESISTANCE   -   BAREILLE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55502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titre 2">
    <p:bg>
      <p:bgPr>
        <a:solidFill>
          <a:srgbClr val="FFE8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noFill/>
          </a:ln>
        </p:spPr>
        <p:txBody>
          <a:bodyPr lIns="0" bIns="360000" anchor="ctr" anchorCtr="0"/>
          <a:lstStyle>
            <a:lvl1pPr marL="527987" indent="-527987">
              <a:buFont typeface="+mj-lt"/>
              <a:buNone/>
              <a:defRPr sz="4333">
                <a:solidFill>
                  <a:srgbClr val="262626"/>
                </a:solidFill>
              </a:defRPr>
            </a:lvl1pPr>
          </a:lstStyle>
          <a:p>
            <a:r>
              <a:rPr lang="fr-FR" dirty="0"/>
              <a:t>1. Titre de partie</a:t>
            </a:r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8AE072A-0DE3-445C-991B-1FF54D483686}"/>
              </a:ext>
            </a:extLst>
          </p:cNvPr>
          <p:cNvGrpSpPr/>
          <p:nvPr userDrawn="1"/>
        </p:nvGrpSpPr>
        <p:grpSpPr>
          <a:xfrm>
            <a:off x="11341101" y="240140"/>
            <a:ext cx="361951" cy="502176"/>
            <a:chOff x="2719388" y="0"/>
            <a:chExt cx="3708400" cy="5145088"/>
          </a:xfrm>
          <a:solidFill>
            <a:srgbClr val="262626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6EAAAE4-81CD-4923-9B00-96AA86990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2825" y="4416425"/>
              <a:ext cx="658813" cy="723900"/>
            </a:xfrm>
            <a:custGeom>
              <a:avLst/>
              <a:gdLst>
                <a:gd name="T0" fmla="*/ 258 w 434"/>
                <a:gd name="T1" fmla="*/ 0 h 477"/>
                <a:gd name="T2" fmla="*/ 92 w 434"/>
                <a:gd name="T3" fmla="*/ 67 h 477"/>
                <a:gd name="T4" fmla="*/ 92 w 434"/>
                <a:gd name="T5" fmla="*/ 0 h 477"/>
                <a:gd name="T6" fmla="*/ 0 w 434"/>
                <a:gd name="T7" fmla="*/ 0 h 477"/>
                <a:gd name="T8" fmla="*/ 0 w 434"/>
                <a:gd name="T9" fmla="*/ 477 h 477"/>
                <a:gd name="T10" fmla="*/ 92 w 434"/>
                <a:gd name="T11" fmla="*/ 477 h 477"/>
                <a:gd name="T12" fmla="*/ 92 w 434"/>
                <a:gd name="T13" fmla="*/ 187 h 477"/>
                <a:gd name="T14" fmla="*/ 241 w 434"/>
                <a:gd name="T15" fmla="*/ 76 h 477"/>
                <a:gd name="T16" fmla="*/ 342 w 434"/>
                <a:gd name="T17" fmla="*/ 161 h 477"/>
                <a:gd name="T18" fmla="*/ 342 w 434"/>
                <a:gd name="T19" fmla="*/ 161 h 477"/>
                <a:gd name="T20" fmla="*/ 342 w 434"/>
                <a:gd name="T21" fmla="*/ 477 h 477"/>
                <a:gd name="T22" fmla="*/ 434 w 434"/>
                <a:gd name="T23" fmla="*/ 477 h 477"/>
                <a:gd name="T24" fmla="*/ 434 w 434"/>
                <a:gd name="T25" fmla="*/ 161 h 477"/>
                <a:gd name="T26" fmla="*/ 258 w 434"/>
                <a:gd name="T27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4" h="477">
                  <a:moveTo>
                    <a:pt x="258" y="0"/>
                  </a:moveTo>
                  <a:cubicBezTo>
                    <a:pt x="144" y="0"/>
                    <a:pt x="93" y="65"/>
                    <a:pt x="92" y="6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77"/>
                    <a:pt x="0" y="477"/>
                    <a:pt x="0" y="477"/>
                  </a:cubicBezTo>
                  <a:cubicBezTo>
                    <a:pt x="92" y="477"/>
                    <a:pt x="92" y="477"/>
                    <a:pt x="92" y="47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4" y="117"/>
                    <a:pt x="182" y="76"/>
                    <a:pt x="241" y="76"/>
                  </a:cubicBezTo>
                  <a:cubicBezTo>
                    <a:pt x="285" y="76"/>
                    <a:pt x="342" y="107"/>
                    <a:pt x="342" y="161"/>
                  </a:cubicBezTo>
                  <a:cubicBezTo>
                    <a:pt x="342" y="161"/>
                    <a:pt x="342" y="161"/>
                    <a:pt x="342" y="161"/>
                  </a:cubicBezTo>
                  <a:cubicBezTo>
                    <a:pt x="342" y="477"/>
                    <a:pt x="342" y="477"/>
                    <a:pt x="342" y="477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434" y="161"/>
                    <a:pt x="434" y="161"/>
                    <a:pt x="434" y="161"/>
                  </a:cubicBezTo>
                  <a:cubicBezTo>
                    <a:pt x="434" y="54"/>
                    <a:pt x="355" y="0"/>
                    <a:pt x="2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0BCD58C1-66D1-49A9-817D-EA1CCE1886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26125" y="4405313"/>
              <a:ext cx="601663" cy="738188"/>
            </a:xfrm>
            <a:custGeom>
              <a:avLst/>
              <a:gdLst>
                <a:gd name="T0" fmla="*/ 245 w 396"/>
                <a:gd name="T1" fmla="*/ 201 h 486"/>
                <a:gd name="T2" fmla="*/ 245 w 396"/>
                <a:gd name="T3" fmla="*/ 201 h 486"/>
                <a:gd name="T4" fmla="*/ 162 w 396"/>
                <a:gd name="T5" fmla="*/ 201 h 486"/>
                <a:gd name="T6" fmla="*/ 93 w 396"/>
                <a:gd name="T7" fmla="*/ 140 h 486"/>
                <a:gd name="T8" fmla="*/ 192 w 396"/>
                <a:gd name="T9" fmla="*/ 81 h 486"/>
                <a:gd name="T10" fmla="*/ 336 w 396"/>
                <a:gd name="T11" fmla="*/ 107 h 486"/>
                <a:gd name="T12" fmla="*/ 368 w 396"/>
                <a:gd name="T13" fmla="*/ 33 h 486"/>
                <a:gd name="T14" fmla="*/ 201 w 396"/>
                <a:gd name="T15" fmla="*/ 0 h 486"/>
                <a:gd name="T16" fmla="*/ 5 w 396"/>
                <a:gd name="T17" fmla="*/ 142 h 486"/>
                <a:gd name="T18" fmla="*/ 152 w 396"/>
                <a:gd name="T19" fmla="*/ 285 h 486"/>
                <a:gd name="T20" fmla="*/ 152 w 396"/>
                <a:gd name="T21" fmla="*/ 285 h 486"/>
                <a:gd name="T22" fmla="*/ 235 w 396"/>
                <a:gd name="T23" fmla="*/ 285 h 486"/>
                <a:gd name="T24" fmla="*/ 304 w 396"/>
                <a:gd name="T25" fmla="*/ 346 h 486"/>
                <a:gd name="T26" fmla="*/ 204 w 396"/>
                <a:gd name="T27" fmla="*/ 405 h 486"/>
                <a:gd name="T28" fmla="*/ 44 w 396"/>
                <a:gd name="T29" fmla="*/ 372 h 486"/>
                <a:gd name="T30" fmla="*/ 13 w 396"/>
                <a:gd name="T31" fmla="*/ 446 h 486"/>
                <a:gd name="T32" fmla="*/ 195 w 396"/>
                <a:gd name="T33" fmla="*/ 486 h 486"/>
                <a:gd name="T34" fmla="*/ 391 w 396"/>
                <a:gd name="T35" fmla="*/ 345 h 486"/>
                <a:gd name="T36" fmla="*/ 245 w 396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6" h="486">
                  <a:moveTo>
                    <a:pt x="245" y="201"/>
                  </a:moveTo>
                  <a:cubicBezTo>
                    <a:pt x="245" y="201"/>
                    <a:pt x="245" y="201"/>
                    <a:pt x="245" y="201"/>
                  </a:cubicBezTo>
                  <a:cubicBezTo>
                    <a:pt x="162" y="201"/>
                    <a:pt x="162" y="201"/>
                    <a:pt x="162" y="201"/>
                  </a:cubicBezTo>
                  <a:cubicBezTo>
                    <a:pt x="115" y="201"/>
                    <a:pt x="91" y="183"/>
                    <a:pt x="93" y="140"/>
                  </a:cubicBezTo>
                  <a:cubicBezTo>
                    <a:pt x="95" y="95"/>
                    <a:pt x="144" y="81"/>
                    <a:pt x="192" y="81"/>
                  </a:cubicBezTo>
                  <a:cubicBezTo>
                    <a:pt x="261" y="81"/>
                    <a:pt x="312" y="98"/>
                    <a:pt x="336" y="107"/>
                  </a:cubicBezTo>
                  <a:cubicBezTo>
                    <a:pt x="368" y="33"/>
                    <a:pt x="368" y="33"/>
                    <a:pt x="368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1" y="0"/>
                    <a:pt x="10" y="32"/>
                    <a:pt x="5" y="142"/>
                  </a:cubicBezTo>
                  <a:cubicBezTo>
                    <a:pt x="0" y="248"/>
                    <a:pt x="74" y="283"/>
                    <a:pt x="152" y="285"/>
                  </a:cubicBezTo>
                  <a:cubicBezTo>
                    <a:pt x="152" y="285"/>
                    <a:pt x="152" y="285"/>
                    <a:pt x="152" y="285"/>
                  </a:cubicBezTo>
                  <a:cubicBezTo>
                    <a:pt x="235" y="285"/>
                    <a:pt x="235" y="285"/>
                    <a:pt x="235" y="285"/>
                  </a:cubicBezTo>
                  <a:cubicBezTo>
                    <a:pt x="281" y="285"/>
                    <a:pt x="306" y="303"/>
                    <a:pt x="304" y="346"/>
                  </a:cubicBezTo>
                  <a:cubicBezTo>
                    <a:pt x="302" y="391"/>
                    <a:pt x="253" y="405"/>
                    <a:pt x="204" y="405"/>
                  </a:cubicBezTo>
                  <a:cubicBezTo>
                    <a:pt x="106" y="405"/>
                    <a:pt x="44" y="372"/>
                    <a:pt x="44" y="372"/>
                  </a:cubicBezTo>
                  <a:cubicBezTo>
                    <a:pt x="13" y="446"/>
                    <a:pt x="13" y="446"/>
                    <a:pt x="13" y="446"/>
                  </a:cubicBezTo>
                  <a:cubicBezTo>
                    <a:pt x="13" y="446"/>
                    <a:pt x="83" y="486"/>
                    <a:pt x="195" y="486"/>
                  </a:cubicBezTo>
                  <a:cubicBezTo>
                    <a:pt x="276" y="486"/>
                    <a:pt x="387" y="454"/>
                    <a:pt x="391" y="345"/>
                  </a:cubicBezTo>
                  <a:cubicBezTo>
                    <a:pt x="396" y="238"/>
                    <a:pt x="322" y="203"/>
                    <a:pt x="245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AE8DB6E-B1F5-4293-BB50-9FC333A20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026025" y="4402138"/>
              <a:ext cx="700088" cy="742950"/>
            </a:xfrm>
            <a:custGeom>
              <a:avLst/>
              <a:gdLst>
                <a:gd name="T0" fmla="*/ 234 w 460"/>
                <a:gd name="T1" fmla="*/ 0 h 489"/>
                <a:gd name="T2" fmla="*/ 0 w 460"/>
                <a:gd name="T3" fmla="*/ 249 h 489"/>
                <a:gd name="T4" fmla="*/ 256 w 460"/>
                <a:gd name="T5" fmla="*/ 489 h 489"/>
                <a:gd name="T6" fmla="*/ 437 w 460"/>
                <a:gd name="T7" fmla="*/ 449 h 489"/>
                <a:gd name="T8" fmla="*/ 403 w 460"/>
                <a:gd name="T9" fmla="*/ 378 h 489"/>
                <a:gd name="T10" fmla="*/ 253 w 460"/>
                <a:gd name="T11" fmla="*/ 408 h 489"/>
                <a:gd name="T12" fmla="*/ 96 w 460"/>
                <a:gd name="T13" fmla="*/ 285 h 489"/>
                <a:gd name="T14" fmla="*/ 367 w 460"/>
                <a:gd name="T15" fmla="*/ 285 h 489"/>
                <a:gd name="T16" fmla="*/ 460 w 460"/>
                <a:gd name="T17" fmla="*/ 285 h 489"/>
                <a:gd name="T18" fmla="*/ 460 w 460"/>
                <a:gd name="T19" fmla="*/ 243 h 489"/>
                <a:gd name="T20" fmla="*/ 234 w 460"/>
                <a:gd name="T21" fmla="*/ 0 h 489"/>
                <a:gd name="T22" fmla="*/ 97 w 460"/>
                <a:gd name="T23" fmla="*/ 209 h 489"/>
                <a:gd name="T24" fmla="*/ 238 w 460"/>
                <a:gd name="T25" fmla="*/ 79 h 489"/>
                <a:gd name="T26" fmla="*/ 366 w 460"/>
                <a:gd name="T27" fmla="*/ 209 h 489"/>
                <a:gd name="T28" fmla="*/ 97 w 460"/>
                <a:gd name="T29" fmla="*/ 20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0" h="489">
                  <a:moveTo>
                    <a:pt x="234" y="0"/>
                  </a:moveTo>
                  <a:cubicBezTo>
                    <a:pt x="101" y="0"/>
                    <a:pt x="0" y="77"/>
                    <a:pt x="0" y="249"/>
                  </a:cubicBezTo>
                  <a:cubicBezTo>
                    <a:pt x="0" y="421"/>
                    <a:pt x="127" y="489"/>
                    <a:pt x="256" y="489"/>
                  </a:cubicBezTo>
                  <a:cubicBezTo>
                    <a:pt x="375" y="489"/>
                    <a:pt x="437" y="449"/>
                    <a:pt x="437" y="449"/>
                  </a:cubicBezTo>
                  <a:cubicBezTo>
                    <a:pt x="403" y="378"/>
                    <a:pt x="403" y="378"/>
                    <a:pt x="403" y="378"/>
                  </a:cubicBezTo>
                  <a:cubicBezTo>
                    <a:pt x="403" y="378"/>
                    <a:pt x="357" y="408"/>
                    <a:pt x="253" y="408"/>
                  </a:cubicBezTo>
                  <a:cubicBezTo>
                    <a:pt x="182" y="408"/>
                    <a:pt x="106" y="386"/>
                    <a:pt x="96" y="285"/>
                  </a:cubicBezTo>
                  <a:cubicBezTo>
                    <a:pt x="367" y="285"/>
                    <a:pt x="367" y="285"/>
                    <a:pt x="367" y="285"/>
                  </a:cubicBezTo>
                  <a:cubicBezTo>
                    <a:pt x="460" y="285"/>
                    <a:pt x="460" y="285"/>
                    <a:pt x="460" y="285"/>
                  </a:cubicBezTo>
                  <a:cubicBezTo>
                    <a:pt x="460" y="243"/>
                    <a:pt x="460" y="243"/>
                    <a:pt x="460" y="243"/>
                  </a:cubicBezTo>
                  <a:cubicBezTo>
                    <a:pt x="460" y="87"/>
                    <a:pt x="388" y="0"/>
                    <a:pt x="234" y="0"/>
                  </a:cubicBezTo>
                  <a:close/>
                  <a:moveTo>
                    <a:pt x="97" y="209"/>
                  </a:moveTo>
                  <a:cubicBezTo>
                    <a:pt x="108" y="108"/>
                    <a:pt x="159" y="79"/>
                    <a:pt x="238" y="79"/>
                  </a:cubicBezTo>
                  <a:cubicBezTo>
                    <a:pt x="322" y="79"/>
                    <a:pt x="360" y="119"/>
                    <a:pt x="366" y="209"/>
                  </a:cubicBezTo>
                  <a:lnTo>
                    <a:pt x="97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EC8E473-602C-4ABE-8E74-27DE0B2568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35463" y="4405313"/>
              <a:ext cx="600075" cy="738188"/>
            </a:xfrm>
            <a:custGeom>
              <a:avLst/>
              <a:gdLst>
                <a:gd name="T0" fmla="*/ 244 w 395"/>
                <a:gd name="T1" fmla="*/ 201 h 486"/>
                <a:gd name="T2" fmla="*/ 244 w 395"/>
                <a:gd name="T3" fmla="*/ 201 h 486"/>
                <a:gd name="T4" fmla="*/ 161 w 395"/>
                <a:gd name="T5" fmla="*/ 201 h 486"/>
                <a:gd name="T6" fmla="*/ 92 w 395"/>
                <a:gd name="T7" fmla="*/ 140 h 486"/>
                <a:gd name="T8" fmla="*/ 191 w 395"/>
                <a:gd name="T9" fmla="*/ 81 h 486"/>
                <a:gd name="T10" fmla="*/ 336 w 395"/>
                <a:gd name="T11" fmla="*/ 107 h 486"/>
                <a:gd name="T12" fmla="*/ 367 w 395"/>
                <a:gd name="T13" fmla="*/ 33 h 486"/>
                <a:gd name="T14" fmla="*/ 201 w 395"/>
                <a:gd name="T15" fmla="*/ 0 h 486"/>
                <a:gd name="T16" fmla="*/ 4 w 395"/>
                <a:gd name="T17" fmla="*/ 142 h 486"/>
                <a:gd name="T18" fmla="*/ 151 w 395"/>
                <a:gd name="T19" fmla="*/ 285 h 486"/>
                <a:gd name="T20" fmla="*/ 151 w 395"/>
                <a:gd name="T21" fmla="*/ 285 h 486"/>
                <a:gd name="T22" fmla="*/ 234 w 395"/>
                <a:gd name="T23" fmla="*/ 285 h 486"/>
                <a:gd name="T24" fmla="*/ 303 w 395"/>
                <a:gd name="T25" fmla="*/ 346 h 486"/>
                <a:gd name="T26" fmla="*/ 203 w 395"/>
                <a:gd name="T27" fmla="*/ 405 h 486"/>
                <a:gd name="T28" fmla="*/ 44 w 395"/>
                <a:gd name="T29" fmla="*/ 372 h 486"/>
                <a:gd name="T30" fmla="*/ 12 w 395"/>
                <a:gd name="T31" fmla="*/ 446 h 486"/>
                <a:gd name="T32" fmla="*/ 194 w 395"/>
                <a:gd name="T33" fmla="*/ 486 h 486"/>
                <a:gd name="T34" fmla="*/ 391 w 395"/>
                <a:gd name="T35" fmla="*/ 345 h 486"/>
                <a:gd name="T36" fmla="*/ 244 w 395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5" h="486">
                  <a:moveTo>
                    <a:pt x="244" y="201"/>
                  </a:moveTo>
                  <a:cubicBezTo>
                    <a:pt x="244" y="201"/>
                    <a:pt x="244" y="201"/>
                    <a:pt x="244" y="201"/>
                  </a:cubicBezTo>
                  <a:cubicBezTo>
                    <a:pt x="161" y="201"/>
                    <a:pt x="161" y="201"/>
                    <a:pt x="161" y="201"/>
                  </a:cubicBezTo>
                  <a:cubicBezTo>
                    <a:pt x="115" y="201"/>
                    <a:pt x="90" y="183"/>
                    <a:pt x="92" y="140"/>
                  </a:cubicBezTo>
                  <a:cubicBezTo>
                    <a:pt x="94" y="95"/>
                    <a:pt x="143" y="81"/>
                    <a:pt x="191" y="81"/>
                  </a:cubicBezTo>
                  <a:cubicBezTo>
                    <a:pt x="260" y="81"/>
                    <a:pt x="311" y="98"/>
                    <a:pt x="336" y="107"/>
                  </a:cubicBezTo>
                  <a:cubicBezTo>
                    <a:pt x="367" y="33"/>
                    <a:pt x="367" y="33"/>
                    <a:pt x="367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0" y="0"/>
                    <a:pt x="9" y="32"/>
                    <a:pt x="4" y="142"/>
                  </a:cubicBezTo>
                  <a:cubicBezTo>
                    <a:pt x="0" y="248"/>
                    <a:pt x="74" y="283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234" y="285"/>
                    <a:pt x="234" y="285"/>
                    <a:pt x="234" y="285"/>
                  </a:cubicBezTo>
                  <a:cubicBezTo>
                    <a:pt x="280" y="285"/>
                    <a:pt x="305" y="303"/>
                    <a:pt x="303" y="346"/>
                  </a:cubicBezTo>
                  <a:cubicBezTo>
                    <a:pt x="301" y="391"/>
                    <a:pt x="252" y="405"/>
                    <a:pt x="203" y="405"/>
                  </a:cubicBezTo>
                  <a:cubicBezTo>
                    <a:pt x="105" y="405"/>
                    <a:pt x="44" y="372"/>
                    <a:pt x="44" y="372"/>
                  </a:cubicBezTo>
                  <a:cubicBezTo>
                    <a:pt x="12" y="446"/>
                    <a:pt x="12" y="446"/>
                    <a:pt x="12" y="446"/>
                  </a:cubicBezTo>
                  <a:cubicBezTo>
                    <a:pt x="12" y="446"/>
                    <a:pt x="83" y="486"/>
                    <a:pt x="194" y="486"/>
                  </a:cubicBezTo>
                  <a:cubicBezTo>
                    <a:pt x="275" y="486"/>
                    <a:pt x="386" y="454"/>
                    <a:pt x="391" y="345"/>
                  </a:cubicBezTo>
                  <a:cubicBezTo>
                    <a:pt x="395" y="238"/>
                    <a:pt x="321" y="203"/>
                    <a:pt x="244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4FE414C-3DB9-4FE9-B834-0A39C9D48A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19388" y="4406900"/>
              <a:ext cx="671513" cy="735013"/>
            </a:xfrm>
            <a:custGeom>
              <a:avLst/>
              <a:gdLst>
                <a:gd name="T0" fmla="*/ 220 w 442"/>
                <a:gd name="T1" fmla="*/ 0 h 484"/>
                <a:gd name="T2" fmla="*/ 39 w 442"/>
                <a:gd name="T3" fmla="*/ 30 h 484"/>
                <a:gd name="T4" fmla="*/ 75 w 442"/>
                <a:gd name="T5" fmla="*/ 104 h 484"/>
                <a:gd name="T6" fmla="*/ 230 w 442"/>
                <a:gd name="T7" fmla="*/ 81 h 484"/>
                <a:gd name="T8" fmla="*/ 350 w 442"/>
                <a:gd name="T9" fmla="*/ 168 h 484"/>
                <a:gd name="T10" fmla="*/ 350 w 442"/>
                <a:gd name="T11" fmla="*/ 196 h 484"/>
                <a:gd name="T12" fmla="*/ 168 w 442"/>
                <a:gd name="T13" fmla="*/ 196 h 484"/>
                <a:gd name="T14" fmla="*/ 0 w 442"/>
                <a:gd name="T15" fmla="*/ 339 h 484"/>
                <a:gd name="T16" fmla="*/ 181 w 442"/>
                <a:gd name="T17" fmla="*/ 484 h 484"/>
                <a:gd name="T18" fmla="*/ 350 w 442"/>
                <a:gd name="T19" fmla="*/ 417 h 484"/>
                <a:gd name="T20" fmla="*/ 350 w 442"/>
                <a:gd name="T21" fmla="*/ 484 h 484"/>
                <a:gd name="T22" fmla="*/ 442 w 442"/>
                <a:gd name="T23" fmla="*/ 484 h 484"/>
                <a:gd name="T24" fmla="*/ 442 w 442"/>
                <a:gd name="T25" fmla="*/ 142 h 484"/>
                <a:gd name="T26" fmla="*/ 220 w 442"/>
                <a:gd name="T27" fmla="*/ 0 h 484"/>
                <a:gd name="T28" fmla="*/ 350 w 442"/>
                <a:gd name="T29" fmla="*/ 295 h 484"/>
                <a:gd name="T30" fmla="*/ 198 w 442"/>
                <a:gd name="T31" fmla="*/ 407 h 484"/>
                <a:gd name="T32" fmla="*/ 95 w 442"/>
                <a:gd name="T33" fmla="*/ 338 h 484"/>
                <a:gd name="T34" fmla="*/ 173 w 442"/>
                <a:gd name="T35" fmla="*/ 269 h 484"/>
                <a:gd name="T36" fmla="*/ 350 w 442"/>
                <a:gd name="T37" fmla="*/ 269 h 484"/>
                <a:gd name="T38" fmla="*/ 350 w 442"/>
                <a:gd name="T39" fmla="*/ 295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2" h="484">
                  <a:moveTo>
                    <a:pt x="220" y="0"/>
                  </a:moveTo>
                  <a:cubicBezTo>
                    <a:pt x="135" y="0"/>
                    <a:pt x="72" y="18"/>
                    <a:pt x="39" y="30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105" y="95"/>
                    <a:pt x="159" y="81"/>
                    <a:pt x="230" y="81"/>
                  </a:cubicBezTo>
                  <a:cubicBezTo>
                    <a:pt x="285" y="81"/>
                    <a:pt x="350" y="96"/>
                    <a:pt x="350" y="168"/>
                  </a:cubicBezTo>
                  <a:cubicBezTo>
                    <a:pt x="350" y="168"/>
                    <a:pt x="350" y="194"/>
                    <a:pt x="350" y="196"/>
                  </a:cubicBezTo>
                  <a:cubicBezTo>
                    <a:pt x="168" y="196"/>
                    <a:pt x="168" y="196"/>
                    <a:pt x="168" y="196"/>
                  </a:cubicBezTo>
                  <a:cubicBezTo>
                    <a:pt x="75" y="196"/>
                    <a:pt x="0" y="229"/>
                    <a:pt x="0" y="339"/>
                  </a:cubicBezTo>
                  <a:cubicBezTo>
                    <a:pt x="0" y="438"/>
                    <a:pt x="81" y="484"/>
                    <a:pt x="181" y="484"/>
                  </a:cubicBezTo>
                  <a:cubicBezTo>
                    <a:pt x="298" y="484"/>
                    <a:pt x="350" y="417"/>
                    <a:pt x="350" y="417"/>
                  </a:cubicBezTo>
                  <a:cubicBezTo>
                    <a:pt x="350" y="484"/>
                    <a:pt x="350" y="484"/>
                    <a:pt x="350" y="484"/>
                  </a:cubicBezTo>
                  <a:cubicBezTo>
                    <a:pt x="442" y="484"/>
                    <a:pt x="442" y="484"/>
                    <a:pt x="442" y="484"/>
                  </a:cubicBezTo>
                  <a:cubicBezTo>
                    <a:pt x="442" y="142"/>
                    <a:pt x="442" y="142"/>
                    <a:pt x="442" y="142"/>
                  </a:cubicBezTo>
                  <a:cubicBezTo>
                    <a:pt x="437" y="32"/>
                    <a:pt x="311" y="0"/>
                    <a:pt x="220" y="0"/>
                  </a:cubicBezTo>
                  <a:close/>
                  <a:moveTo>
                    <a:pt x="350" y="295"/>
                  </a:moveTo>
                  <a:cubicBezTo>
                    <a:pt x="350" y="366"/>
                    <a:pt x="258" y="407"/>
                    <a:pt x="198" y="407"/>
                  </a:cubicBezTo>
                  <a:cubicBezTo>
                    <a:pt x="153" y="407"/>
                    <a:pt x="95" y="392"/>
                    <a:pt x="95" y="338"/>
                  </a:cubicBezTo>
                  <a:cubicBezTo>
                    <a:pt x="95" y="284"/>
                    <a:pt x="126" y="269"/>
                    <a:pt x="173" y="269"/>
                  </a:cubicBezTo>
                  <a:cubicBezTo>
                    <a:pt x="350" y="269"/>
                    <a:pt x="350" y="269"/>
                    <a:pt x="350" y="269"/>
                  </a:cubicBezTo>
                  <a:lnTo>
                    <a:pt x="350" y="2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CCE5207A-3E84-4DC4-A07C-47027DA0FF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5850" y="0"/>
              <a:ext cx="1914525" cy="965200"/>
            </a:xfrm>
            <a:custGeom>
              <a:avLst/>
              <a:gdLst>
                <a:gd name="T0" fmla="*/ 1260 w 1260"/>
                <a:gd name="T1" fmla="*/ 183 h 636"/>
                <a:gd name="T2" fmla="*/ 632 w 1260"/>
                <a:gd name="T3" fmla="*/ 0 h 636"/>
                <a:gd name="T4" fmla="*/ 0 w 1260"/>
                <a:gd name="T5" fmla="*/ 174 h 636"/>
                <a:gd name="T6" fmla="*/ 630 w 1260"/>
                <a:gd name="T7" fmla="*/ 635 h 636"/>
                <a:gd name="T8" fmla="*/ 1260 w 1260"/>
                <a:gd name="T9" fmla="*/ 183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0" h="636">
                  <a:moveTo>
                    <a:pt x="1260" y="183"/>
                  </a:moveTo>
                  <a:cubicBezTo>
                    <a:pt x="1088" y="73"/>
                    <a:pt x="862" y="0"/>
                    <a:pt x="632" y="0"/>
                  </a:cubicBezTo>
                  <a:cubicBezTo>
                    <a:pt x="418" y="0"/>
                    <a:pt x="197" y="52"/>
                    <a:pt x="0" y="174"/>
                  </a:cubicBezTo>
                  <a:cubicBezTo>
                    <a:pt x="0" y="174"/>
                    <a:pt x="269" y="634"/>
                    <a:pt x="630" y="635"/>
                  </a:cubicBezTo>
                  <a:cubicBezTo>
                    <a:pt x="992" y="636"/>
                    <a:pt x="1260" y="183"/>
                    <a:pt x="1260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77B6E331-2620-41C0-B97C-1B12164FD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2563" y="436563"/>
              <a:ext cx="1201738" cy="1819275"/>
            </a:xfrm>
            <a:custGeom>
              <a:avLst/>
              <a:gdLst>
                <a:gd name="T0" fmla="*/ 438 w 791"/>
                <a:gd name="T1" fmla="*/ 0 h 1198"/>
                <a:gd name="T2" fmla="*/ 75 w 791"/>
                <a:gd name="T3" fmla="*/ 545 h 1198"/>
                <a:gd name="T4" fmla="*/ 52 w 791"/>
                <a:gd name="T5" fmla="*/ 1198 h 1198"/>
                <a:gd name="T6" fmla="*/ 679 w 791"/>
                <a:gd name="T7" fmla="*/ 742 h 1198"/>
                <a:gd name="T8" fmla="*/ 438 w 791"/>
                <a:gd name="T9" fmla="*/ 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1" h="1198">
                  <a:moveTo>
                    <a:pt x="438" y="0"/>
                  </a:moveTo>
                  <a:cubicBezTo>
                    <a:pt x="273" y="139"/>
                    <a:pt x="147" y="326"/>
                    <a:pt x="75" y="545"/>
                  </a:cubicBezTo>
                  <a:cubicBezTo>
                    <a:pt x="4" y="764"/>
                    <a:pt x="0" y="981"/>
                    <a:pt x="52" y="1198"/>
                  </a:cubicBezTo>
                  <a:cubicBezTo>
                    <a:pt x="52" y="1198"/>
                    <a:pt x="566" y="1086"/>
                    <a:pt x="679" y="742"/>
                  </a:cubicBezTo>
                  <a:cubicBezTo>
                    <a:pt x="791" y="399"/>
                    <a:pt x="438" y="0"/>
                    <a:pt x="4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DA1FDC7C-42C8-4041-B97D-F2CA92B557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82900" y="2185988"/>
              <a:ext cx="1622425" cy="1447800"/>
            </a:xfrm>
            <a:custGeom>
              <a:avLst/>
              <a:gdLst>
                <a:gd name="T0" fmla="*/ 0 w 1067"/>
                <a:gd name="T1" fmla="*/ 211 h 954"/>
                <a:gd name="T2" fmla="*/ 401 w 1067"/>
                <a:gd name="T3" fmla="*/ 726 h 954"/>
                <a:gd name="T4" fmla="*/ 1016 w 1067"/>
                <a:gd name="T5" fmla="*/ 954 h 954"/>
                <a:gd name="T6" fmla="*/ 775 w 1067"/>
                <a:gd name="T7" fmla="*/ 213 h 954"/>
                <a:gd name="T8" fmla="*/ 0 w 1067"/>
                <a:gd name="T9" fmla="*/ 211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7" h="954">
                  <a:moveTo>
                    <a:pt x="0" y="211"/>
                  </a:moveTo>
                  <a:cubicBezTo>
                    <a:pt x="84" y="414"/>
                    <a:pt x="218" y="590"/>
                    <a:pt x="401" y="726"/>
                  </a:cubicBezTo>
                  <a:cubicBezTo>
                    <a:pt x="586" y="863"/>
                    <a:pt x="810" y="941"/>
                    <a:pt x="1016" y="954"/>
                  </a:cubicBezTo>
                  <a:cubicBezTo>
                    <a:pt x="1016" y="954"/>
                    <a:pt x="1067" y="426"/>
                    <a:pt x="775" y="213"/>
                  </a:cubicBezTo>
                  <a:cubicBezTo>
                    <a:pt x="483" y="0"/>
                    <a:pt x="0" y="211"/>
                    <a:pt x="0" y="2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7F7052C-55C2-4219-9B97-3B0041EC6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5500" y="2182813"/>
              <a:ext cx="1627188" cy="1450975"/>
            </a:xfrm>
            <a:custGeom>
              <a:avLst/>
              <a:gdLst>
                <a:gd name="T0" fmla="*/ 58 w 1071"/>
                <a:gd name="T1" fmla="*/ 956 h 956"/>
                <a:gd name="T2" fmla="*/ 669 w 1071"/>
                <a:gd name="T3" fmla="*/ 725 h 956"/>
                <a:gd name="T4" fmla="*/ 1071 w 1071"/>
                <a:gd name="T5" fmla="*/ 207 h 956"/>
                <a:gd name="T6" fmla="*/ 291 w 1071"/>
                <a:gd name="T7" fmla="*/ 215 h 956"/>
                <a:gd name="T8" fmla="*/ 58 w 1071"/>
                <a:gd name="T9" fmla="*/ 956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1" h="956">
                  <a:moveTo>
                    <a:pt x="58" y="956"/>
                  </a:moveTo>
                  <a:cubicBezTo>
                    <a:pt x="289" y="933"/>
                    <a:pt x="482" y="860"/>
                    <a:pt x="669" y="725"/>
                  </a:cubicBezTo>
                  <a:cubicBezTo>
                    <a:pt x="850" y="594"/>
                    <a:pt x="987" y="409"/>
                    <a:pt x="1071" y="207"/>
                  </a:cubicBezTo>
                  <a:cubicBezTo>
                    <a:pt x="1071" y="207"/>
                    <a:pt x="581" y="0"/>
                    <a:pt x="291" y="215"/>
                  </a:cubicBezTo>
                  <a:cubicBezTo>
                    <a:pt x="0" y="431"/>
                    <a:pt x="58" y="956"/>
                    <a:pt x="58" y="9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CD66E80E-6FF0-460D-B6F3-3BFD4976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9700" y="439738"/>
              <a:ext cx="1195388" cy="1819275"/>
            </a:xfrm>
            <a:custGeom>
              <a:avLst/>
              <a:gdLst>
                <a:gd name="T0" fmla="*/ 737 w 787"/>
                <a:gd name="T1" fmla="*/ 1198 h 1198"/>
                <a:gd name="T2" fmla="*/ 715 w 787"/>
                <a:gd name="T3" fmla="*/ 544 h 1198"/>
                <a:gd name="T4" fmla="*/ 355 w 787"/>
                <a:gd name="T5" fmla="*/ 0 h 1198"/>
                <a:gd name="T6" fmla="*/ 111 w 787"/>
                <a:gd name="T7" fmla="*/ 739 h 1198"/>
                <a:gd name="T8" fmla="*/ 737 w 787"/>
                <a:gd name="T9" fmla="*/ 1198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7" h="1198">
                  <a:moveTo>
                    <a:pt x="737" y="1198"/>
                  </a:moveTo>
                  <a:cubicBezTo>
                    <a:pt x="787" y="991"/>
                    <a:pt x="786" y="764"/>
                    <a:pt x="715" y="544"/>
                  </a:cubicBezTo>
                  <a:cubicBezTo>
                    <a:pt x="645" y="325"/>
                    <a:pt x="518" y="144"/>
                    <a:pt x="355" y="0"/>
                  </a:cubicBezTo>
                  <a:cubicBezTo>
                    <a:pt x="355" y="0"/>
                    <a:pt x="0" y="395"/>
                    <a:pt x="111" y="739"/>
                  </a:cubicBezTo>
                  <a:cubicBezTo>
                    <a:pt x="222" y="1083"/>
                    <a:pt x="737" y="1198"/>
                    <a:pt x="737" y="1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11EC5EB1-2433-445A-90EB-40A3439D696C}"/>
              </a:ext>
            </a:extLst>
          </p:cNvPr>
          <p:cNvGrpSpPr/>
          <p:nvPr userDrawn="1"/>
        </p:nvGrpSpPr>
        <p:grpSpPr>
          <a:xfrm>
            <a:off x="6360160" y="1702960"/>
            <a:ext cx="3413760" cy="3360563"/>
            <a:chOff x="2024062" y="61912"/>
            <a:chExt cx="5097779" cy="5018340"/>
          </a:xfrm>
          <a:solidFill>
            <a:srgbClr val="FF9940"/>
          </a:solidFill>
        </p:grpSpPr>
        <p:sp>
          <p:nvSpPr>
            <p:cNvPr id="18" name="Forme libre : forme 7">
              <a:extLst>
                <a:ext uri="{FF2B5EF4-FFF2-40B4-BE49-F238E27FC236}">
                  <a16:creationId xmlns:a16="http://schemas.microsoft.com/office/drawing/2014/main" id="{980A77CA-4106-4CFD-9089-5D17008DBD8F}"/>
                </a:ext>
              </a:extLst>
            </p:cNvPr>
            <p:cNvSpPr/>
            <p:nvPr/>
          </p:nvSpPr>
          <p:spPr>
            <a:xfrm>
              <a:off x="4123409" y="3661504"/>
              <a:ext cx="726675" cy="1418748"/>
            </a:xfrm>
            <a:custGeom>
              <a:avLst/>
              <a:gdLst>
                <a:gd name="connsiteX0" fmla="*/ 5487 w 726675"/>
                <a:gd name="connsiteY0" fmla="*/ 635032 h 1418748"/>
                <a:gd name="connsiteX1" fmla="*/ 407442 w 726675"/>
                <a:gd name="connsiteY1" fmla="*/ 1418749 h 1418748"/>
                <a:gd name="connsiteX2" fmla="*/ 712242 w 726675"/>
                <a:gd name="connsiteY2" fmla="*/ 734949 h 1418748"/>
                <a:gd name="connsiteX3" fmla="*/ 617373 w 726675"/>
                <a:gd name="connsiteY3" fmla="*/ 0 h 1418748"/>
                <a:gd name="connsiteX4" fmla="*/ 5487 w 726675"/>
                <a:gd name="connsiteY4" fmla="*/ 635032 h 1418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6675" h="1418748">
                  <a:moveTo>
                    <a:pt x="5487" y="635032"/>
                  </a:moveTo>
                  <a:cubicBezTo>
                    <a:pt x="-52996" y="1032129"/>
                    <a:pt x="374581" y="1391888"/>
                    <a:pt x="407442" y="1418749"/>
                  </a:cubicBezTo>
                  <a:cubicBezTo>
                    <a:pt x="565176" y="1229868"/>
                    <a:pt x="674333" y="996315"/>
                    <a:pt x="712242" y="734949"/>
                  </a:cubicBezTo>
                  <a:cubicBezTo>
                    <a:pt x="749771" y="476345"/>
                    <a:pt x="712718" y="224028"/>
                    <a:pt x="617373" y="0"/>
                  </a:cubicBezTo>
                  <a:cubicBezTo>
                    <a:pt x="586512" y="12763"/>
                    <a:pt x="64447" y="234410"/>
                    <a:pt x="5487" y="6350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9" name="Forme libre : forme 10">
              <a:extLst>
                <a:ext uri="{FF2B5EF4-FFF2-40B4-BE49-F238E27FC236}">
                  <a16:creationId xmlns:a16="http://schemas.microsoft.com/office/drawing/2014/main" id="{0249ABE6-2F7B-4AA0-8FB6-54E6BF81A1B2}"/>
                </a:ext>
              </a:extLst>
            </p:cNvPr>
            <p:cNvSpPr/>
            <p:nvPr/>
          </p:nvSpPr>
          <p:spPr>
            <a:xfrm>
              <a:off x="5837681" y="2484253"/>
              <a:ext cx="1284160" cy="839943"/>
            </a:xfrm>
            <a:custGeom>
              <a:avLst/>
              <a:gdLst>
                <a:gd name="connsiteX0" fmla="*/ 414814 w 1284160"/>
                <a:gd name="connsiteY0" fmla="*/ 783012 h 839943"/>
                <a:gd name="connsiteX1" fmla="*/ 1284161 w 1284160"/>
                <a:gd name="connsiteY1" fmla="*/ 643185 h 839943"/>
                <a:gd name="connsiteX2" fmla="*/ 316992 w 1284160"/>
                <a:gd name="connsiteY2" fmla="*/ 14345 h 839943"/>
                <a:gd name="connsiteX3" fmla="*/ 0 w 1284160"/>
                <a:gd name="connsiteY3" fmla="*/ 5105 h 839943"/>
                <a:gd name="connsiteX4" fmla="*/ 414814 w 1284160"/>
                <a:gd name="connsiteY4" fmla="*/ 783012 h 839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4160" h="839943">
                  <a:moveTo>
                    <a:pt x="414814" y="783012"/>
                  </a:moveTo>
                  <a:cubicBezTo>
                    <a:pt x="773430" y="960844"/>
                    <a:pt x="1246061" y="667474"/>
                    <a:pt x="1284161" y="643185"/>
                  </a:cubicBezTo>
                  <a:cubicBezTo>
                    <a:pt x="1076801" y="314096"/>
                    <a:pt x="732091" y="74447"/>
                    <a:pt x="316992" y="14345"/>
                  </a:cubicBezTo>
                  <a:cubicBezTo>
                    <a:pt x="209740" y="-1181"/>
                    <a:pt x="103537" y="-3848"/>
                    <a:pt x="0" y="5105"/>
                  </a:cubicBezTo>
                  <a:cubicBezTo>
                    <a:pt x="2572" y="39110"/>
                    <a:pt x="52292" y="603275"/>
                    <a:pt x="414814" y="7830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0" name="Forme libre : forme 11">
              <a:extLst>
                <a:ext uri="{FF2B5EF4-FFF2-40B4-BE49-F238E27FC236}">
                  <a16:creationId xmlns:a16="http://schemas.microsoft.com/office/drawing/2014/main" id="{CF86E031-9A54-4E6A-8774-D463D2F85038}"/>
                </a:ext>
              </a:extLst>
            </p:cNvPr>
            <p:cNvSpPr/>
            <p:nvPr/>
          </p:nvSpPr>
          <p:spPr>
            <a:xfrm>
              <a:off x="5349048" y="61912"/>
              <a:ext cx="1045824" cy="1055342"/>
            </a:xfrm>
            <a:custGeom>
              <a:avLst/>
              <a:gdLst>
                <a:gd name="connsiteX0" fmla="*/ 868775 w 1045824"/>
                <a:gd name="connsiteY0" fmla="*/ 866585 h 1055342"/>
                <a:gd name="connsiteX1" fmla="*/ 1005269 w 1045824"/>
                <a:gd name="connsiteY1" fmla="*/ 0 h 1055342"/>
                <a:gd name="connsiteX2" fmla="*/ 0 w 1045824"/>
                <a:gd name="connsiteY2" fmla="*/ 1020604 h 1055342"/>
                <a:gd name="connsiteX3" fmla="*/ 868775 w 1045824"/>
                <a:gd name="connsiteY3" fmla="*/ 866585 h 1055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5824" h="1055342">
                  <a:moveTo>
                    <a:pt x="868775" y="866585"/>
                  </a:moveTo>
                  <a:cubicBezTo>
                    <a:pt x="1142714" y="586645"/>
                    <a:pt x="1021271" y="63341"/>
                    <a:pt x="1005269" y="0"/>
                  </a:cubicBezTo>
                  <a:cubicBezTo>
                    <a:pt x="516731" y="122587"/>
                    <a:pt x="119444" y="509111"/>
                    <a:pt x="0" y="1020604"/>
                  </a:cubicBezTo>
                  <a:cubicBezTo>
                    <a:pt x="24765" y="1026605"/>
                    <a:pt x="583406" y="1158145"/>
                    <a:pt x="868775" y="86658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1" name="Forme libre : forme 12">
              <a:extLst>
                <a:ext uri="{FF2B5EF4-FFF2-40B4-BE49-F238E27FC236}">
                  <a16:creationId xmlns:a16="http://schemas.microsoft.com/office/drawing/2014/main" id="{C59B5725-5F9C-4F97-A8F1-326A63828549}"/>
                </a:ext>
              </a:extLst>
            </p:cNvPr>
            <p:cNvSpPr/>
            <p:nvPr/>
          </p:nvSpPr>
          <p:spPr>
            <a:xfrm>
              <a:off x="2839938" y="68103"/>
              <a:ext cx="853528" cy="1267015"/>
            </a:xfrm>
            <a:custGeom>
              <a:avLst/>
              <a:gdLst>
                <a:gd name="connsiteX0" fmla="*/ 790800 w 853528"/>
                <a:gd name="connsiteY0" fmla="*/ 397955 h 1267015"/>
                <a:gd name="connsiteX1" fmla="*/ 2702 w 853528"/>
                <a:gd name="connsiteY1" fmla="*/ 0 h 1267015"/>
                <a:gd name="connsiteX2" fmla="*/ 671738 w 853528"/>
                <a:gd name="connsiteY2" fmla="*/ 1267016 h 1267015"/>
                <a:gd name="connsiteX3" fmla="*/ 790800 w 853528"/>
                <a:gd name="connsiteY3" fmla="*/ 397955 h 126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3528" h="1267015">
                  <a:moveTo>
                    <a:pt x="790800" y="397955"/>
                  </a:moveTo>
                  <a:cubicBezTo>
                    <a:pt x="599824" y="33052"/>
                    <a:pt x="17846" y="762"/>
                    <a:pt x="2702" y="0"/>
                  </a:cubicBezTo>
                  <a:cubicBezTo>
                    <a:pt x="-30160" y="524637"/>
                    <a:pt x="239303" y="1009078"/>
                    <a:pt x="671738" y="1267016"/>
                  </a:cubicBezTo>
                  <a:cubicBezTo>
                    <a:pt x="705456" y="1210723"/>
                    <a:pt x="972347" y="744855"/>
                    <a:pt x="790800" y="3979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2" name="Forme libre : forme 14">
              <a:extLst>
                <a:ext uri="{FF2B5EF4-FFF2-40B4-BE49-F238E27FC236}">
                  <a16:creationId xmlns:a16="http://schemas.microsoft.com/office/drawing/2014/main" id="{FABA9E58-4B46-4EE4-97E2-26E72D584C53}"/>
                </a:ext>
              </a:extLst>
            </p:cNvPr>
            <p:cNvSpPr/>
            <p:nvPr/>
          </p:nvSpPr>
          <p:spPr>
            <a:xfrm>
              <a:off x="2024062" y="2446286"/>
              <a:ext cx="1410176" cy="729358"/>
            </a:xfrm>
            <a:custGeom>
              <a:avLst/>
              <a:gdLst>
                <a:gd name="connsiteX0" fmla="*/ 622173 w 1410176"/>
                <a:gd name="connsiteY0" fmla="*/ 7258 h 729358"/>
                <a:gd name="connsiteX1" fmla="*/ 0 w 1410176"/>
                <a:gd name="connsiteY1" fmla="*/ 634194 h 729358"/>
                <a:gd name="connsiteX2" fmla="*/ 10001 w 1410176"/>
                <a:gd name="connsiteY2" fmla="*/ 638480 h 729358"/>
                <a:gd name="connsiteX3" fmla="*/ 304705 w 1410176"/>
                <a:gd name="connsiteY3" fmla="*/ 714966 h 729358"/>
                <a:gd name="connsiteX4" fmla="*/ 1410176 w 1410176"/>
                <a:gd name="connsiteY4" fmla="*/ 387020 h 729358"/>
                <a:gd name="connsiteX5" fmla="*/ 622173 w 1410176"/>
                <a:gd name="connsiteY5" fmla="*/ 7258 h 729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10176" h="729358">
                  <a:moveTo>
                    <a:pt x="622173" y="7258"/>
                  </a:moveTo>
                  <a:cubicBezTo>
                    <a:pt x="210693" y="76981"/>
                    <a:pt x="0" y="634194"/>
                    <a:pt x="0" y="634194"/>
                  </a:cubicBezTo>
                  <a:cubicBezTo>
                    <a:pt x="3334" y="635718"/>
                    <a:pt x="6668" y="637051"/>
                    <a:pt x="10001" y="638480"/>
                  </a:cubicBezTo>
                  <a:cubicBezTo>
                    <a:pt x="103251" y="674103"/>
                    <a:pt x="201740" y="700106"/>
                    <a:pt x="304705" y="714966"/>
                  </a:cubicBezTo>
                  <a:cubicBezTo>
                    <a:pt x="719614" y="775068"/>
                    <a:pt x="1117949" y="643338"/>
                    <a:pt x="1410176" y="387020"/>
                  </a:cubicBezTo>
                  <a:cubicBezTo>
                    <a:pt x="1359884" y="329870"/>
                    <a:pt x="1003459" y="-57417"/>
                    <a:pt x="622173" y="72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23" name="Espace réservé du numéro de diapositive 9">
            <a:extLst>
              <a:ext uri="{FF2B5EF4-FFF2-40B4-BE49-F238E27FC236}">
                <a16:creationId xmlns:a16="http://schemas.microsoft.com/office/drawing/2014/main" id="{91A7E33E-EFFD-4ECA-B675-CED70E08C3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8452755" y="6212901"/>
            <a:ext cx="1800000" cy="246221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35" name="Espace réservé de la date 4">
            <a:extLst>
              <a:ext uri="{FF2B5EF4-FFF2-40B4-BE49-F238E27FC236}">
                <a16:creationId xmlns:a16="http://schemas.microsoft.com/office/drawing/2014/main" id="{979B2E0D-EA57-4BD7-9C3E-D26051B48C1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1"/>
            <a:ext cx="1560000" cy="282572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36" name="Espace réservé du pied de page 8">
            <a:extLst>
              <a:ext uri="{FF2B5EF4-FFF2-40B4-BE49-F238E27FC236}">
                <a16:creationId xmlns:a16="http://schemas.microsoft.com/office/drawing/2014/main" id="{FFFB696E-EECC-4454-8ED3-CA5C36E3B32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</a:lstStyle>
          <a:p>
            <a:r>
              <a:rPr lang="en-US"/>
              <a:t>SVEPM 2026   -   UNVEILING TEMPORAL AND REGIONAL FACTORS OF ANTIBIOTIC RESISTANCE   -   BAREILLE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8425860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tit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91A7E33E-EFFD-4ECA-B675-CED70E08C3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8AE072A-0DE3-445C-991B-1FF54D483686}"/>
              </a:ext>
            </a:extLst>
          </p:cNvPr>
          <p:cNvGrpSpPr/>
          <p:nvPr userDrawn="1"/>
        </p:nvGrpSpPr>
        <p:grpSpPr>
          <a:xfrm>
            <a:off x="11341101" y="240140"/>
            <a:ext cx="361951" cy="502176"/>
            <a:chOff x="2719388" y="0"/>
            <a:chExt cx="3708400" cy="5145088"/>
          </a:xfrm>
          <a:solidFill>
            <a:schemeClr val="bg1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6EAAAE4-81CD-4923-9B00-96AA86990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2825" y="4416425"/>
              <a:ext cx="658813" cy="723900"/>
            </a:xfrm>
            <a:custGeom>
              <a:avLst/>
              <a:gdLst>
                <a:gd name="T0" fmla="*/ 258 w 434"/>
                <a:gd name="T1" fmla="*/ 0 h 477"/>
                <a:gd name="T2" fmla="*/ 92 w 434"/>
                <a:gd name="T3" fmla="*/ 67 h 477"/>
                <a:gd name="T4" fmla="*/ 92 w 434"/>
                <a:gd name="T5" fmla="*/ 0 h 477"/>
                <a:gd name="T6" fmla="*/ 0 w 434"/>
                <a:gd name="T7" fmla="*/ 0 h 477"/>
                <a:gd name="T8" fmla="*/ 0 w 434"/>
                <a:gd name="T9" fmla="*/ 477 h 477"/>
                <a:gd name="T10" fmla="*/ 92 w 434"/>
                <a:gd name="T11" fmla="*/ 477 h 477"/>
                <a:gd name="T12" fmla="*/ 92 w 434"/>
                <a:gd name="T13" fmla="*/ 187 h 477"/>
                <a:gd name="T14" fmla="*/ 241 w 434"/>
                <a:gd name="T15" fmla="*/ 76 h 477"/>
                <a:gd name="T16" fmla="*/ 342 w 434"/>
                <a:gd name="T17" fmla="*/ 161 h 477"/>
                <a:gd name="T18" fmla="*/ 342 w 434"/>
                <a:gd name="T19" fmla="*/ 161 h 477"/>
                <a:gd name="T20" fmla="*/ 342 w 434"/>
                <a:gd name="T21" fmla="*/ 477 h 477"/>
                <a:gd name="T22" fmla="*/ 434 w 434"/>
                <a:gd name="T23" fmla="*/ 477 h 477"/>
                <a:gd name="T24" fmla="*/ 434 w 434"/>
                <a:gd name="T25" fmla="*/ 161 h 477"/>
                <a:gd name="T26" fmla="*/ 258 w 434"/>
                <a:gd name="T27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4" h="477">
                  <a:moveTo>
                    <a:pt x="258" y="0"/>
                  </a:moveTo>
                  <a:cubicBezTo>
                    <a:pt x="144" y="0"/>
                    <a:pt x="93" y="65"/>
                    <a:pt x="92" y="6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77"/>
                    <a:pt x="0" y="477"/>
                    <a:pt x="0" y="477"/>
                  </a:cubicBezTo>
                  <a:cubicBezTo>
                    <a:pt x="92" y="477"/>
                    <a:pt x="92" y="477"/>
                    <a:pt x="92" y="47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4" y="117"/>
                    <a:pt x="182" y="76"/>
                    <a:pt x="241" y="76"/>
                  </a:cubicBezTo>
                  <a:cubicBezTo>
                    <a:pt x="285" y="76"/>
                    <a:pt x="342" y="107"/>
                    <a:pt x="342" y="161"/>
                  </a:cubicBezTo>
                  <a:cubicBezTo>
                    <a:pt x="342" y="161"/>
                    <a:pt x="342" y="161"/>
                    <a:pt x="342" y="161"/>
                  </a:cubicBezTo>
                  <a:cubicBezTo>
                    <a:pt x="342" y="477"/>
                    <a:pt x="342" y="477"/>
                    <a:pt x="342" y="477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434" y="161"/>
                    <a:pt x="434" y="161"/>
                    <a:pt x="434" y="161"/>
                  </a:cubicBezTo>
                  <a:cubicBezTo>
                    <a:pt x="434" y="54"/>
                    <a:pt x="355" y="0"/>
                    <a:pt x="2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0BCD58C1-66D1-49A9-817D-EA1CCE1886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26125" y="4405313"/>
              <a:ext cx="601663" cy="738188"/>
            </a:xfrm>
            <a:custGeom>
              <a:avLst/>
              <a:gdLst>
                <a:gd name="T0" fmla="*/ 245 w 396"/>
                <a:gd name="T1" fmla="*/ 201 h 486"/>
                <a:gd name="T2" fmla="*/ 245 w 396"/>
                <a:gd name="T3" fmla="*/ 201 h 486"/>
                <a:gd name="T4" fmla="*/ 162 w 396"/>
                <a:gd name="T5" fmla="*/ 201 h 486"/>
                <a:gd name="T6" fmla="*/ 93 w 396"/>
                <a:gd name="T7" fmla="*/ 140 h 486"/>
                <a:gd name="T8" fmla="*/ 192 w 396"/>
                <a:gd name="T9" fmla="*/ 81 h 486"/>
                <a:gd name="T10" fmla="*/ 336 w 396"/>
                <a:gd name="T11" fmla="*/ 107 h 486"/>
                <a:gd name="T12" fmla="*/ 368 w 396"/>
                <a:gd name="T13" fmla="*/ 33 h 486"/>
                <a:gd name="T14" fmla="*/ 201 w 396"/>
                <a:gd name="T15" fmla="*/ 0 h 486"/>
                <a:gd name="T16" fmla="*/ 5 w 396"/>
                <a:gd name="T17" fmla="*/ 142 h 486"/>
                <a:gd name="T18" fmla="*/ 152 w 396"/>
                <a:gd name="T19" fmla="*/ 285 h 486"/>
                <a:gd name="T20" fmla="*/ 152 w 396"/>
                <a:gd name="T21" fmla="*/ 285 h 486"/>
                <a:gd name="T22" fmla="*/ 235 w 396"/>
                <a:gd name="T23" fmla="*/ 285 h 486"/>
                <a:gd name="T24" fmla="*/ 304 w 396"/>
                <a:gd name="T25" fmla="*/ 346 h 486"/>
                <a:gd name="T26" fmla="*/ 204 w 396"/>
                <a:gd name="T27" fmla="*/ 405 h 486"/>
                <a:gd name="T28" fmla="*/ 44 w 396"/>
                <a:gd name="T29" fmla="*/ 372 h 486"/>
                <a:gd name="T30" fmla="*/ 13 w 396"/>
                <a:gd name="T31" fmla="*/ 446 h 486"/>
                <a:gd name="T32" fmla="*/ 195 w 396"/>
                <a:gd name="T33" fmla="*/ 486 h 486"/>
                <a:gd name="T34" fmla="*/ 391 w 396"/>
                <a:gd name="T35" fmla="*/ 345 h 486"/>
                <a:gd name="T36" fmla="*/ 245 w 396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6" h="486">
                  <a:moveTo>
                    <a:pt x="245" y="201"/>
                  </a:moveTo>
                  <a:cubicBezTo>
                    <a:pt x="245" y="201"/>
                    <a:pt x="245" y="201"/>
                    <a:pt x="245" y="201"/>
                  </a:cubicBezTo>
                  <a:cubicBezTo>
                    <a:pt x="162" y="201"/>
                    <a:pt x="162" y="201"/>
                    <a:pt x="162" y="201"/>
                  </a:cubicBezTo>
                  <a:cubicBezTo>
                    <a:pt x="115" y="201"/>
                    <a:pt x="91" y="183"/>
                    <a:pt x="93" y="140"/>
                  </a:cubicBezTo>
                  <a:cubicBezTo>
                    <a:pt x="95" y="95"/>
                    <a:pt x="144" y="81"/>
                    <a:pt x="192" y="81"/>
                  </a:cubicBezTo>
                  <a:cubicBezTo>
                    <a:pt x="261" y="81"/>
                    <a:pt x="312" y="98"/>
                    <a:pt x="336" y="107"/>
                  </a:cubicBezTo>
                  <a:cubicBezTo>
                    <a:pt x="368" y="33"/>
                    <a:pt x="368" y="33"/>
                    <a:pt x="368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1" y="0"/>
                    <a:pt x="10" y="32"/>
                    <a:pt x="5" y="142"/>
                  </a:cubicBezTo>
                  <a:cubicBezTo>
                    <a:pt x="0" y="248"/>
                    <a:pt x="74" y="283"/>
                    <a:pt x="152" y="285"/>
                  </a:cubicBezTo>
                  <a:cubicBezTo>
                    <a:pt x="152" y="285"/>
                    <a:pt x="152" y="285"/>
                    <a:pt x="152" y="285"/>
                  </a:cubicBezTo>
                  <a:cubicBezTo>
                    <a:pt x="235" y="285"/>
                    <a:pt x="235" y="285"/>
                    <a:pt x="235" y="285"/>
                  </a:cubicBezTo>
                  <a:cubicBezTo>
                    <a:pt x="281" y="285"/>
                    <a:pt x="306" y="303"/>
                    <a:pt x="304" y="346"/>
                  </a:cubicBezTo>
                  <a:cubicBezTo>
                    <a:pt x="302" y="391"/>
                    <a:pt x="253" y="405"/>
                    <a:pt x="204" y="405"/>
                  </a:cubicBezTo>
                  <a:cubicBezTo>
                    <a:pt x="106" y="405"/>
                    <a:pt x="44" y="372"/>
                    <a:pt x="44" y="372"/>
                  </a:cubicBezTo>
                  <a:cubicBezTo>
                    <a:pt x="13" y="446"/>
                    <a:pt x="13" y="446"/>
                    <a:pt x="13" y="446"/>
                  </a:cubicBezTo>
                  <a:cubicBezTo>
                    <a:pt x="13" y="446"/>
                    <a:pt x="83" y="486"/>
                    <a:pt x="195" y="486"/>
                  </a:cubicBezTo>
                  <a:cubicBezTo>
                    <a:pt x="276" y="486"/>
                    <a:pt x="387" y="454"/>
                    <a:pt x="391" y="345"/>
                  </a:cubicBezTo>
                  <a:cubicBezTo>
                    <a:pt x="396" y="238"/>
                    <a:pt x="322" y="203"/>
                    <a:pt x="245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AE8DB6E-B1F5-4293-BB50-9FC333A20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026025" y="4402138"/>
              <a:ext cx="700088" cy="742950"/>
            </a:xfrm>
            <a:custGeom>
              <a:avLst/>
              <a:gdLst>
                <a:gd name="T0" fmla="*/ 234 w 460"/>
                <a:gd name="T1" fmla="*/ 0 h 489"/>
                <a:gd name="T2" fmla="*/ 0 w 460"/>
                <a:gd name="T3" fmla="*/ 249 h 489"/>
                <a:gd name="T4" fmla="*/ 256 w 460"/>
                <a:gd name="T5" fmla="*/ 489 h 489"/>
                <a:gd name="T6" fmla="*/ 437 w 460"/>
                <a:gd name="T7" fmla="*/ 449 h 489"/>
                <a:gd name="T8" fmla="*/ 403 w 460"/>
                <a:gd name="T9" fmla="*/ 378 h 489"/>
                <a:gd name="T10" fmla="*/ 253 w 460"/>
                <a:gd name="T11" fmla="*/ 408 h 489"/>
                <a:gd name="T12" fmla="*/ 96 w 460"/>
                <a:gd name="T13" fmla="*/ 285 h 489"/>
                <a:gd name="T14" fmla="*/ 367 w 460"/>
                <a:gd name="T15" fmla="*/ 285 h 489"/>
                <a:gd name="T16" fmla="*/ 460 w 460"/>
                <a:gd name="T17" fmla="*/ 285 h 489"/>
                <a:gd name="T18" fmla="*/ 460 w 460"/>
                <a:gd name="T19" fmla="*/ 243 h 489"/>
                <a:gd name="T20" fmla="*/ 234 w 460"/>
                <a:gd name="T21" fmla="*/ 0 h 489"/>
                <a:gd name="T22" fmla="*/ 97 w 460"/>
                <a:gd name="T23" fmla="*/ 209 h 489"/>
                <a:gd name="T24" fmla="*/ 238 w 460"/>
                <a:gd name="T25" fmla="*/ 79 h 489"/>
                <a:gd name="T26" fmla="*/ 366 w 460"/>
                <a:gd name="T27" fmla="*/ 209 h 489"/>
                <a:gd name="T28" fmla="*/ 97 w 460"/>
                <a:gd name="T29" fmla="*/ 20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0" h="489">
                  <a:moveTo>
                    <a:pt x="234" y="0"/>
                  </a:moveTo>
                  <a:cubicBezTo>
                    <a:pt x="101" y="0"/>
                    <a:pt x="0" y="77"/>
                    <a:pt x="0" y="249"/>
                  </a:cubicBezTo>
                  <a:cubicBezTo>
                    <a:pt x="0" y="421"/>
                    <a:pt x="127" y="489"/>
                    <a:pt x="256" y="489"/>
                  </a:cubicBezTo>
                  <a:cubicBezTo>
                    <a:pt x="375" y="489"/>
                    <a:pt x="437" y="449"/>
                    <a:pt x="437" y="449"/>
                  </a:cubicBezTo>
                  <a:cubicBezTo>
                    <a:pt x="403" y="378"/>
                    <a:pt x="403" y="378"/>
                    <a:pt x="403" y="378"/>
                  </a:cubicBezTo>
                  <a:cubicBezTo>
                    <a:pt x="403" y="378"/>
                    <a:pt x="357" y="408"/>
                    <a:pt x="253" y="408"/>
                  </a:cubicBezTo>
                  <a:cubicBezTo>
                    <a:pt x="182" y="408"/>
                    <a:pt x="106" y="386"/>
                    <a:pt x="96" y="285"/>
                  </a:cubicBezTo>
                  <a:cubicBezTo>
                    <a:pt x="367" y="285"/>
                    <a:pt x="367" y="285"/>
                    <a:pt x="367" y="285"/>
                  </a:cubicBezTo>
                  <a:cubicBezTo>
                    <a:pt x="460" y="285"/>
                    <a:pt x="460" y="285"/>
                    <a:pt x="460" y="285"/>
                  </a:cubicBezTo>
                  <a:cubicBezTo>
                    <a:pt x="460" y="243"/>
                    <a:pt x="460" y="243"/>
                    <a:pt x="460" y="243"/>
                  </a:cubicBezTo>
                  <a:cubicBezTo>
                    <a:pt x="460" y="87"/>
                    <a:pt x="388" y="0"/>
                    <a:pt x="234" y="0"/>
                  </a:cubicBezTo>
                  <a:close/>
                  <a:moveTo>
                    <a:pt x="97" y="209"/>
                  </a:moveTo>
                  <a:cubicBezTo>
                    <a:pt x="108" y="108"/>
                    <a:pt x="159" y="79"/>
                    <a:pt x="238" y="79"/>
                  </a:cubicBezTo>
                  <a:cubicBezTo>
                    <a:pt x="322" y="79"/>
                    <a:pt x="360" y="119"/>
                    <a:pt x="366" y="209"/>
                  </a:cubicBezTo>
                  <a:lnTo>
                    <a:pt x="97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EC8E473-602C-4ABE-8E74-27DE0B2568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35463" y="4405313"/>
              <a:ext cx="600075" cy="738188"/>
            </a:xfrm>
            <a:custGeom>
              <a:avLst/>
              <a:gdLst>
                <a:gd name="T0" fmla="*/ 244 w 395"/>
                <a:gd name="T1" fmla="*/ 201 h 486"/>
                <a:gd name="T2" fmla="*/ 244 w 395"/>
                <a:gd name="T3" fmla="*/ 201 h 486"/>
                <a:gd name="T4" fmla="*/ 161 w 395"/>
                <a:gd name="T5" fmla="*/ 201 h 486"/>
                <a:gd name="T6" fmla="*/ 92 w 395"/>
                <a:gd name="T7" fmla="*/ 140 h 486"/>
                <a:gd name="T8" fmla="*/ 191 w 395"/>
                <a:gd name="T9" fmla="*/ 81 h 486"/>
                <a:gd name="T10" fmla="*/ 336 w 395"/>
                <a:gd name="T11" fmla="*/ 107 h 486"/>
                <a:gd name="T12" fmla="*/ 367 w 395"/>
                <a:gd name="T13" fmla="*/ 33 h 486"/>
                <a:gd name="T14" fmla="*/ 201 w 395"/>
                <a:gd name="T15" fmla="*/ 0 h 486"/>
                <a:gd name="T16" fmla="*/ 4 w 395"/>
                <a:gd name="T17" fmla="*/ 142 h 486"/>
                <a:gd name="T18" fmla="*/ 151 w 395"/>
                <a:gd name="T19" fmla="*/ 285 h 486"/>
                <a:gd name="T20" fmla="*/ 151 w 395"/>
                <a:gd name="T21" fmla="*/ 285 h 486"/>
                <a:gd name="T22" fmla="*/ 234 w 395"/>
                <a:gd name="T23" fmla="*/ 285 h 486"/>
                <a:gd name="T24" fmla="*/ 303 w 395"/>
                <a:gd name="T25" fmla="*/ 346 h 486"/>
                <a:gd name="T26" fmla="*/ 203 w 395"/>
                <a:gd name="T27" fmla="*/ 405 h 486"/>
                <a:gd name="T28" fmla="*/ 44 w 395"/>
                <a:gd name="T29" fmla="*/ 372 h 486"/>
                <a:gd name="T30" fmla="*/ 12 w 395"/>
                <a:gd name="T31" fmla="*/ 446 h 486"/>
                <a:gd name="T32" fmla="*/ 194 w 395"/>
                <a:gd name="T33" fmla="*/ 486 h 486"/>
                <a:gd name="T34" fmla="*/ 391 w 395"/>
                <a:gd name="T35" fmla="*/ 345 h 486"/>
                <a:gd name="T36" fmla="*/ 244 w 395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5" h="486">
                  <a:moveTo>
                    <a:pt x="244" y="201"/>
                  </a:moveTo>
                  <a:cubicBezTo>
                    <a:pt x="244" y="201"/>
                    <a:pt x="244" y="201"/>
                    <a:pt x="244" y="201"/>
                  </a:cubicBezTo>
                  <a:cubicBezTo>
                    <a:pt x="161" y="201"/>
                    <a:pt x="161" y="201"/>
                    <a:pt x="161" y="201"/>
                  </a:cubicBezTo>
                  <a:cubicBezTo>
                    <a:pt x="115" y="201"/>
                    <a:pt x="90" y="183"/>
                    <a:pt x="92" y="140"/>
                  </a:cubicBezTo>
                  <a:cubicBezTo>
                    <a:pt x="94" y="95"/>
                    <a:pt x="143" y="81"/>
                    <a:pt x="191" y="81"/>
                  </a:cubicBezTo>
                  <a:cubicBezTo>
                    <a:pt x="260" y="81"/>
                    <a:pt x="311" y="98"/>
                    <a:pt x="336" y="107"/>
                  </a:cubicBezTo>
                  <a:cubicBezTo>
                    <a:pt x="367" y="33"/>
                    <a:pt x="367" y="33"/>
                    <a:pt x="367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0" y="0"/>
                    <a:pt x="9" y="32"/>
                    <a:pt x="4" y="142"/>
                  </a:cubicBezTo>
                  <a:cubicBezTo>
                    <a:pt x="0" y="248"/>
                    <a:pt x="74" y="283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234" y="285"/>
                    <a:pt x="234" y="285"/>
                    <a:pt x="234" y="285"/>
                  </a:cubicBezTo>
                  <a:cubicBezTo>
                    <a:pt x="280" y="285"/>
                    <a:pt x="305" y="303"/>
                    <a:pt x="303" y="346"/>
                  </a:cubicBezTo>
                  <a:cubicBezTo>
                    <a:pt x="301" y="391"/>
                    <a:pt x="252" y="405"/>
                    <a:pt x="203" y="405"/>
                  </a:cubicBezTo>
                  <a:cubicBezTo>
                    <a:pt x="105" y="405"/>
                    <a:pt x="44" y="372"/>
                    <a:pt x="44" y="372"/>
                  </a:cubicBezTo>
                  <a:cubicBezTo>
                    <a:pt x="12" y="446"/>
                    <a:pt x="12" y="446"/>
                    <a:pt x="12" y="446"/>
                  </a:cubicBezTo>
                  <a:cubicBezTo>
                    <a:pt x="12" y="446"/>
                    <a:pt x="83" y="486"/>
                    <a:pt x="194" y="486"/>
                  </a:cubicBezTo>
                  <a:cubicBezTo>
                    <a:pt x="275" y="486"/>
                    <a:pt x="386" y="454"/>
                    <a:pt x="391" y="345"/>
                  </a:cubicBezTo>
                  <a:cubicBezTo>
                    <a:pt x="395" y="238"/>
                    <a:pt x="321" y="203"/>
                    <a:pt x="244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4FE414C-3DB9-4FE9-B834-0A39C9D48A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19388" y="4406900"/>
              <a:ext cx="671513" cy="735013"/>
            </a:xfrm>
            <a:custGeom>
              <a:avLst/>
              <a:gdLst>
                <a:gd name="T0" fmla="*/ 220 w 442"/>
                <a:gd name="T1" fmla="*/ 0 h 484"/>
                <a:gd name="T2" fmla="*/ 39 w 442"/>
                <a:gd name="T3" fmla="*/ 30 h 484"/>
                <a:gd name="T4" fmla="*/ 75 w 442"/>
                <a:gd name="T5" fmla="*/ 104 h 484"/>
                <a:gd name="T6" fmla="*/ 230 w 442"/>
                <a:gd name="T7" fmla="*/ 81 h 484"/>
                <a:gd name="T8" fmla="*/ 350 w 442"/>
                <a:gd name="T9" fmla="*/ 168 h 484"/>
                <a:gd name="T10" fmla="*/ 350 w 442"/>
                <a:gd name="T11" fmla="*/ 196 h 484"/>
                <a:gd name="T12" fmla="*/ 168 w 442"/>
                <a:gd name="T13" fmla="*/ 196 h 484"/>
                <a:gd name="T14" fmla="*/ 0 w 442"/>
                <a:gd name="T15" fmla="*/ 339 h 484"/>
                <a:gd name="T16" fmla="*/ 181 w 442"/>
                <a:gd name="T17" fmla="*/ 484 h 484"/>
                <a:gd name="T18" fmla="*/ 350 w 442"/>
                <a:gd name="T19" fmla="*/ 417 h 484"/>
                <a:gd name="T20" fmla="*/ 350 w 442"/>
                <a:gd name="T21" fmla="*/ 484 h 484"/>
                <a:gd name="T22" fmla="*/ 442 w 442"/>
                <a:gd name="T23" fmla="*/ 484 h 484"/>
                <a:gd name="T24" fmla="*/ 442 w 442"/>
                <a:gd name="T25" fmla="*/ 142 h 484"/>
                <a:gd name="T26" fmla="*/ 220 w 442"/>
                <a:gd name="T27" fmla="*/ 0 h 484"/>
                <a:gd name="T28" fmla="*/ 350 w 442"/>
                <a:gd name="T29" fmla="*/ 295 h 484"/>
                <a:gd name="T30" fmla="*/ 198 w 442"/>
                <a:gd name="T31" fmla="*/ 407 h 484"/>
                <a:gd name="T32" fmla="*/ 95 w 442"/>
                <a:gd name="T33" fmla="*/ 338 h 484"/>
                <a:gd name="T34" fmla="*/ 173 w 442"/>
                <a:gd name="T35" fmla="*/ 269 h 484"/>
                <a:gd name="T36" fmla="*/ 350 w 442"/>
                <a:gd name="T37" fmla="*/ 269 h 484"/>
                <a:gd name="T38" fmla="*/ 350 w 442"/>
                <a:gd name="T39" fmla="*/ 295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2" h="484">
                  <a:moveTo>
                    <a:pt x="220" y="0"/>
                  </a:moveTo>
                  <a:cubicBezTo>
                    <a:pt x="135" y="0"/>
                    <a:pt x="72" y="18"/>
                    <a:pt x="39" y="30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105" y="95"/>
                    <a:pt x="159" y="81"/>
                    <a:pt x="230" y="81"/>
                  </a:cubicBezTo>
                  <a:cubicBezTo>
                    <a:pt x="285" y="81"/>
                    <a:pt x="350" y="96"/>
                    <a:pt x="350" y="168"/>
                  </a:cubicBezTo>
                  <a:cubicBezTo>
                    <a:pt x="350" y="168"/>
                    <a:pt x="350" y="194"/>
                    <a:pt x="350" y="196"/>
                  </a:cubicBezTo>
                  <a:cubicBezTo>
                    <a:pt x="168" y="196"/>
                    <a:pt x="168" y="196"/>
                    <a:pt x="168" y="196"/>
                  </a:cubicBezTo>
                  <a:cubicBezTo>
                    <a:pt x="75" y="196"/>
                    <a:pt x="0" y="229"/>
                    <a:pt x="0" y="339"/>
                  </a:cubicBezTo>
                  <a:cubicBezTo>
                    <a:pt x="0" y="438"/>
                    <a:pt x="81" y="484"/>
                    <a:pt x="181" y="484"/>
                  </a:cubicBezTo>
                  <a:cubicBezTo>
                    <a:pt x="298" y="484"/>
                    <a:pt x="350" y="417"/>
                    <a:pt x="350" y="417"/>
                  </a:cubicBezTo>
                  <a:cubicBezTo>
                    <a:pt x="350" y="484"/>
                    <a:pt x="350" y="484"/>
                    <a:pt x="350" y="484"/>
                  </a:cubicBezTo>
                  <a:cubicBezTo>
                    <a:pt x="442" y="484"/>
                    <a:pt x="442" y="484"/>
                    <a:pt x="442" y="484"/>
                  </a:cubicBezTo>
                  <a:cubicBezTo>
                    <a:pt x="442" y="142"/>
                    <a:pt x="442" y="142"/>
                    <a:pt x="442" y="142"/>
                  </a:cubicBezTo>
                  <a:cubicBezTo>
                    <a:pt x="437" y="32"/>
                    <a:pt x="311" y="0"/>
                    <a:pt x="220" y="0"/>
                  </a:cubicBezTo>
                  <a:close/>
                  <a:moveTo>
                    <a:pt x="350" y="295"/>
                  </a:moveTo>
                  <a:cubicBezTo>
                    <a:pt x="350" y="366"/>
                    <a:pt x="258" y="407"/>
                    <a:pt x="198" y="407"/>
                  </a:cubicBezTo>
                  <a:cubicBezTo>
                    <a:pt x="153" y="407"/>
                    <a:pt x="95" y="392"/>
                    <a:pt x="95" y="338"/>
                  </a:cubicBezTo>
                  <a:cubicBezTo>
                    <a:pt x="95" y="284"/>
                    <a:pt x="126" y="269"/>
                    <a:pt x="173" y="269"/>
                  </a:cubicBezTo>
                  <a:cubicBezTo>
                    <a:pt x="350" y="269"/>
                    <a:pt x="350" y="269"/>
                    <a:pt x="350" y="269"/>
                  </a:cubicBezTo>
                  <a:lnTo>
                    <a:pt x="350" y="2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CCE5207A-3E84-4DC4-A07C-47027DA0FF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5850" y="0"/>
              <a:ext cx="1914525" cy="965200"/>
            </a:xfrm>
            <a:custGeom>
              <a:avLst/>
              <a:gdLst>
                <a:gd name="T0" fmla="*/ 1260 w 1260"/>
                <a:gd name="T1" fmla="*/ 183 h 636"/>
                <a:gd name="T2" fmla="*/ 632 w 1260"/>
                <a:gd name="T3" fmla="*/ 0 h 636"/>
                <a:gd name="T4" fmla="*/ 0 w 1260"/>
                <a:gd name="T5" fmla="*/ 174 h 636"/>
                <a:gd name="T6" fmla="*/ 630 w 1260"/>
                <a:gd name="T7" fmla="*/ 635 h 636"/>
                <a:gd name="T8" fmla="*/ 1260 w 1260"/>
                <a:gd name="T9" fmla="*/ 183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0" h="636">
                  <a:moveTo>
                    <a:pt x="1260" y="183"/>
                  </a:moveTo>
                  <a:cubicBezTo>
                    <a:pt x="1088" y="73"/>
                    <a:pt x="862" y="0"/>
                    <a:pt x="632" y="0"/>
                  </a:cubicBezTo>
                  <a:cubicBezTo>
                    <a:pt x="418" y="0"/>
                    <a:pt x="197" y="52"/>
                    <a:pt x="0" y="174"/>
                  </a:cubicBezTo>
                  <a:cubicBezTo>
                    <a:pt x="0" y="174"/>
                    <a:pt x="269" y="634"/>
                    <a:pt x="630" y="635"/>
                  </a:cubicBezTo>
                  <a:cubicBezTo>
                    <a:pt x="992" y="636"/>
                    <a:pt x="1260" y="183"/>
                    <a:pt x="1260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77B6E331-2620-41C0-B97C-1B12164FD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2563" y="436563"/>
              <a:ext cx="1201738" cy="1819275"/>
            </a:xfrm>
            <a:custGeom>
              <a:avLst/>
              <a:gdLst>
                <a:gd name="T0" fmla="*/ 438 w 791"/>
                <a:gd name="T1" fmla="*/ 0 h 1198"/>
                <a:gd name="T2" fmla="*/ 75 w 791"/>
                <a:gd name="T3" fmla="*/ 545 h 1198"/>
                <a:gd name="T4" fmla="*/ 52 w 791"/>
                <a:gd name="T5" fmla="*/ 1198 h 1198"/>
                <a:gd name="T6" fmla="*/ 679 w 791"/>
                <a:gd name="T7" fmla="*/ 742 h 1198"/>
                <a:gd name="T8" fmla="*/ 438 w 791"/>
                <a:gd name="T9" fmla="*/ 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1" h="1198">
                  <a:moveTo>
                    <a:pt x="438" y="0"/>
                  </a:moveTo>
                  <a:cubicBezTo>
                    <a:pt x="273" y="139"/>
                    <a:pt x="147" y="326"/>
                    <a:pt x="75" y="545"/>
                  </a:cubicBezTo>
                  <a:cubicBezTo>
                    <a:pt x="4" y="764"/>
                    <a:pt x="0" y="981"/>
                    <a:pt x="52" y="1198"/>
                  </a:cubicBezTo>
                  <a:cubicBezTo>
                    <a:pt x="52" y="1198"/>
                    <a:pt x="566" y="1086"/>
                    <a:pt x="679" y="742"/>
                  </a:cubicBezTo>
                  <a:cubicBezTo>
                    <a:pt x="791" y="399"/>
                    <a:pt x="438" y="0"/>
                    <a:pt x="4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DA1FDC7C-42C8-4041-B97D-F2CA92B557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82900" y="2185988"/>
              <a:ext cx="1622425" cy="1447800"/>
            </a:xfrm>
            <a:custGeom>
              <a:avLst/>
              <a:gdLst>
                <a:gd name="T0" fmla="*/ 0 w 1067"/>
                <a:gd name="T1" fmla="*/ 211 h 954"/>
                <a:gd name="T2" fmla="*/ 401 w 1067"/>
                <a:gd name="T3" fmla="*/ 726 h 954"/>
                <a:gd name="T4" fmla="*/ 1016 w 1067"/>
                <a:gd name="T5" fmla="*/ 954 h 954"/>
                <a:gd name="T6" fmla="*/ 775 w 1067"/>
                <a:gd name="T7" fmla="*/ 213 h 954"/>
                <a:gd name="T8" fmla="*/ 0 w 1067"/>
                <a:gd name="T9" fmla="*/ 211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7" h="954">
                  <a:moveTo>
                    <a:pt x="0" y="211"/>
                  </a:moveTo>
                  <a:cubicBezTo>
                    <a:pt x="84" y="414"/>
                    <a:pt x="218" y="590"/>
                    <a:pt x="401" y="726"/>
                  </a:cubicBezTo>
                  <a:cubicBezTo>
                    <a:pt x="586" y="863"/>
                    <a:pt x="810" y="941"/>
                    <a:pt x="1016" y="954"/>
                  </a:cubicBezTo>
                  <a:cubicBezTo>
                    <a:pt x="1016" y="954"/>
                    <a:pt x="1067" y="426"/>
                    <a:pt x="775" y="213"/>
                  </a:cubicBezTo>
                  <a:cubicBezTo>
                    <a:pt x="483" y="0"/>
                    <a:pt x="0" y="211"/>
                    <a:pt x="0" y="2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7F7052C-55C2-4219-9B97-3B0041EC6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5500" y="2182813"/>
              <a:ext cx="1627188" cy="1450975"/>
            </a:xfrm>
            <a:custGeom>
              <a:avLst/>
              <a:gdLst>
                <a:gd name="T0" fmla="*/ 58 w 1071"/>
                <a:gd name="T1" fmla="*/ 956 h 956"/>
                <a:gd name="T2" fmla="*/ 669 w 1071"/>
                <a:gd name="T3" fmla="*/ 725 h 956"/>
                <a:gd name="T4" fmla="*/ 1071 w 1071"/>
                <a:gd name="T5" fmla="*/ 207 h 956"/>
                <a:gd name="T6" fmla="*/ 291 w 1071"/>
                <a:gd name="T7" fmla="*/ 215 h 956"/>
                <a:gd name="T8" fmla="*/ 58 w 1071"/>
                <a:gd name="T9" fmla="*/ 956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1" h="956">
                  <a:moveTo>
                    <a:pt x="58" y="956"/>
                  </a:moveTo>
                  <a:cubicBezTo>
                    <a:pt x="289" y="933"/>
                    <a:pt x="482" y="860"/>
                    <a:pt x="669" y="725"/>
                  </a:cubicBezTo>
                  <a:cubicBezTo>
                    <a:pt x="850" y="594"/>
                    <a:pt x="987" y="409"/>
                    <a:pt x="1071" y="207"/>
                  </a:cubicBezTo>
                  <a:cubicBezTo>
                    <a:pt x="1071" y="207"/>
                    <a:pt x="581" y="0"/>
                    <a:pt x="291" y="215"/>
                  </a:cubicBezTo>
                  <a:cubicBezTo>
                    <a:pt x="0" y="431"/>
                    <a:pt x="58" y="956"/>
                    <a:pt x="58" y="9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CD66E80E-6FF0-460D-B6F3-3BFD4976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9700" y="439738"/>
              <a:ext cx="1195388" cy="1819275"/>
            </a:xfrm>
            <a:custGeom>
              <a:avLst/>
              <a:gdLst>
                <a:gd name="T0" fmla="*/ 737 w 787"/>
                <a:gd name="T1" fmla="*/ 1198 h 1198"/>
                <a:gd name="T2" fmla="*/ 715 w 787"/>
                <a:gd name="T3" fmla="*/ 544 h 1198"/>
                <a:gd name="T4" fmla="*/ 355 w 787"/>
                <a:gd name="T5" fmla="*/ 0 h 1198"/>
                <a:gd name="T6" fmla="*/ 111 w 787"/>
                <a:gd name="T7" fmla="*/ 739 h 1198"/>
                <a:gd name="T8" fmla="*/ 737 w 787"/>
                <a:gd name="T9" fmla="*/ 1198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7" h="1198">
                  <a:moveTo>
                    <a:pt x="737" y="1198"/>
                  </a:moveTo>
                  <a:cubicBezTo>
                    <a:pt x="787" y="991"/>
                    <a:pt x="786" y="764"/>
                    <a:pt x="715" y="544"/>
                  </a:cubicBezTo>
                  <a:cubicBezTo>
                    <a:pt x="645" y="325"/>
                    <a:pt x="518" y="144"/>
                    <a:pt x="355" y="0"/>
                  </a:cubicBezTo>
                  <a:cubicBezTo>
                    <a:pt x="355" y="0"/>
                    <a:pt x="0" y="395"/>
                    <a:pt x="111" y="739"/>
                  </a:cubicBezTo>
                  <a:cubicBezTo>
                    <a:pt x="222" y="1083"/>
                    <a:pt x="737" y="1198"/>
                    <a:pt x="737" y="1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14A9D647-00F2-4C4B-BEB2-D75043DB8D0E}"/>
              </a:ext>
            </a:extLst>
          </p:cNvPr>
          <p:cNvGrpSpPr/>
          <p:nvPr userDrawn="1"/>
        </p:nvGrpSpPr>
        <p:grpSpPr>
          <a:xfrm>
            <a:off x="7002138" y="1700147"/>
            <a:ext cx="3394929" cy="3339213"/>
            <a:chOff x="2019290" y="61899"/>
            <a:chExt cx="5102087" cy="5018353"/>
          </a:xfrm>
          <a:solidFill>
            <a:srgbClr val="FFE800"/>
          </a:solidFill>
        </p:grpSpPr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0A3EC673-E299-4D73-87EC-841B629A6F7B}"/>
                </a:ext>
              </a:extLst>
            </p:cNvPr>
            <p:cNvSpPr/>
            <p:nvPr/>
          </p:nvSpPr>
          <p:spPr>
            <a:xfrm>
              <a:off x="3946207" y="61899"/>
              <a:ext cx="1278731" cy="636387"/>
            </a:xfrm>
            <a:custGeom>
              <a:avLst/>
              <a:gdLst>
                <a:gd name="connsiteX0" fmla="*/ 636651 w 1278731"/>
                <a:gd name="connsiteY0" fmla="*/ 636378 h 636387"/>
                <a:gd name="connsiteX1" fmla="*/ 1278731 w 1278731"/>
                <a:gd name="connsiteY1" fmla="*/ 184226 h 636387"/>
                <a:gd name="connsiteX2" fmla="*/ 637127 w 1278731"/>
                <a:gd name="connsiteY2" fmla="*/ 13 h 636387"/>
                <a:gd name="connsiteX3" fmla="*/ 0 w 1278731"/>
                <a:gd name="connsiteY3" fmla="*/ 174987 h 636387"/>
                <a:gd name="connsiteX4" fmla="*/ 636651 w 1278731"/>
                <a:gd name="connsiteY4" fmla="*/ 636378 h 636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8731" h="636387">
                  <a:moveTo>
                    <a:pt x="636651" y="636378"/>
                  </a:moveTo>
                  <a:cubicBezTo>
                    <a:pt x="994505" y="638759"/>
                    <a:pt x="1259015" y="216516"/>
                    <a:pt x="1278731" y="184226"/>
                  </a:cubicBezTo>
                  <a:cubicBezTo>
                    <a:pt x="1092422" y="68402"/>
                    <a:pt x="872681" y="1060"/>
                    <a:pt x="637127" y="13"/>
                  </a:cubicBezTo>
                  <a:cubicBezTo>
                    <a:pt x="404146" y="-1035"/>
                    <a:pt x="186023" y="63068"/>
                    <a:pt x="0" y="174987"/>
                  </a:cubicBezTo>
                  <a:cubicBezTo>
                    <a:pt x="15145" y="200609"/>
                    <a:pt x="275558" y="633997"/>
                    <a:pt x="636651" y="63637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CF3A35DC-7A8C-4C7B-88C4-1FD4E5E65E5A}"/>
                </a:ext>
              </a:extLst>
            </p:cNvPr>
            <p:cNvSpPr/>
            <p:nvPr/>
          </p:nvSpPr>
          <p:spPr>
            <a:xfrm>
              <a:off x="2019290" y="1219294"/>
              <a:ext cx="690590" cy="1213103"/>
            </a:xfrm>
            <a:custGeom>
              <a:avLst/>
              <a:gdLst>
                <a:gd name="connsiteX0" fmla="*/ 666569 w 690590"/>
                <a:gd name="connsiteY0" fmla="*/ 750189 h 1213103"/>
                <a:gd name="connsiteX1" fmla="*/ 435207 w 690590"/>
                <a:gd name="connsiteY1" fmla="*/ 0 h 1213103"/>
                <a:gd name="connsiteX2" fmla="*/ 10 w 690590"/>
                <a:gd name="connsiteY2" fmla="*/ 932021 h 1213103"/>
                <a:gd name="connsiteX3" fmla="*/ 31157 w 690590"/>
                <a:gd name="connsiteY3" fmla="*/ 1213104 h 1213103"/>
                <a:gd name="connsiteX4" fmla="*/ 666569 w 690590"/>
                <a:gd name="connsiteY4" fmla="*/ 750189 h 1213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590" h="1213103">
                  <a:moveTo>
                    <a:pt x="666569" y="750189"/>
                  </a:moveTo>
                  <a:cubicBezTo>
                    <a:pt x="779060" y="411575"/>
                    <a:pt x="461401" y="30575"/>
                    <a:pt x="435207" y="0"/>
                  </a:cubicBezTo>
                  <a:cubicBezTo>
                    <a:pt x="170412" y="223933"/>
                    <a:pt x="1629" y="558070"/>
                    <a:pt x="10" y="932021"/>
                  </a:cubicBezTo>
                  <a:cubicBezTo>
                    <a:pt x="-371" y="1028700"/>
                    <a:pt x="10392" y="1122712"/>
                    <a:pt x="31157" y="1213104"/>
                  </a:cubicBezTo>
                  <a:cubicBezTo>
                    <a:pt x="60970" y="1206532"/>
                    <a:pt x="552841" y="1092613"/>
                    <a:pt x="666569" y="7501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5D2C7748-445A-4908-A98D-8C1800ABBEA7}"/>
                </a:ext>
              </a:extLst>
            </p:cNvPr>
            <p:cNvSpPr/>
            <p:nvPr/>
          </p:nvSpPr>
          <p:spPr>
            <a:xfrm>
              <a:off x="2496692" y="4219701"/>
              <a:ext cx="1029858" cy="848932"/>
            </a:xfrm>
            <a:custGeom>
              <a:avLst/>
              <a:gdLst>
                <a:gd name="connsiteX0" fmla="*/ 782003 w 1029858"/>
                <a:gd name="connsiteY0" fmla="*/ 100934 h 848932"/>
                <a:gd name="connsiteX1" fmla="*/ 0 w 1029858"/>
                <a:gd name="connsiteY1" fmla="*/ 87980 h 848932"/>
                <a:gd name="connsiteX2" fmla="*/ 1025843 w 1029858"/>
                <a:gd name="connsiteY2" fmla="*/ 848932 h 848932"/>
                <a:gd name="connsiteX3" fmla="*/ 782003 w 1029858"/>
                <a:gd name="connsiteY3" fmla="*/ 100934 h 8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9858" h="848932">
                  <a:moveTo>
                    <a:pt x="782003" y="100934"/>
                  </a:moveTo>
                  <a:cubicBezTo>
                    <a:pt x="500824" y="-106140"/>
                    <a:pt x="53912" y="65977"/>
                    <a:pt x="0" y="87980"/>
                  </a:cubicBezTo>
                  <a:cubicBezTo>
                    <a:pt x="168783" y="504127"/>
                    <a:pt x="559403" y="806927"/>
                    <a:pt x="1025843" y="848932"/>
                  </a:cubicBezTo>
                  <a:cubicBezTo>
                    <a:pt x="1028033" y="826358"/>
                    <a:pt x="1074896" y="316770"/>
                    <a:pt x="782003" y="1009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D5AF26B3-A801-478A-995F-0DB30CC90980}"/>
                </a:ext>
              </a:extLst>
            </p:cNvPr>
            <p:cNvSpPr/>
            <p:nvPr/>
          </p:nvSpPr>
          <p:spPr>
            <a:xfrm>
              <a:off x="5578922" y="4238632"/>
              <a:ext cx="1038571" cy="841620"/>
            </a:xfrm>
            <a:custGeom>
              <a:avLst/>
              <a:gdLst>
                <a:gd name="connsiteX0" fmla="*/ 256474 w 1038571"/>
                <a:gd name="connsiteY0" fmla="*/ 96385 h 841620"/>
                <a:gd name="connsiteX1" fmla="*/ 2918 w 1038571"/>
                <a:gd name="connsiteY1" fmla="*/ 841621 h 841620"/>
                <a:gd name="connsiteX2" fmla="*/ 1038572 w 1038571"/>
                <a:gd name="connsiteY2" fmla="*/ 93623 h 841620"/>
                <a:gd name="connsiteX3" fmla="*/ 256474 w 1038571"/>
                <a:gd name="connsiteY3" fmla="*/ 96385 h 841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571" h="841620">
                  <a:moveTo>
                    <a:pt x="256474" y="96385"/>
                  </a:moveTo>
                  <a:cubicBezTo>
                    <a:pt x="-42040" y="310221"/>
                    <a:pt x="1680" y="828095"/>
                    <a:pt x="2918" y="841621"/>
                  </a:cubicBezTo>
                  <a:cubicBezTo>
                    <a:pt x="470215" y="805521"/>
                    <a:pt x="864550" y="507484"/>
                    <a:pt x="1038572" y="93623"/>
                  </a:cubicBezTo>
                  <a:cubicBezTo>
                    <a:pt x="984660" y="70953"/>
                    <a:pt x="540224" y="-106879"/>
                    <a:pt x="256474" y="9638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D7071253-7A44-447C-B7DF-70C0E1AD248E}"/>
                </a:ext>
              </a:extLst>
            </p:cNvPr>
            <p:cNvSpPr/>
            <p:nvPr/>
          </p:nvSpPr>
          <p:spPr>
            <a:xfrm>
              <a:off x="6435072" y="1236916"/>
              <a:ext cx="686305" cy="1214342"/>
            </a:xfrm>
            <a:custGeom>
              <a:avLst/>
              <a:gdLst>
                <a:gd name="connsiteX0" fmla="*/ 22020 w 686305"/>
                <a:gd name="connsiteY0" fmla="*/ 742855 h 1214342"/>
                <a:gd name="connsiteX1" fmla="*/ 652766 w 686305"/>
                <a:gd name="connsiteY1" fmla="*/ 1214342 h 1214342"/>
                <a:gd name="connsiteX2" fmla="*/ 655338 w 686305"/>
                <a:gd name="connsiteY2" fmla="*/ 1205008 h 1214342"/>
                <a:gd name="connsiteX3" fmla="*/ 686294 w 686305"/>
                <a:gd name="connsiteY3" fmla="*/ 935355 h 1214342"/>
                <a:gd name="connsiteX4" fmla="*/ 259574 w 686305"/>
                <a:gd name="connsiteY4" fmla="*/ 0 h 1214342"/>
                <a:gd name="connsiteX5" fmla="*/ 22020 w 686305"/>
                <a:gd name="connsiteY5" fmla="*/ 742855 h 121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6305" h="1214342">
                  <a:moveTo>
                    <a:pt x="22020" y="742855"/>
                  </a:moveTo>
                  <a:cubicBezTo>
                    <a:pt x="134701" y="1097471"/>
                    <a:pt x="652766" y="1214342"/>
                    <a:pt x="652766" y="1214342"/>
                  </a:cubicBezTo>
                  <a:cubicBezTo>
                    <a:pt x="653718" y="1211199"/>
                    <a:pt x="654480" y="1208056"/>
                    <a:pt x="655338" y="1205008"/>
                  </a:cubicBezTo>
                  <a:cubicBezTo>
                    <a:pt x="675149" y="1118235"/>
                    <a:pt x="685913" y="1028033"/>
                    <a:pt x="686294" y="935355"/>
                  </a:cubicBezTo>
                  <a:cubicBezTo>
                    <a:pt x="687913" y="561594"/>
                    <a:pt x="522178" y="226219"/>
                    <a:pt x="259574" y="0"/>
                  </a:cubicBezTo>
                  <a:cubicBezTo>
                    <a:pt x="215378" y="51530"/>
                    <a:pt x="-82278" y="414242"/>
                    <a:pt x="22020" y="7428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23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noFill/>
          </a:ln>
        </p:spPr>
        <p:txBody>
          <a:bodyPr lIns="0" bIns="360000" anchor="ctr" anchorCtr="0"/>
          <a:lstStyle>
            <a:lvl1pPr marL="527987" indent="-527987">
              <a:buFont typeface="+mj-lt"/>
              <a:buNone/>
              <a:defRPr sz="4333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1. Titre de partie</a:t>
            </a:r>
          </a:p>
        </p:txBody>
      </p:sp>
      <p:sp>
        <p:nvSpPr>
          <p:cNvPr id="35" name="Espace réservé de la date 4">
            <a:extLst>
              <a:ext uri="{FF2B5EF4-FFF2-40B4-BE49-F238E27FC236}">
                <a16:creationId xmlns:a16="http://schemas.microsoft.com/office/drawing/2014/main" id="{979B2E0D-EA57-4BD7-9C3E-D26051B48C1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1"/>
            <a:ext cx="1560000" cy="2825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36" name="Espace réservé du pied de page 8">
            <a:extLst>
              <a:ext uri="{FF2B5EF4-FFF2-40B4-BE49-F238E27FC236}">
                <a16:creationId xmlns:a16="http://schemas.microsoft.com/office/drawing/2014/main" id="{FFFB696E-EECC-4454-8ED3-CA5C36E3B32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SVEPM 2026   -   UNVEILING TEMPORAL AND REGIONAL FACTORS OF ANTIBIOTIC RESISTANCE   -   BAREILLE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032617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titre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e 19"/>
          <p:cNvGrpSpPr/>
          <p:nvPr userDrawn="1"/>
        </p:nvGrpSpPr>
        <p:grpSpPr>
          <a:xfrm>
            <a:off x="3407701" y="2660915"/>
            <a:ext cx="7514832" cy="1629156"/>
            <a:chOff x="4528607" y="2228471"/>
            <a:chExt cx="2978905" cy="645803"/>
          </a:xfrm>
          <a:solidFill>
            <a:srgbClr val="00AC8C"/>
          </a:solidFill>
        </p:grpSpPr>
        <p:sp>
          <p:nvSpPr>
            <p:cNvPr id="21" name="Forme libre : forme 11">
              <a:extLst>
                <a:ext uri="{FF2B5EF4-FFF2-40B4-BE49-F238E27FC236}">
                  <a16:creationId xmlns:a16="http://schemas.microsoft.com/office/drawing/2014/main" id="{99B404BE-FE54-428A-911D-CAC51B52FD2D}"/>
                </a:ext>
              </a:extLst>
            </p:cNvPr>
            <p:cNvSpPr/>
            <p:nvPr/>
          </p:nvSpPr>
          <p:spPr>
            <a:xfrm rot="20377350" flipH="1" flipV="1">
              <a:off x="7129985" y="2228471"/>
              <a:ext cx="377527" cy="645803"/>
            </a:xfrm>
            <a:custGeom>
              <a:avLst/>
              <a:gdLst>
                <a:gd name="connsiteX0" fmla="*/ 724043 w 755433"/>
                <a:gd name="connsiteY0" fmla="*/ 816102 h 1292256"/>
                <a:gd name="connsiteX1" fmla="*/ 25574 w 755433"/>
                <a:gd name="connsiteY1" fmla="*/ 1292257 h 1292256"/>
                <a:gd name="connsiteX2" fmla="*/ 82534 w 755433"/>
                <a:gd name="connsiteY2" fmla="*/ 575977 h 1292256"/>
                <a:gd name="connsiteX3" fmla="*/ 499824 w 755433"/>
                <a:gd name="connsiteY3" fmla="*/ 0 h 1292256"/>
                <a:gd name="connsiteX4" fmla="*/ 724043 w 755433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33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658" y="145161"/>
                    <a:pt x="499824" y="0"/>
                  </a:cubicBezTo>
                  <a:cubicBezTo>
                    <a:pt x="519922" y="24860"/>
                    <a:pt x="858250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2" name="Forme libre : forme 11">
              <a:extLst>
                <a:ext uri="{FF2B5EF4-FFF2-40B4-BE49-F238E27FC236}">
                  <a16:creationId xmlns:a16="http://schemas.microsoft.com/office/drawing/2014/main" id="{99B404BE-FE54-428A-911D-CAC51B52FD2D}"/>
                </a:ext>
              </a:extLst>
            </p:cNvPr>
            <p:cNvSpPr/>
            <p:nvPr userDrawn="1"/>
          </p:nvSpPr>
          <p:spPr>
            <a:xfrm rot="1222650" flipV="1">
              <a:off x="4528607" y="2228471"/>
              <a:ext cx="377527" cy="645803"/>
            </a:xfrm>
            <a:custGeom>
              <a:avLst/>
              <a:gdLst>
                <a:gd name="connsiteX0" fmla="*/ 724043 w 755433"/>
                <a:gd name="connsiteY0" fmla="*/ 816102 h 1292256"/>
                <a:gd name="connsiteX1" fmla="*/ 25574 w 755433"/>
                <a:gd name="connsiteY1" fmla="*/ 1292257 h 1292256"/>
                <a:gd name="connsiteX2" fmla="*/ 82534 w 755433"/>
                <a:gd name="connsiteY2" fmla="*/ 575977 h 1292256"/>
                <a:gd name="connsiteX3" fmla="*/ 499824 w 755433"/>
                <a:gd name="connsiteY3" fmla="*/ 0 h 1292256"/>
                <a:gd name="connsiteX4" fmla="*/ 724043 w 755433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33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658" y="145161"/>
                    <a:pt x="499824" y="0"/>
                  </a:cubicBezTo>
                  <a:cubicBezTo>
                    <a:pt x="519922" y="24860"/>
                    <a:pt x="858250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91A7E33E-EFFD-4ECA-B675-CED70E08C3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8AE072A-0DE3-445C-991B-1FF54D483686}"/>
              </a:ext>
            </a:extLst>
          </p:cNvPr>
          <p:cNvGrpSpPr/>
          <p:nvPr userDrawn="1"/>
        </p:nvGrpSpPr>
        <p:grpSpPr>
          <a:xfrm>
            <a:off x="11341101" y="240140"/>
            <a:ext cx="361951" cy="502176"/>
            <a:chOff x="2719388" y="0"/>
            <a:chExt cx="3708400" cy="5145088"/>
          </a:xfrm>
          <a:solidFill>
            <a:schemeClr val="bg1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6EAAAE4-81CD-4923-9B00-96AA86990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2825" y="4416425"/>
              <a:ext cx="658813" cy="723900"/>
            </a:xfrm>
            <a:custGeom>
              <a:avLst/>
              <a:gdLst>
                <a:gd name="T0" fmla="*/ 258 w 434"/>
                <a:gd name="T1" fmla="*/ 0 h 477"/>
                <a:gd name="T2" fmla="*/ 92 w 434"/>
                <a:gd name="T3" fmla="*/ 67 h 477"/>
                <a:gd name="T4" fmla="*/ 92 w 434"/>
                <a:gd name="T5" fmla="*/ 0 h 477"/>
                <a:gd name="T6" fmla="*/ 0 w 434"/>
                <a:gd name="T7" fmla="*/ 0 h 477"/>
                <a:gd name="T8" fmla="*/ 0 w 434"/>
                <a:gd name="T9" fmla="*/ 477 h 477"/>
                <a:gd name="T10" fmla="*/ 92 w 434"/>
                <a:gd name="T11" fmla="*/ 477 h 477"/>
                <a:gd name="T12" fmla="*/ 92 w 434"/>
                <a:gd name="T13" fmla="*/ 187 h 477"/>
                <a:gd name="T14" fmla="*/ 241 w 434"/>
                <a:gd name="T15" fmla="*/ 76 h 477"/>
                <a:gd name="T16" fmla="*/ 342 w 434"/>
                <a:gd name="T17" fmla="*/ 161 h 477"/>
                <a:gd name="T18" fmla="*/ 342 w 434"/>
                <a:gd name="T19" fmla="*/ 161 h 477"/>
                <a:gd name="T20" fmla="*/ 342 w 434"/>
                <a:gd name="T21" fmla="*/ 477 h 477"/>
                <a:gd name="T22" fmla="*/ 434 w 434"/>
                <a:gd name="T23" fmla="*/ 477 h 477"/>
                <a:gd name="T24" fmla="*/ 434 w 434"/>
                <a:gd name="T25" fmla="*/ 161 h 477"/>
                <a:gd name="T26" fmla="*/ 258 w 434"/>
                <a:gd name="T27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4" h="477">
                  <a:moveTo>
                    <a:pt x="258" y="0"/>
                  </a:moveTo>
                  <a:cubicBezTo>
                    <a:pt x="144" y="0"/>
                    <a:pt x="93" y="65"/>
                    <a:pt x="92" y="6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77"/>
                    <a:pt x="0" y="477"/>
                    <a:pt x="0" y="477"/>
                  </a:cubicBezTo>
                  <a:cubicBezTo>
                    <a:pt x="92" y="477"/>
                    <a:pt x="92" y="477"/>
                    <a:pt x="92" y="47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4" y="117"/>
                    <a:pt x="182" y="76"/>
                    <a:pt x="241" y="76"/>
                  </a:cubicBezTo>
                  <a:cubicBezTo>
                    <a:pt x="285" y="76"/>
                    <a:pt x="342" y="107"/>
                    <a:pt x="342" y="161"/>
                  </a:cubicBezTo>
                  <a:cubicBezTo>
                    <a:pt x="342" y="161"/>
                    <a:pt x="342" y="161"/>
                    <a:pt x="342" y="161"/>
                  </a:cubicBezTo>
                  <a:cubicBezTo>
                    <a:pt x="342" y="477"/>
                    <a:pt x="342" y="477"/>
                    <a:pt x="342" y="477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434" y="161"/>
                    <a:pt x="434" y="161"/>
                    <a:pt x="434" y="161"/>
                  </a:cubicBezTo>
                  <a:cubicBezTo>
                    <a:pt x="434" y="54"/>
                    <a:pt x="355" y="0"/>
                    <a:pt x="2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0BCD58C1-66D1-49A9-817D-EA1CCE1886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26125" y="4405313"/>
              <a:ext cx="601663" cy="738188"/>
            </a:xfrm>
            <a:custGeom>
              <a:avLst/>
              <a:gdLst>
                <a:gd name="T0" fmla="*/ 245 w 396"/>
                <a:gd name="T1" fmla="*/ 201 h 486"/>
                <a:gd name="T2" fmla="*/ 245 w 396"/>
                <a:gd name="T3" fmla="*/ 201 h 486"/>
                <a:gd name="T4" fmla="*/ 162 w 396"/>
                <a:gd name="T5" fmla="*/ 201 h 486"/>
                <a:gd name="T6" fmla="*/ 93 w 396"/>
                <a:gd name="T7" fmla="*/ 140 h 486"/>
                <a:gd name="T8" fmla="*/ 192 w 396"/>
                <a:gd name="T9" fmla="*/ 81 h 486"/>
                <a:gd name="T10" fmla="*/ 336 w 396"/>
                <a:gd name="T11" fmla="*/ 107 h 486"/>
                <a:gd name="T12" fmla="*/ 368 w 396"/>
                <a:gd name="T13" fmla="*/ 33 h 486"/>
                <a:gd name="T14" fmla="*/ 201 w 396"/>
                <a:gd name="T15" fmla="*/ 0 h 486"/>
                <a:gd name="T16" fmla="*/ 5 w 396"/>
                <a:gd name="T17" fmla="*/ 142 h 486"/>
                <a:gd name="T18" fmla="*/ 152 w 396"/>
                <a:gd name="T19" fmla="*/ 285 h 486"/>
                <a:gd name="T20" fmla="*/ 152 w 396"/>
                <a:gd name="T21" fmla="*/ 285 h 486"/>
                <a:gd name="T22" fmla="*/ 235 w 396"/>
                <a:gd name="T23" fmla="*/ 285 h 486"/>
                <a:gd name="T24" fmla="*/ 304 w 396"/>
                <a:gd name="T25" fmla="*/ 346 h 486"/>
                <a:gd name="T26" fmla="*/ 204 w 396"/>
                <a:gd name="T27" fmla="*/ 405 h 486"/>
                <a:gd name="T28" fmla="*/ 44 w 396"/>
                <a:gd name="T29" fmla="*/ 372 h 486"/>
                <a:gd name="T30" fmla="*/ 13 w 396"/>
                <a:gd name="T31" fmla="*/ 446 h 486"/>
                <a:gd name="T32" fmla="*/ 195 w 396"/>
                <a:gd name="T33" fmla="*/ 486 h 486"/>
                <a:gd name="T34" fmla="*/ 391 w 396"/>
                <a:gd name="T35" fmla="*/ 345 h 486"/>
                <a:gd name="T36" fmla="*/ 245 w 396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6" h="486">
                  <a:moveTo>
                    <a:pt x="245" y="201"/>
                  </a:moveTo>
                  <a:cubicBezTo>
                    <a:pt x="245" y="201"/>
                    <a:pt x="245" y="201"/>
                    <a:pt x="245" y="201"/>
                  </a:cubicBezTo>
                  <a:cubicBezTo>
                    <a:pt x="162" y="201"/>
                    <a:pt x="162" y="201"/>
                    <a:pt x="162" y="201"/>
                  </a:cubicBezTo>
                  <a:cubicBezTo>
                    <a:pt x="115" y="201"/>
                    <a:pt x="91" y="183"/>
                    <a:pt x="93" y="140"/>
                  </a:cubicBezTo>
                  <a:cubicBezTo>
                    <a:pt x="95" y="95"/>
                    <a:pt x="144" y="81"/>
                    <a:pt x="192" y="81"/>
                  </a:cubicBezTo>
                  <a:cubicBezTo>
                    <a:pt x="261" y="81"/>
                    <a:pt x="312" y="98"/>
                    <a:pt x="336" y="107"/>
                  </a:cubicBezTo>
                  <a:cubicBezTo>
                    <a:pt x="368" y="33"/>
                    <a:pt x="368" y="33"/>
                    <a:pt x="368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1" y="0"/>
                    <a:pt x="10" y="32"/>
                    <a:pt x="5" y="142"/>
                  </a:cubicBezTo>
                  <a:cubicBezTo>
                    <a:pt x="0" y="248"/>
                    <a:pt x="74" y="283"/>
                    <a:pt x="152" y="285"/>
                  </a:cubicBezTo>
                  <a:cubicBezTo>
                    <a:pt x="152" y="285"/>
                    <a:pt x="152" y="285"/>
                    <a:pt x="152" y="285"/>
                  </a:cubicBezTo>
                  <a:cubicBezTo>
                    <a:pt x="235" y="285"/>
                    <a:pt x="235" y="285"/>
                    <a:pt x="235" y="285"/>
                  </a:cubicBezTo>
                  <a:cubicBezTo>
                    <a:pt x="281" y="285"/>
                    <a:pt x="306" y="303"/>
                    <a:pt x="304" y="346"/>
                  </a:cubicBezTo>
                  <a:cubicBezTo>
                    <a:pt x="302" y="391"/>
                    <a:pt x="253" y="405"/>
                    <a:pt x="204" y="405"/>
                  </a:cubicBezTo>
                  <a:cubicBezTo>
                    <a:pt x="106" y="405"/>
                    <a:pt x="44" y="372"/>
                    <a:pt x="44" y="372"/>
                  </a:cubicBezTo>
                  <a:cubicBezTo>
                    <a:pt x="13" y="446"/>
                    <a:pt x="13" y="446"/>
                    <a:pt x="13" y="446"/>
                  </a:cubicBezTo>
                  <a:cubicBezTo>
                    <a:pt x="13" y="446"/>
                    <a:pt x="83" y="486"/>
                    <a:pt x="195" y="486"/>
                  </a:cubicBezTo>
                  <a:cubicBezTo>
                    <a:pt x="276" y="486"/>
                    <a:pt x="387" y="454"/>
                    <a:pt x="391" y="345"/>
                  </a:cubicBezTo>
                  <a:cubicBezTo>
                    <a:pt x="396" y="238"/>
                    <a:pt x="322" y="203"/>
                    <a:pt x="245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AE8DB6E-B1F5-4293-BB50-9FC333A20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026025" y="4402138"/>
              <a:ext cx="700088" cy="742950"/>
            </a:xfrm>
            <a:custGeom>
              <a:avLst/>
              <a:gdLst>
                <a:gd name="T0" fmla="*/ 234 w 460"/>
                <a:gd name="T1" fmla="*/ 0 h 489"/>
                <a:gd name="T2" fmla="*/ 0 w 460"/>
                <a:gd name="T3" fmla="*/ 249 h 489"/>
                <a:gd name="T4" fmla="*/ 256 w 460"/>
                <a:gd name="T5" fmla="*/ 489 h 489"/>
                <a:gd name="T6" fmla="*/ 437 w 460"/>
                <a:gd name="T7" fmla="*/ 449 h 489"/>
                <a:gd name="T8" fmla="*/ 403 w 460"/>
                <a:gd name="T9" fmla="*/ 378 h 489"/>
                <a:gd name="T10" fmla="*/ 253 w 460"/>
                <a:gd name="T11" fmla="*/ 408 h 489"/>
                <a:gd name="T12" fmla="*/ 96 w 460"/>
                <a:gd name="T13" fmla="*/ 285 h 489"/>
                <a:gd name="T14" fmla="*/ 367 w 460"/>
                <a:gd name="T15" fmla="*/ 285 h 489"/>
                <a:gd name="T16" fmla="*/ 460 w 460"/>
                <a:gd name="T17" fmla="*/ 285 h 489"/>
                <a:gd name="T18" fmla="*/ 460 w 460"/>
                <a:gd name="T19" fmla="*/ 243 h 489"/>
                <a:gd name="T20" fmla="*/ 234 w 460"/>
                <a:gd name="T21" fmla="*/ 0 h 489"/>
                <a:gd name="T22" fmla="*/ 97 w 460"/>
                <a:gd name="T23" fmla="*/ 209 h 489"/>
                <a:gd name="T24" fmla="*/ 238 w 460"/>
                <a:gd name="T25" fmla="*/ 79 h 489"/>
                <a:gd name="T26" fmla="*/ 366 w 460"/>
                <a:gd name="T27" fmla="*/ 209 h 489"/>
                <a:gd name="T28" fmla="*/ 97 w 460"/>
                <a:gd name="T29" fmla="*/ 20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0" h="489">
                  <a:moveTo>
                    <a:pt x="234" y="0"/>
                  </a:moveTo>
                  <a:cubicBezTo>
                    <a:pt x="101" y="0"/>
                    <a:pt x="0" y="77"/>
                    <a:pt x="0" y="249"/>
                  </a:cubicBezTo>
                  <a:cubicBezTo>
                    <a:pt x="0" y="421"/>
                    <a:pt x="127" y="489"/>
                    <a:pt x="256" y="489"/>
                  </a:cubicBezTo>
                  <a:cubicBezTo>
                    <a:pt x="375" y="489"/>
                    <a:pt x="437" y="449"/>
                    <a:pt x="437" y="449"/>
                  </a:cubicBezTo>
                  <a:cubicBezTo>
                    <a:pt x="403" y="378"/>
                    <a:pt x="403" y="378"/>
                    <a:pt x="403" y="378"/>
                  </a:cubicBezTo>
                  <a:cubicBezTo>
                    <a:pt x="403" y="378"/>
                    <a:pt x="357" y="408"/>
                    <a:pt x="253" y="408"/>
                  </a:cubicBezTo>
                  <a:cubicBezTo>
                    <a:pt x="182" y="408"/>
                    <a:pt x="106" y="386"/>
                    <a:pt x="96" y="285"/>
                  </a:cubicBezTo>
                  <a:cubicBezTo>
                    <a:pt x="367" y="285"/>
                    <a:pt x="367" y="285"/>
                    <a:pt x="367" y="285"/>
                  </a:cubicBezTo>
                  <a:cubicBezTo>
                    <a:pt x="460" y="285"/>
                    <a:pt x="460" y="285"/>
                    <a:pt x="460" y="285"/>
                  </a:cubicBezTo>
                  <a:cubicBezTo>
                    <a:pt x="460" y="243"/>
                    <a:pt x="460" y="243"/>
                    <a:pt x="460" y="243"/>
                  </a:cubicBezTo>
                  <a:cubicBezTo>
                    <a:pt x="460" y="87"/>
                    <a:pt x="388" y="0"/>
                    <a:pt x="234" y="0"/>
                  </a:cubicBezTo>
                  <a:close/>
                  <a:moveTo>
                    <a:pt x="97" y="209"/>
                  </a:moveTo>
                  <a:cubicBezTo>
                    <a:pt x="108" y="108"/>
                    <a:pt x="159" y="79"/>
                    <a:pt x="238" y="79"/>
                  </a:cubicBezTo>
                  <a:cubicBezTo>
                    <a:pt x="322" y="79"/>
                    <a:pt x="360" y="119"/>
                    <a:pt x="366" y="209"/>
                  </a:cubicBezTo>
                  <a:lnTo>
                    <a:pt x="97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EC8E473-602C-4ABE-8E74-27DE0B2568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35463" y="4405313"/>
              <a:ext cx="600075" cy="738188"/>
            </a:xfrm>
            <a:custGeom>
              <a:avLst/>
              <a:gdLst>
                <a:gd name="T0" fmla="*/ 244 w 395"/>
                <a:gd name="T1" fmla="*/ 201 h 486"/>
                <a:gd name="T2" fmla="*/ 244 w 395"/>
                <a:gd name="T3" fmla="*/ 201 h 486"/>
                <a:gd name="T4" fmla="*/ 161 w 395"/>
                <a:gd name="T5" fmla="*/ 201 h 486"/>
                <a:gd name="T6" fmla="*/ 92 w 395"/>
                <a:gd name="T7" fmla="*/ 140 h 486"/>
                <a:gd name="T8" fmla="*/ 191 w 395"/>
                <a:gd name="T9" fmla="*/ 81 h 486"/>
                <a:gd name="T10" fmla="*/ 336 w 395"/>
                <a:gd name="T11" fmla="*/ 107 h 486"/>
                <a:gd name="T12" fmla="*/ 367 w 395"/>
                <a:gd name="T13" fmla="*/ 33 h 486"/>
                <a:gd name="T14" fmla="*/ 201 w 395"/>
                <a:gd name="T15" fmla="*/ 0 h 486"/>
                <a:gd name="T16" fmla="*/ 4 w 395"/>
                <a:gd name="T17" fmla="*/ 142 h 486"/>
                <a:gd name="T18" fmla="*/ 151 w 395"/>
                <a:gd name="T19" fmla="*/ 285 h 486"/>
                <a:gd name="T20" fmla="*/ 151 w 395"/>
                <a:gd name="T21" fmla="*/ 285 h 486"/>
                <a:gd name="T22" fmla="*/ 234 w 395"/>
                <a:gd name="T23" fmla="*/ 285 h 486"/>
                <a:gd name="T24" fmla="*/ 303 w 395"/>
                <a:gd name="T25" fmla="*/ 346 h 486"/>
                <a:gd name="T26" fmla="*/ 203 w 395"/>
                <a:gd name="T27" fmla="*/ 405 h 486"/>
                <a:gd name="T28" fmla="*/ 44 w 395"/>
                <a:gd name="T29" fmla="*/ 372 h 486"/>
                <a:gd name="T30" fmla="*/ 12 w 395"/>
                <a:gd name="T31" fmla="*/ 446 h 486"/>
                <a:gd name="T32" fmla="*/ 194 w 395"/>
                <a:gd name="T33" fmla="*/ 486 h 486"/>
                <a:gd name="T34" fmla="*/ 391 w 395"/>
                <a:gd name="T35" fmla="*/ 345 h 486"/>
                <a:gd name="T36" fmla="*/ 244 w 395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5" h="486">
                  <a:moveTo>
                    <a:pt x="244" y="201"/>
                  </a:moveTo>
                  <a:cubicBezTo>
                    <a:pt x="244" y="201"/>
                    <a:pt x="244" y="201"/>
                    <a:pt x="244" y="201"/>
                  </a:cubicBezTo>
                  <a:cubicBezTo>
                    <a:pt x="161" y="201"/>
                    <a:pt x="161" y="201"/>
                    <a:pt x="161" y="201"/>
                  </a:cubicBezTo>
                  <a:cubicBezTo>
                    <a:pt x="115" y="201"/>
                    <a:pt x="90" y="183"/>
                    <a:pt x="92" y="140"/>
                  </a:cubicBezTo>
                  <a:cubicBezTo>
                    <a:pt x="94" y="95"/>
                    <a:pt x="143" y="81"/>
                    <a:pt x="191" y="81"/>
                  </a:cubicBezTo>
                  <a:cubicBezTo>
                    <a:pt x="260" y="81"/>
                    <a:pt x="311" y="98"/>
                    <a:pt x="336" y="107"/>
                  </a:cubicBezTo>
                  <a:cubicBezTo>
                    <a:pt x="367" y="33"/>
                    <a:pt x="367" y="33"/>
                    <a:pt x="367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0" y="0"/>
                    <a:pt x="9" y="32"/>
                    <a:pt x="4" y="142"/>
                  </a:cubicBezTo>
                  <a:cubicBezTo>
                    <a:pt x="0" y="248"/>
                    <a:pt x="74" y="283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234" y="285"/>
                    <a:pt x="234" y="285"/>
                    <a:pt x="234" y="285"/>
                  </a:cubicBezTo>
                  <a:cubicBezTo>
                    <a:pt x="280" y="285"/>
                    <a:pt x="305" y="303"/>
                    <a:pt x="303" y="346"/>
                  </a:cubicBezTo>
                  <a:cubicBezTo>
                    <a:pt x="301" y="391"/>
                    <a:pt x="252" y="405"/>
                    <a:pt x="203" y="405"/>
                  </a:cubicBezTo>
                  <a:cubicBezTo>
                    <a:pt x="105" y="405"/>
                    <a:pt x="44" y="372"/>
                    <a:pt x="44" y="372"/>
                  </a:cubicBezTo>
                  <a:cubicBezTo>
                    <a:pt x="12" y="446"/>
                    <a:pt x="12" y="446"/>
                    <a:pt x="12" y="446"/>
                  </a:cubicBezTo>
                  <a:cubicBezTo>
                    <a:pt x="12" y="446"/>
                    <a:pt x="83" y="486"/>
                    <a:pt x="194" y="486"/>
                  </a:cubicBezTo>
                  <a:cubicBezTo>
                    <a:pt x="275" y="486"/>
                    <a:pt x="386" y="454"/>
                    <a:pt x="391" y="345"/>
                  </a:cubicBezTo>
                  <a:cubicBezTo>
                    <a:pt x="395" y="238"/>
                    <a:pt x="321" y="203"/>
                    <a:pt x="244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4FE414C-3DB9-4FE9-B834-0A39C9D48A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19388" y="4406900"/>
              <a:ext cx="671513" cy="735013"/>
            </a:xfrm>
            <a:custGeom>
              <a:avLst/>
              <a:gdLst>
                <a:gd name="T0" fmla="*/ 220 w 442"/>
                <a:gd name="T1" fmla="*/ 0 h 484"/>
                <a:gd name="T2" fmla="*/ 39 w 442"/>
                <a:gd name="T3" fmla="*/ 30 h 484"/>
                <a:gd name="T4" fmla="*/ 75 w 442"/>
                <a:gd name="T5" fmla="*/ 104 h 484"/>
                <a:gd name="T6" fmla="*/ 230 w 442"/>
                <a:gd name="T7" fmla="*/ 81 h 484"/>
                <a:gd name="T8" fmla="*/ 350 w 442"/>
                <a:gd name="T9" fmla="*/ 168 h 484"/>
                <a:gd name="T10" fmla="*/ 350 w 442"/>
                <a:gd name="T11" fmla="*/ 196 h 484"/>
                <a:gd name="T12" fmla="*/ 168 w 442"/>
                <a:gd name="T13" fmla="*/ 196 h 484"/>
                <a:gd name="T14" fmla="*/ 0 w 442"/>
                <a:gd name="T15" fmla="*/ 339 h 484"/>
                <a:gd name="T16" fmla="*/ 181 w 442"/>
                <a:gd name="T17" fmla="*/ 484 h 484"/>
                <a:gd name="T18" fmla="*/ 350 w 442"/>
                <a:gd name="T19" fmla="*/ 417 h 484"/>
                <a:gd name="T20" fmla="*/ 350 w 442"/>
                <a:gd name="T21" fmla="*/ 484 h 484"/>
                <a:gd name="T22" fmla="*/ 442 w 442"/>
                <a:gd name="T23" fmla="*/ 484 h 484"/>
                <a:gd name="T24" fmla="*/ 442 w 442"/>
                <a:gd name="T25" fmla="*/ 142 h 484"/>
                <a:gd name="T26" fmla="*/ 220 w 442"/>
                <a:gd name="T27" fmla="*/ 0 h 484"/>
                <a:gd name="T28" fmla="*/ 350 w 442"/>
                <a:gd name="T29" fmla="*/ 295 h 484"/>
                <a:gd name="T30" fmla="*/ 198 w 442"/>
                <a:gd name="T31" fmla="*/ 407 h 484"/>
                <a:gd name="T32" fmla="*/ 95 w 442"/>
                <a:gd name="T33" fmla="*/ 338 h 484"/>
                <a:gd name="T34" fmla="*/ 173 w 442"/>
                <a:gd name="T35" fmla="*/ 269 h 484"/>
                <a:gd name="T36" fmla="*/ 350 w 442"/>
                <a:gd name="T37" fmla="*/ 269 h 484"/>
                <a:gd name="T38" fmla="*/ 350 w 442"/>
                <a:gd name="T39" fmla="*/ 295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2" h="484">
                  <a:moveTo>
                    <a:pt x="220" y="0"/>
                  </a:moveTo>
                  <a:cubicBezTo>
                    <a:pt x="135" y="0"/>
                    <a:pt x="72" y="18"/>
                    <a:pt x="39" y="30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105" y="95"/>
                    <a:pt x="159" y="81"/>
                    <a:pt x="230" y="81"/>
                  </a:cubicBezTo>
                  <a:cubicBezTo>
                    <a:pt x="285" y="81"/>
                    <a:pt x="350" y="96"/>
                    <a:pt x="350" y="168"/>
                  </a:cubicBezTo>
                  <a:cubicBezTo>
                    <a:pt x="350" y="168"/>
                    <a:pt x="350" y="194"/>
                    <a:pt x="350" y="196"/>
                  </a:cubicBezTo>
                  <a:cubicBezTo>
                    <a:pt x="168" y="196"/>
                    <a:pt x="168" y="196"/>
                    <a:pt x="168" y="196"/>
                  </a:cubicBezTo>
                  <a:cubicBezTo>
                    <a:pt x="75" y="196"/>
                    <a:pt x="0" y="229"/>
                    <a:pt x="0" y="339"/>
                  </a:cubicBezTo>
                  <a:cubicBezTo>
                    <a:pt x="0" y="438"/>
                    <a:pt x="81" y="484"/>
                    <a:pt x="181" y="484"/>
                  </a:cubicBezTo>
                  <a:cubicBezTo>
                    <a:pt x="298" y="484"/>
                    <a:pt x="350" y="417"/>
                    <a:pt x="350" y="417"/>
                  </a:cubicBezTo>
                  <a:cubicBezTo>
                    <a:pt x="350" y="484"/>
                    <a:pt x="350" y="484"/>
                    <a:pt x="350" y="484"/>
                  </a:cubicBezTo>
                  <a:cubicBezTo>
                    <a:pt x="442" y="484"/>
                    <a:pt x="442" y="484"/>
                    <a:pt x="442" y="484"/>
                  </a:cubicBezTo>
                  <a:cubicBezTo>
                    <a:pt x="442" y="142"/>
                    <a:pt x="442" y="142"/>
                    <a:pt x="442" y="142"/>
                  </a:cubicBezTo>
                  <a:cubicBezTo>
                    <a:pt x="437" y="32"/>
                    <a:pt x="311" y="0"/>
                    <a:pt x="220" y="0"/>
                  </a:cubicBezTo>
                  <a:close/>
                  <a:moveTo>
                    <a:pt x="350" y="295"/>
                  </a:moveTo>
                  <a:cubicBezTo>
                    <a:pt x="350" y="366"/>
                    <a:pt x="258" y="407"/>
                    <a:pt x="198" y="407"/>
                  </a:cubicBezTo>
                  <a:cubicBezTo>
                    <a:pt x="153" y="407"/>
                    <a:pt x="95" y="392"/>
                    <a:pt x="95" y="338"/>
                  </a:cubicBezTo>
                  <a:cubicBezTo>
                    <a:pt x="95" y="284"/>
                    <a:pt x="126" y="269"/>
                    <a:pt x="173" y="269"/>
                  </a:cubicBezTo>
                  <a:cubicBezTo>
                    <a:pt x="350" y="269"/>
                    <a:pt x="350" y="269"/>
                    <a:pt x="350" y="269"/>
                  </a:cubicBezTo>
                  <a:lnTo>
                    <a:pt x="350" y="2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CCE5207A-3E84-4DC4-A07C-47027DA0FF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5850" y="0"/>
              <a:ext cx="1914525" cy="965200"/>
            </a:xfrm>
            <a:custGeom>
              <a:avLst/>
              <a:gdLst>
                <a:gd name="T0" fmla="*/ 1260 w 1260"/>
                <a:gd name="T1" fmla="*/ 183 h 636"/>
                <a:gd name="T2" fmla="*/ 632 w 1260"/>
                <a:gd name="T3" fmla="*/ 0 h 636"/>
                <a:gd name="T4" fmla="*/ 0 w 1260"/>
                <a:gd name="T5" fmla="*/ 174 h 636"/>
                <a:gd name="T6" fmla="*/ 630 w 1260"/>
                <a:gd name="T7" fmla="*/ 635 h 636"/>
                <a:gd name="T8" fmla="*/ 1260 w 1260"/>
                <a:gd name="T9" fmla="*/ 183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0" h="636">
                  <a:moveTo>
                    <a:pt x="1260" y="183"/>
                  </a:moveTo>
                  <a:cubicBezTo>
                    <a:pt x="1088" y="73"/>
                    <a:pt x="862" y="0"/>
                    <a:pt x="632" y="0"/>
                  </a:cubicBezTo>
                  <a:cubicBezTo>
                    <a:pt x="418" y="0"/>
                    <a:pt x="197" y="52"/>
                    <a:pt x="0" y="174"/>
                  </a:cubicBezTo>
                  <a:cubicBezTo>
                    <a:pt x="0" y="174"/>
                    <a:pt x="269" y="634"/>
                    <a:pt x="630" y="635"/>
                  </a:cubicBezTo>
                  <a:cubicBezTo>
                    <a:pt x="992" y="636"/>
                    <a:pt x="1260" y="183"/>
                    <a:pt x="1260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77B6E331-2620-41C0-B97C-1B12164FD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2563" y="436563"/>
              <a:ext cx="1201738" cy="1819275"/>
            </a:xfrm>
            <a:custGeom>
              <a:avLst/>
              <a:gdLst>
                <a:gd name="T0" fmla="*/ 438 w 791"/>
                <a:gd name="T1" fmla="*/ 0 h 1198"/>
                <a:gd name="T2" fmla="*/ 75 w 791"/>
                <a:gd name="T3" fmla="*/ 545 h 1198"/>
                <a:gd name="T4" fmla="*/ 52 w 791"/>
                <a:gd name="T5" fmla="*/ 1198 h 1198"/>
                <a:gd name="T6" fmla="*/ 679 w 791"/>
                <a:gd name="T7" fmla="*/ 742 h 1198"/>
                <a:gd name="T8" fmla="*/ 438 w 791"/>
                <a:gd name="T9" fmla="*/ 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1" h="1198">
                  <a:moveTo>
                    <a:pt x="438" y="0"/>
                  </a:moveTo>
                  <a:cubicBezTo>
                    <a:pt x="273" y="139"/>
                    <a:pt x="147" y="326"/>
                    <a:pt x="75" y="545"/>
                  </a:cubicBezTo>
                  <a:cubicBezTo>
                    <a:pt x="4" y="764"/>
                    <a:pt x="0" y="981"/>
                    <a:pt x="52" y="1198"/>
                  </a:cubicBezTo>
                  <a:cubicBezTo>
                    <a:pt x="52" y="1198"/>
                    <a:pt x="566" y="1086"/>
                    <a:pt x="679" y="742"/>
                  </a:cubicBezTo>
                  <a:cubicBezTo>
                    <a:pt x="791" y="399"/>
                    <a:pt x="438" y="0"/>
                    <a:pt x="4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DA1FDC7C-42C8-4041-B97D-F2CA92B557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82900" y="2185988"/>
              <a:ext cx="1622425" cy="1447800"/>
            </a:xfrm>
            <a:custGeom>
              <a:avLst/>
              <a:gdLst>
                <a:gd name="T0" fmla="*/ 0 w 1067"/>
                <a:gd name="T1" fmla="*/ 211 h 954"/>
                <a:gd name="T2" fmla="*/ 401 w 1067"/>
                <a:gd name="T3" fmla="*/ 726 h 954"/>
                <a:gd name="T4" fmla="*/ 1016 w 1067"/>
                <a:gd name="T5" fmla="*/ 954 h 954"/>
                <a:gd name="T6" fmla="*/ 775 w 1067"/>
                <a:gd name="T7" fmla="*/ 213 h 954"/>
                <a:gd name="T8" fmla="*/ 0 w 1067"/>
                <a:gd name="T9" fmla="*/ 211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7" h="954">
                  <a:moveTo>
                    <a:pt x="0" y="211"/>
                  </a:moveTo>
                  <a:cubicBezTo>
                    <a:pt x="84" y="414"/>
                    <a:pt x="218" y="590"/>
                    <a:pt x="401" y="726"/>
                  </a:cubicBezTo>
                  <a:cubicBezTo>
                    <a:pt x="586" y="863"/>
                    <a:pt x="810" y="941"/>
                    <a:pt x="1016" y="954"/>
                  </a:cubicBezTo>
                  <a:cubicBezTo>
                    <a:pt x="1016" y="954"/>
                    <a:pt x="1067" y="426"/>
                    <a:pt x="775" y="213"/>
                  </a:cubicBezTo>
                  <a:cubicBezTo>
                    <a:pt x="483" y="0"/>
                    <a:pt x="0" y="211"/>
                    <a:pt x="0" y="2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7F7052C-55C2-4219-9B97-3B0041EC6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5500" y="2182813"/>
              <a:ext cx="1627188" cy="1450975"/>
            </a:xfrm>
            <a:custGeom>
              <a:avLst/>
              <a:gdLst>
                <a:gd name="T0" fmla="*/ 58 w 1071"/>
                <a:gd name="T1" fmla="*/ 956 h 956"/>
                <a:gd name="T2" fmla="*/ 669 w 1071"/>
                <a:gd name="T3" fmla="*/ 725 h 956"/>
                <a:gd name="T4" fmla="*/ 1071 w 1071"/>
                <a:gd name="T5" fmla="*/ 207 h 956"/>
                <a:gd name="T6" fmla="*/ 291 w 1071"/>
                <a:gd name="T7" fmla="*/ 215 h 956"/>
                <a:gd name="T8" fmla="*/ 58 w 1071"/>
                <a:gd name="T9" fmla="*/ 956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1" h="956">
                  <a:moveTo>
                    <a:pt x="58" y="956"/>
                  </a:moveTo>
                  <a:cubicBezTo>
                    <a:pt x="289" y="933"/>
                    <a:pt x="482" y="860"/>
                    <a:pt x="669" y="725"/>
                  </a:cubicBezTo>
                  <a:cubicBezTo>
                    <a:pt x="850" y="594"/>
                    <a:pt x="987" y="409"/>
                    <a:pt x="1071" y="207"/>
                  </a:cubicBezTo>
                  <a:cubicBezTo>
                    <a:pt x="1071" y="207"/>
                    <a:pt x="581" y="0"/>
                    <a:pt x="291" y="215"/>
                  </a:cubicBezTo>
                  <a:cubicBezTo>
                    <a:pt x="0" y="431"/>
                    <a:pt x="58" y="956"/>
                    <a:pt x="58" y="9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CD66E80E-6FF0-460D-B6F3-3BFD4976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9700" y="439738"/>
              <a:ext cx="1195388" cy="1819275"/>
            </a:xfrm>
            <a:custGeom>
              <a:avLst/>
              <a:gdLst>
                <a:gd name="T0" fmla="*/ 737 w 787"/>
                <a:gd name="T1" fmla="*/ 1198 h 1198"/>
                <a:gd name="T2" fmla="*/ 715 w 787"/>
                <a:gd name="T3" fmla="*/ 544 h 1198"/>
                <a:gd name="T4" fmla="*/ 355 w 787"/>
                <a:gd name="T5" fmla="*/ 0 h 1198"/>
                <a:gd name="T6" fmla="*/ 111 w 787"/>
                <a:gd name="T7" fmla="*/ 739 h 1198"/>
                <a:gd name="T8" fmla="*/ 737 w 787"/>
                <a:gd name="T9" fmla="*/ 1198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7" h="1198">
                  <a:moveTo>
                    <a:pt x="737" y="1198"/>
                  </a:moveTo>
                  <a:cubicBezTo>
                    <a:pt x="787" y="991"/>
                    <a:pt x="786" y="764"/>
                    <a:pt x="715" y="544"/>
                  </a:cubicBezTo>
                  <a:cubicBezTo>
                    <a:pt x="645" y="325"/>
                    <a:pt x="518" y="144"/>
                    <a:pt x="355" y="0"/>
                  </a:cubicBezTo>
                  <a:cubicBezTo>
                    <a:pt x="355" y="0"/>
                    <a:pt x="0" y="395"/>
                    <a:pt x="111" y="739"/>
                  </a:cubicBezTo>
                  <a:cubicBezTo>
                    <a:pt x="222" y="1083"/>
                    <a:pt x="737" y="1198"/>
                    <a:pt x="737" y="1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sp>
        <p:nvSpPr>
          <p:cNvPr id="23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noFill/>
          </a:ln>
        </p:spPr>
        <p:txBody>
          <a:bodyPr lIns="0" bIns="360000" anchor="ctr" anchorCtr="0"/>
          <a:lstStyle>
            <a:lvl1pPr marL="527987" indent="-527987">
              <a:buFont typeface="+mj-lt"/>
              <a:buNone/>
              <a:defRPr sz="4333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1. Titre de partie</a:t>
            </a:r>
          </a:p>
        </p:txBody>
      </p:sp>
      <p:sp>
        <p:nvSpPr>
          <p:cNvPr id="35" name="Espace réservé de la date 4">
            <a:extLst>
              <a:ext uri="{FF2B5EF4-FFF2-40B4-BE49-F238E27FC236}">
                <a16:creationId xmlns:a16="http://schemas.microsoft.com/office/drawing/2014/main" id="{979B2E0D-EA57-4BD7-9C3E-D26051B48C1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1"/>
            <a:ext cx="1560000" cy="2825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36" name="Espace réservé du pied de page 8">
            <a:extLst>
              <a:ext uri="{FF2B5EF4-FFF2-40B4-BE49-F238E27FC236}">
                <a16:creationId xmlns:a16="http://schemas.microsoft.com/office/drawing/2014/main" id="{FFFB696E-EECC-4454-8ED3-CA5C36E3B32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SVEPM 2026   -   UNVEILING TEMPORAL AND REGIONAL FACTORS OF ANTIBIOTIC RESISTANCE   -   BAREILLE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6332773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titr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91A7E33E-EFFD-4ECA-B675-CED70E08C3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8AE072A-0DE3-445C-991B-1FF54D483686}"/>
              </a:ext>
            </a:extLst>
          </p:cNvPr>
          <p:cNvGrpSpPr/>
          <p:nvPr userDrawn="1"/>
        </p:nvGrpSpPr>
        <p:grpSpPr>
          <a:xfrm>
            <a:off x="11341101" y="240140"/>
            <a:ext cx="361951" cy="502176"/>
            <a:chOff x="2719388" y="0"/>
            <a:chExt cx="3708400" cy="5145088"/>
          </a:xfrm>
          <a:solidFill>
            <a:schemeClr val="bg1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6EAAAE4-81CD-4923-9B00-96AA86990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2825" y="4416425"/>
              <a:ext cx="658813" cy="723900"/>
            </a:xfrm>
            <a:custGeom>
              <a:avLst/>
              <a:gdLst>
                <a:gd name="T0" fmla="*/ 258 w 434"/>
                <a:gd name="T1" fmla="*/ 0 h 477"/>
                <a:gd name="T2" fmla="*/ 92 w 434"/>
                <a:gd name="T3" fmla="*/ 67 h 477"/>
                <a:gd name="T4" fmla="*/ 92 w 434"/>
                <a:gd name="T5" fmla="*/ 0 h 477"/>
                <a:gd name="T6" fmla="*/ 0 w 434"/>
                <a:gd name="T7" fmla="*/ 0 h 477"/>
                <a:gd name="T8" fmla="*/ 0 w 434"/>
                <a:gd name="T9" fmla="*/ 477 h 477"/>
                <a:gd name="T10" fmla="*/ 92 w 434"/>
                <a:gd name="T11" fmla="*/ 477 h 477"/>
                <a:gd name="T12" fmla="*/ 92 w 434"/>
                <a:gd name="T13" fmla="*/ 187 h 477"/>
                <a:gd name="T14" fmla="*/ 241 w 434"/>
                <a:gd name="T15" fmla="*/ 76 h 477"/>
                <a:gd name="T16" fmla="*/ 342 w 434"/>
                <a:gd name="T17" fmla="*/ 161 h 477"/>
                <a:gd name="T18" fmla="*/ 342 w 434"/>
                <a:gd name="T19" fmla="*/ 161 h 477"/>
                <a:gd name="T20" fmla="*/ 342 w 434"/>
                <a:gd name="T21" fmla="*/ 477 h 477"/>
                <a:gd name="T22" fmla="*/ 434 w 434"/>
                <a:gd name="T23" fmla="*/ 477 h 477"/>
                <a:gd name="T24" fmla="*/ 434 w 434"/>
                <a:gd name="T25" fmla="*/ 161 h 477"/>
                <a:gd name="T26" fmla="*/ 258 w 434"/>
                <a:gd name="T27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4" h="477">
                  <a:moveTo>
                    <a:pt x="258" y="0"/>
                  </a:moveTo>
                  <a:cubicBezTo>
                    <a:pt x="144" y="0"/>
                    <a:pt x="93" y="65"/>
                    <a:pt x="92" y="6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77"/>
                    <a:pt x="0" y="477"/>
                    <a:pt x="0" y="477"/>
                  </a:cubicBezTo>
                  <a:cubicBezTo>
                    <a:pt x="92" y="477"/>
                    <a:pt x="92" y="477"/>
                    <a:pt x="92" y="47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4" y="117"/>
                    <a:pt x="182" y="76"/>
                    <a:pt x="241" y="76"/>
                  </a:cubicBezTo>
                  <a:cubicBezTo>
                    <a:pt x="285" y="76"/>
                    <a:pt x="342" y="107"/>
                    <a:pt x="342" y="161"/>
                  </a:cubicBezTo>
                  <a:cubicBezTo>
                    <a:pt x="342" y="161"/>
                    <a:pt x="342" y="161"/>
                    <a:pt x="342" y="161"/>
                  </a:cubicBezTo>
                  <a:cubicBezTo>
                    <a:pt x="342" y="477"/>
                    <a:pt x="342" y="477"/>
                    <a:pt x="342" y="477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434" y="161"/>
                    <a:pt x="434" y="161"/>
                    <a:pt x="434" y="161"/>
                  </a:cubicBezTo>
                  <a:cubicBezTo>
                    <a:pt x="434" y="54"/>
                    <a:pt x="355" y="0"/>
                    <a:pt x="2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0BCD58C1-66D1-49A9-817D-EA1CCE1886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26125" y="4405313"/>
              <a:ext cx="601663" cy="738188"/>
            </a:xfrm>
            <a:custGeom>
              <a:avLst/>
              <a:gdLst>
                <a:gd name="T0" fmla="*/ 245 w 396"/>
                <a:gd name="T1" fmla="*/ 201 h 486"/>
                <a:gd name="T2" fmla="*/ 245 w 396"/>
                <a:gd name="T3" fmla="*/ 201 h 486"/>
                <a:gd name="T4" fmla="*/ 162 w 396"/>
                <a:gd name="T5" fmla="*/ 201 h 486"/>
                <a:gd name="T6" fmla="*/ 93 w 396"/>
                <a:gd name="T7" fmla="*/ 140 h 486"/>
                <a:gd name="T8" fmla="*/ 192 w 396"/>
                <a:gd name="T9" fmla="*/ 81 h 486"/>
                <a:gd name="T10" fmla="*/ 336 w 396"/>
                <a:gd name="T11" fmla="*/ 107 h 486"/>
                <a:gd name="T12" fmla="*/ 368 w 396"/>
                <a:gd name="T13" fmla="*/ 33 h 486"/>
                <a:gd name="T14" fmla="*/ 201 w 396"/>
                <a:gd name="T15" fmla="*/ 0 h 486"/>
                <a:gd name="T16" fmla="*/ 5 w 396"/>
                <a:gd name="T17" fmla="*/ 142 h 486"/>
                <a:gd name="T18" fmla="*/ 152 w 396"/>
                <a:gd name="T19" fmla="*/ 285 h 486"/>
                <a:gd name="T20" fmla="*/ 152 w 396"/>
                <a:gd name="T21" fmla="*/ 285 h 486"/>
                <a:gd name="T22" fmla="*/ 235 w 396"/>
                <a:gd name="T23" fmla="*/ 285 h 486"/>
                <a:gd name="T24" fmla="*/ 304 w 396"/>
                <a:gd name="T25" fmla="*/ 346 h 486"/>
                <a:gd name="T26" fmla="*/ 204 w 396"/>
                <a:gd name="T27" fmla="*/ 405 h 486"/>
                <a:gd name="T28" fmla="*/ 44 w 396"/>
                <a:gd name="T29" fmla="*/ 372 h 486"/>
                <a:gd name="T30" fmla="*/ 13 w 396"/>
                <a:gd name="T31" fmla="*/ 446 h 486"/>
                <a:gd name="T32" fmla="*/ 195 w 396"/>
                <a:gd name="T33" fmla="*/ 486 h 486"/>
                <a:gd name="T34" fmla="*/ 391 w 396"/>
                <a:gd name="T35" fmla="*/ 345 h 486"/>
                <a:gd name="T36" fmla="*/ 245 w 396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6" h="486">
                  <a:moveTo>
                    <a:pt x="245" y="201"/>
                  </a:moveTo>
                  <a:cubicBezTo>
                    <a:pt x="245" y="201"/>
                    <a:pt x="245" y="201"/>
                    <a:pt x="245" y="201"/>
                  </a:cubicBezTo>
                  <a:cubicBezTo>
                    <a:pt x="162" y="201"/>
                    <a:pt x="162" y="201"/>
                    <a:pt x="162" y="201"/>
                  </a:cubicBezTo>
                  <a:cubicBezTo>
                    <a:pt x="115" y="201"/>
                    <a:pt x="91" y="183"/>
                    <a:pt x="93" y="140"/>
                  </a:cubicBezTo>
                  <a:cubicBezTo>
                    <a:pt x="95" y="95"/>
                    <a:pt x="144" y="81"/>
                    <a:pt x="192" y="81"/>
                  </a:cubicBezTo>
                  <a:cubicBezTo>
                    <a:pt x="261" y="81"/>
                    <a:pt x="312" y="98"/>
                    <a:pt x="336" y="107"/>
                  </a:cubicBezTo>
                  <a:cubicBezTo>
                    <a:pt x="368" y="33"/>
                    <a:pt x="368" y="33"/>
                    <a:pt x="368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1" y="0"/>
                    <a:pt x="10" y="32"/>
                    <a:pt x="5" y="142"/>
                  </a:cubicBezTo>
                  <a:cubicBezTo>
                    <a:pt x="0" y="248"/>
                    <a:pt x="74" y="283"/>
                    <a:pt x="152" y="285"/>
                  </a:cubicBezTo>
                  <a:cubicBezTo>
                    <a:pt x="152" y="285"/>
                    <a:pt x="152" y="285"/>
                    <a:pt x="152" y="285"/>
                  </a:cubicBezTo>
                  <a:cubicBezTo>
                    <a:pt x="235" y="285"/>
                    <a:pt x="235" y="285"/>
                    <a:pt x="235" y="285"/>
                  </a:cubicBezTo>
                  <a:cubicBezTo>
                    <a:pt x="281" y="285"/>
                    <a:pt x="306" y="303"/>
                    <a:pt x="304" y="346"/>
                  </a:cubicBezTo>
                  <a:cubicBezTo>
                    <a:pt x="302" y="391"/>
                    <a:pt x="253" y="405"/>
                    <a:pt x="204" y="405"/>
                  </a:cubicBezTo>
                  <a:cubicBezTo>
                    <a:pt x="106" y="405"/>
                    <a:pt x="44" y="372"/>
                    <a:pt x="44" y="372"/>
                  </a:cubicBezTo>
                  <a:cubicBezTo>
                    <a:pt x="13" y="446"/>
                    <a:pt x="13" y="446"/>
                    <a:pt x="13" y="446"/>
                  </a:cubicBezTo>
                  <a:cubicBezTo>
                    <a:pt x="13" y="446"/>
                    <a:pt x="83" y="486"/>
                    <a:pt x="195" y="486"/>
                  </a:cubicBezTo>
                  <a:cubicBezTo>
                    <a:pt x="276" y="486"/>
                    <a:pt x="387" y="454"/>
                    <a:pt x="391" y="345"/>
                  </a:cubicBezTo>
                  <a:cubicBezTo>
                    <a:pt x="396" y="238"/>
                    <a:pt x="322" y="203"/>
                    <a:pt x="245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AE8DB6E-B1F5-4293-BB50-9FC333A20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026025" y="4402138"/>
              <a:ext cx="700088" cy="742950"/>
            </a:xfrm>
            <a:custGeom>
              <a:avLst/>
              <a:gdLst>
                <a:gd name="T0" fmla="*/ 234 w 460"/>
                <a:gd name="T1" fmla="*/ 0 h 489"/>
                <a:gd name="T2" fmla="*/ 0 w 460"/>
                <a:gd name="T3" fmla="*/ 249 h 489"/>
                <a:gd name="T4" fmla="*/ 256 w 460"/>
                <a:gd name="T5" fmla="*/ 489 h 489"/>
                <a:gd name="T6" fmla="*/ 437 w 460"/>
                <a:gd name="T7" fmla="*/ 449 h 489"/>
                <a:gd name="T8" fmla="*/ 403 w 460"/>
                <a:gd name="T9" fmla="*/ 378 h 489"/>
                <a:gd name="T10" fmla="*/ 253 w 460"/>
                <a:gd name="T11" fmla="*/ 408 h 489"/>
                <a:gd name="T12" fmla="*/ 96 w 460"/>
                <a:gd name="T13" fmla="*/ 285 h 489"/>
                <a:gd name="T14" fmla="*/ 367 w 460"/>
                <a:gd name="T15" fmla="*/ 285 h 489"/>
                <a:gd name="T16" fmla="*/ 460 w 460"/>
                <a:gd name="T17" fmla="*/ 285 h 489"/>
                <a:gd name="T18" fmla="*/ 460 w 460"/>
                <a:gd name="T19" fmla="*/ 243 h 489"/>
                <a:gd name="T20" fmla="*/ 234 w 460"/>
                <a:gd name="T21" fmla="*/ 0 h 489"/>
                <a:gd name="T22" fmla="*/ 97 w 460"/>
                <a:gd name="T23" fmla="*/ 209 h 489"/>
                <a:gd name="T24" fmla="*/ 238 w 460"/>
                <a:gd name="T25" fmla="*/ 79 h 489"/>
                <a:gd name="T26" fmla="*/ 366 w 460"/>
                <a:gd name="T27" fmla="*/ 209 h 489"/>
                <a:gd name="T28" fmla="*/ 97 w 460"/>
                <a:gd name="T29" fmla="*/ 20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0" h="489">
                  <a:moveTo>
                    <a:pt x="234" y="0"/>
                  </a:moveTo>
                  <a:cubicBezTo>
                    <a:pt x="101" y="0"/>
                    <a:pt x="0" y="77"/>
                    <a:pt x="0" y="249"/>
                  </a:cubicBezTo>
                  <a:cubicBezTo>
                    <a:pt x="0" y="421"/>
                    <a:pt x="127" y="489"/>
                    <a:pt x="256" y="489"/>
                  </a:cubicBezTo>
                  <a:cubicBezTo>
                    <a:pt x="375" y="489"/>
                    <a:pt x="437" y="449"/>
                    <a:pt x="437" y="449"/>
                  </a:cubicBezTo>
                  <a:cubicBezTo>
                    <a:pt x="403" y="378"/>
                    <a:pt x="403" y="378"/>
                    <a:pt x="403" y="378"/>
                  </a:cubicBezTo>
                  <a:cubicBezTo>
                    <a:pt x="403" y="378"/>
                    <a:pt x="357" y="408"/>
                    <a:pt x="253" y="408"/>
                  </a:cubicBezTo>
                  <a:cubicBezTo>
                    <a:pt x="182" y="408"/>
                    <a:pt x="106" y="386"/>
                    <a:pt x="96" y="285"/>
                  </a:cubicBezTo>
                  <a:cubicBezTo>
                    <a:pt x="367" y="285"/>
                    <a:pt x="367" y="285"/>
                    <a:pt x="367" y="285"/>
                  </a:cubicBezTo>
                  <a:cubicBezTo>
                    <a:pt x="460" y="285"/>
                    <a:pt x="460" y="285"/>
                    <a:pt x="460" y="285"/>
                  </a:cubicBezTo>
                  <a:cubicBezTo>
                    <a:pt x="460" y="243"/>
                    <a:pt x="460" y="243"/>
                    <a:pt x="460" y="243"/>
                  </a:cubicBezTo>
                  <a:cubicBezTo>
                    <a:pt x="460" y="87"/>
                    <a:pt x="388" y="0"/>
                    <a:pt x="234" y="0"/>
                  </a:cubicBezTo>
                  <a:close/>
                  <a:moveTo>
                    <a:pt x="97" y="209"/>
                  </a:moveTo>
                  <a:cubicBezTo>
                    <a:pt x="108" y="108"/>
                    <a:pt x="159" y="79"/>
                    <a:pt x="238" y="79"/>
                  </a:cubicBezTo>
                  <a:cubicBezTo>
                    <a:pt x="322" y="79"/>
                    <a:pt x="360" y="119"/>
                    <a:pt x="366" y="209"/>
                  </a:cubicBezTo>
                  <a:lnTo>
                    <a:pt x="97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EC8E473-602C-4ABE-8E74-27DE0B2568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35463" y="4405313"/>
              <a:ext cx="600075" cy="738188"/>
            </a:xfrm>
            <a:custGeom>
              <a:avLst/>
              <a:gdLst>
                <a:gd name="T0" fmla="*/ 244 w 395"/>
                <a:gd name="T1" fmla="*/ 201 h 486"/>
                <a:gd name="T2" fmla="*/ 244 w 395"/>
                <a:gd name="T3" fmla="*/ 201 h 486"/>
                <a:gd name="T4" fmla="*/ 161 w 395"/>
                <a:gd name="T5" fmla="*/ 201 h 486"/>
                <a:gd name="T6" fmla="*/ 92 w 395"/>
                <a:gd name="T7" fmla="*/ 140 h 486"/>
                <a:gd name="T8" fmla="*/ 191 w 395"/>
                <a:gd name="T9" fmla="*/ 81 h 486"/>
                <a:gd name="T10" fmla="*/ 336 w 395"/>
                <a:gd name="T11" fmla="*/ 107 h 486"/>
                <a:gd name="T12" fmla="*/ 367 w 395"/>
                <a:gd name="T13" fmla="*/ 33 h 486"/>
                <a:gd name="T14" fmla="*/ 201 w 395"/>
                <a:gd name="T15" fmla="*/ 0 h 486"/>
                <a:gd name="T16" fmla="*/ 4 w 395"/>
                <a:gd name="T17" fmla="*/ 142 h 486"/>
                <a:gd name="T18" fmla="*/ 151 w 395"/>
                <a:gd name="T19" fmla="*/ 285 h 486"/>
                <a:gd name="T20" fmla="*/ 151 w 395"/>
                <a:gd name="T21" fmla="*/ 285 h 486"/>
                <a:gd name="T22" fmla="*/ 234 w 395"/>
                <a:gd name="T23" fmla="*/ 285 h 486"/>
                <a:gd name="T24" fmla="*/ 303 w 395"/>
                <a:gd name="T25" fmla="*/ 346 h 486"/>
                <a:gd name="T26" fmla="*/ 203 w 395"/>
                <a:gd name="T27" fmla="*/ 405 h 486"/>
                <a:gd name="T28" fmla="*/ 44 w 395"/>
                <a:gd name="T29" fmla="*/ 372 h 486"/>
                <a:gd name="T30" fmla="*/ 12 w 395"/>
                <a:gd name="T31" fmla="*/ 446 h 486"/>
                <a:gd name="T32" fmla="*/ 194 w 395"/>
                <a:gd name="T33" fmla="*/ 486 h 486"/>
                <a:gd name="T34" fmla="*/ 391 w 395"/>
                <a:gd name="T35" fmla="*/ 345 h 486"/>
                <a:gd name="T36" fmla="*/ 244 w 395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5" h="486">
                  <a:moveTo>
                    <a:pt x="244" y="201"/>
                  </a:moveTo>
                  <a:cubicBezTo>
                    <a:pt x="244" y="201"/>
                    <a:pt x="244" y="201"/>
                    <a:pt x="244" y="201"/>
                  </a:cubicBezTo>
                  <a:cubicBezTo>
                    <a:pt x="161" y="201"/>
                    <a:pt x="161" y="201"/>
                    <a:pt x="161" y="201"/>
                  </a:cubicBezTo>
                  <a:cubicBezTo>
                    <a:pt x="115" y="201"/>
                    <a:pt x="90" y="183"/>
                    <a:pt x="92" y="140"/>
                  </a:cubicBezTo>
                  <a:cubicBezTo>
                    <a:pt x="94" y="95"/>
                    <a:pt x="143" y="81"/>
                    <a:pt x="191" y="81"/>
                  </a:cubicBezTo>
                  <a:cubicBezTo>
                    <a:pt x="260" y="81"/>
                    <a:pt x="311" y="98"/>
                    <a:pt x="336" y="107"/>
                  </a:cubicBezTo>
                  <a:cubicBezTo>
                    <a:pt x="367" y="33"/>
                    <a:pt x="367" y="33"/>
                    <a:pt x="367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0" y="0"/>
                    <a:pt x="9" y="32"/>
                    <a:pt x="4" y="142"/>
                  </a:cubicBezTo>
                  <a:cubicBezTo>
                    <a:pt x="0" y="248"/>
                    <a:pt x="74" y="283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234" y="285"/>
                    <a:pt x="234" y="285"/>
                    <a:pt x="234" y="285"/>
                  </a:cubicBezTo>
                  <a:cubicBezTo>
                    <a:pt x="280" y="285"/>
                    <a:pt x="305" y="303"/>
                    <a:pt x="303" y="346"/>
                  </a:cubicBezTo>
                  <a:cubicBezTo>
                    <a:pt x="301" y="391"/>
                    <a:pt x="252" y="405"/>
                    <a:pt x="203" y="405"/>
                  </a:cubicBezTo>
                  <a:cubicBezTo>
                    <a:pt x="105" y="405"/>
                    <a:pt x="44" y="372"/>
                    <a:pt x="44" y="372"/>
                  </a:cubicBezTo>
                  <a:cubicBezTo>
                    <a:pt x="12" y="446"/>
                    <a:pt x="12" y="446"/>
                    <a:pt x="12" y="446"/>
                  </a:cubicBezTo>
                  <a:cubicBezTo>
                    <a:pt x="12" y="446"/>
                    <a:pt x="83" y="486"/>
                    <a:pt x="194" y="486"/>
                  </a:cubicBezTo>
                  <a:cubicBezTo>
                    <a:pt x="275" y="486"/>
                    <a:pt x="386" y="454"/>
                    <a:pt x="391" y="345"/>
                  </a:cubicBezTo>
                  <a:cubicBezTo>
                    <a:pt x="395" y="238"/>
                    <a:pt x="321" y="203"/>
                    <a:pt x="244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4FE414C-3DB9-4FE9-B834-0A39C9D48A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19388" y="4406900"/>
              <a:ext cx="671513" cy="735013"/>
            </a:xfrm>
            <a:custGeom>
              <a:avLst/>
              <a:gdLst>
                <a:gd name="T0" fmla="*/ 220 w 442"/>
                <a:gd name="T1" fmla="*/ 0 h 484"/>
                <a:gd name="T2" fmla="*/ 39 w 442"/>
                <a:gd name="T3" fmla="*/ 30 h 484"/>
                <a:gd name="T4" fmla="*/ 75 w 442"/>
                <a:gd name="T5" fmla="*/ 104 h 484"/>
                <a:gd name="T6" fmla="*/ 230 w 442"/>
                <a:gd name="T7" fmla="*/ 81 h 484"/>
                <a:gd name="T8" fmla="*/ 350 w 442"/>
                <a:gd name="T9" fmla="*/ 168 h 484"/>
                <a:gd name="T10" fmla="*/ 350 w 442"/>
                <a:gd name="T11" fmla="*/ 196 h 484"/>
                <a:gd name="T12" fmla="*/ 168 w 442"/>
                <a:gd name="T13" fmla="*/ 196 h 484"/>
                <a:gd name="T14" fmla="*/ 0 w 442"/>
                <a:gd name="T15" fmla="*/ 339 h 484"/>
                <a:gd name="T16" fmla="*/ 181 w 442"/>
                <a:gd name="T17" fmla="*/ 484 h 484"/>
                <a:gd name="T18" fmla="*/ 350 w 442"/>
                <a:gd name="T19" fmla="*/ 417 h 484"/>
                <a:gd name="T20" fmla="*/ 350 w 442"/>
                <a:gd name="T21" fmla="*/ 484 h 484"/>
                <a:gd name="T22" fmla="*/ 442 w 442"/>
                <a:gd name="T23" fmla="*/ 484 h 484"/>
                <a:gd name="T24" fmla="*/ 442 w 442"/>
                <a:gd name="T25" fmla="*/ 142 h 484"/>
                <a:gd name="T26" fmla="*/ 220 w 442"/>
                <a:gd name="T27" fmla="*/ 0 h 484"/>
                <a:gd name="T28" fmla="*/ 350 w 442"/>
                <a:gd name="T29" fmla="*/ 295 h 484"/>
                <a:gd name="T30" fmla="*/ 198 w 442"/>
                <a:gd name="T31" fmla="*/ 407 h 484"/>
                <a:gd name="T32" fmla="*/ 95 w 442"/>
                <a:gd name="T33" fmla="*/ 338 h 484"/>
                <a:gd name="T34" fmla="*/ 173 w 442"/>
                <a:gd name="T35" fmla="*/ 269 h 484"/>
                <a:gd name="T36" fmla="*/ 350 w 442"/>
                <a:gd name="T37" fmla="*/ 269 h 484"/>
                <a:gd name="T38" fmla="*/ 350 w 442"/>
                <a:gd name="T39" fmla="*/ 295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2" h="484">
                  <a:moveTo>
                    <a:pt x="220" y="0"/>
                  </a:moveTo>
                  <a:cubicBezTo>
                    <a:pt x="135" y="0"/>
                    <a:pt x="72" y="18"/>
                    <a:pt x="39" y="30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105" y="95"/>
                    <a:pt x="159" y="81"/>
                    <a:pt x="230" y="81"/>
                  </a:cubicBezTo>
                  <a:cubicBezTo>
                    <a:pt x="285" y="81"/>
                    <a:pt x="350" y="96"/>
                    <a:pt x="350" y="168"/>
                  </a:cubicBezTo>
                  <a:cubicBezTo>
                    <a:pt x="350" y="168"/>
                    <a:pt x="350" y="194"/>
                    <a:pt x="350" y="196"/>
                  </a:cubicBezTo>
                  <a:cubicBezTo>
                    <a:pt x="168" y="196"/>
                    <a:pt x="168" y="196"/>
                    <a:pt x="168" y="196"/>
                  </a:cubicBezTo>
                  <a:cubicBezTo>
                    <a:pt x="75" y="196"/>
                    <a:pt x="0" y="229"/>
                    <a:pt x="0" y="339"/>
                  </a:cubicBezTo>
                  <a:cubicBezTo>
                    <a:pt x="0" y="438"/>
                    <a:pt x="81" y="484"/>
                    <a:pt x="181" y="484"/>
                  </a:cubicBezTo>
                  <a:cubicBezTo>
                    <a:pt x="298" y="484"/>
                    <a:pt x="350" y="417"/>
                    <a:pt x="350" y="417"/>
                  </a:cubicBezTo>
                  <a:cubicBezTo>
                    <a:pt x="350" y="484"/>
                    <a:pt x="350" y="484"/>
                    <a:pt x="350" y="484"/>
                  </a:cubicBezTo>
                  <a:cubicBezTo>
                    <a:pt x="442" y="484"/>
                    <a:pt x="442" y="484"/>
                    <a:pt x="442" y="484"/>
                  </a:cubicBezTo>
                  <a:cubicBezTo>
                    <a:pt x="442" y="142"/>
                    <a:pt x="442" y="142"/>
                    <a:pt x="442" y="142"/>
                  </a:cubicBezTo>
                  <a:cubicBezTo>
                    <a:pt x="437" y="32"/>
                    <a:pt x="311" y="0"/>
                    <a:pt x="220" y="0"/>
                  </a:cubicBezTo>
                  <a:close/>
                  <a:moveTo>
                    <a:pt x="350" y="295"/>
                  </a:moveTo>
                  <a:cubicBezTo>
                    <a:pt x="350" y="366"/>
                    <a:pt x="258" y="407"/>
                    <a:pt x="198" y="407"/>
                  </a:cubicBezTo>
                  <a:cubicBezTo>
                    <a:pt x="153" y="407"/>
                    <a:pt x="95" y="392"/>
                    <a:pt x="95" y="338"/>
                  </a:cubicBezTo>
                  <a:cubicBezTo>
                    <a:pt x="95" y="284"/>
                    <a:pt x="126" y="269"/>
                    <a:pt x="173" y="269"/>
                  </a:cubicBezTo>
                  <a:cubicBezTo>
                    <a:pt x="350" y="269"/>
                    <a:pt x="350" y="269"/>
                    <a:pt x="350" y="269"/>
                  </a:cubicBezTo>
                  <a:lnTo>
                    <a:pt x="350" y="2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CCE5207A-3E84-4DC4-A07C-47027DA0FF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5850" y="0"/>
              <a:ext cx="1914525" cy="965200"/>
            </a:xfrm>
            <a:custGeom>
              <a:avLst/>
              <a:gdLst>
                <a:gd name="T0" fmla="*/ 1260 w 1260"/>
                <a:gd name="T1" fmla="*/ 183 h 636"/>
                <a:gd name="T2" fmla="*/ 632 w 1260"/>
                <a:gd name="T3" fmla="*/ 0 h 636"/>
                <a:gd name="T4" fmla="*/ 0 w 1260"/>
                <a:gd name="T5" fmla="*/ 174 h 636"/>
                <a:gd name="T6" fmla="*/ 630 w 1260"/>
                <a:gd name="T7" fmla="*/ 635 h 636"/>
                <a:gd name="T8" fmla="*/ 1260 w 1260"/>
                <a:gd name="T9" fmla="*/ 183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0" h="636">
                  <a:moveTo>
                    <a:pt x="1260" y="183"/>
                  </a:moveTo>
                  <a:cubicBezTo>
                    <a:pt x="1088" y="73"/>
                    <a:pt x="862" y="0"/>
                    <a:pt x="632" y="0"/>
                  </a:cubicBezTo>
                  <a:cubicBezTo>
                    <a:pt x="418" y="0"/>
                    <a:pt x="197" y="52"/>
                    <a:pt x="0" y="174"/>
                  </a:cubicBezTo>
                  <a:cubicBezTo>
                    <a:pt x="0" y="174"/>
                    <a:pt x="269" y="634"/>
                    <a:pt x="630" y="635"/>
                  </a:cubicBezTo>
                  <a:cubicBezTo>
                    <a:pt x="992" y="636"/>
                    <a:pt x="1260" y="183"/>
                    <a:pt x="1260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77B6E331-2620-41C0-B97C-1B12164FD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2563" y="436563"/>
              <a:ext cx="1201738" cy="1819275"/>
            </a:xfrm>
            <a:custGeom>
              <a:avLst/>
              <a:gdLst>
                <a:gd name="T0" fmla="*/ 438 w 791"/>
                <a:gd name="T1" fmla="*/ 0 h 1198"/>
                <a:gd name="T2" fmla="*/ 75 w 791"/>
                <a:gd name="T3" fmla="*/ 545 h 1198"/>
                <a:gd name="T4" fmla="*/ 52 w 791"/>
                <a:gd name="T5" fmla="*/ 1198 h 1198"/>
                <a:gd name="T6" fmla="*/ 679 w 791"/>
                <a:gd name="T7" fmla="*/ 742 h 1198"/>
                <a:gd name="T8" fmla="*/ 438 w 791"/>
                <a:gd name="T9" fmla="*/ 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1" h="1198">
                  <a:moveTo>
                    <a:pt x="438" y="0"/>
                  </a:moveTo>
                  <a:cubicBezTo>
                    <a:pt x="273" y="139"/>
                    <a:pt x="147" y="326"/>
                    <a:pt x="75" y="545"/>
                  </a:cubicBezTo>
                  <a:cubicBezTo>
                    <a:pt x="4" y="764"/>
                    <a:pt x="0" y="981"/>
                    <a:pt x="52" y="1198"/>
                  </a:cubicBezTo>
                  <a:cubicBezTo>
                    <a:pt x="52" y="1198"/>
                    <a:pt x="566" y="1086"/>
                    <a:pt x="679" y="742"/>
                  </a:cubicBezTo>
                  <a:cubicBezTo>
                    <a:pt x="791" y="399"/>
                    <a:pt x="438" y="0"/>
                    <a:pt x="4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DA1FDC7C-42C8-4041-B97D-F2CA92B557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82900" y="2185988"/>
              <a:ext cx="1622425" cy="1447800"/>
            </a:xfrm>
            <a:custGeom>
              <a:avLst/>
              <a:gdLst>
                <a:gd name="T0" fmla="*/ 0 w 1067"/>
                <a:gd name="T1" fmla="*/ 211 h 954"/>
                <a:gd name="T2" fmla="*/ 401 w 1067"/>
                <a:gd name="T3" fmla="*/ 726 h 954"/>
                <a:gd name="T4" fmla="*/ 1016 w 1067"/>
                <a:gd name="T5" fmla="*/ 954 h 954"/>
                <a:gd name="T6" fmla="*/ 775 w 1067"/>
                <a:gd name="T7" fmla="*/ 213 h 954"/>
                <a:gd name="T8" fmla="*/ 0 w 1067"/>
                <a:gd name="T9" fmla="*/ 211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7" h="954">
                  <a:moveTo>
                    <a:pt x="0" y="211"/>
                  </a:moveTo>
                  <a:cubicBezTo>
                    <a:pt x="84" y="414"/>
                    <a:pt x="218" y="590"/>
                    <a:pt x="401" y="726"/>
                  </a:cubicBezTo>
                  <a:cubicBezTo>
                    <a:pt x="586" y="863"/>
                    <a:pt x="810" y="941"/>
                    <a:pt x="1016" y="954"/>
                  </a:cubicBezTo>
                  <a:cubicBezTo>
                    <a:pt x="1016" y="954"/>
                    <a:pt x="1067" y="426"/>
                    <a:pt x="775" y="213"/>
                  </a:cubicBezTo>
                  <a:cubicBezTo>
                    <a:pt x="483" y="0"/>
                    <a:pt x="0" y="211"/>
                    <a:pt x="0" y="2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7F7052C-55C2-4219-9B97-3B0041EC6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5500" y="2182813"/>
              <a:ext cx="1627188" cy="1450975"/>
            </a:xfrm>
            <a:custGeom>
              <a:avLst/>
              <a:gdLst>
                <a:gd name="T0" fmla="*/ 58 w 1071"/>
                <a:gd name="T1" fmla="*/ 956 h 956"/>
                <a:gd name="T2" fmla="*/ 669 w 1071"/>
                <a:gd name="T3" fmla="*/ 725 h 956"/>
                <a:gd name="T4" fmla="*/ 1071 w 1071"/>
                <a:gd name="T5" fmla="*/ 207 h 956"/>
                <a:gd name="T6" fmla="*/ 291 w 1071"/>
                <a:gd name="T7" fmla="*/ 215 h 956"/>
                <a:gd name="T8" fmla="*/ 58 w 1071"/>
                <a:gd name="T9" fmla="*/ 956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1" h="956">
                  <a:moveTo>
                    <a:pt x="58" y="956"/>
                  </a:moveTo>
                  <a:cubicBezTo>
                    <a:pt x="289" y="933"/>
                    <a:pt x="482" y="860"/>
                    <a:pt x="669" y="725"/>
                  </a:cubicBezTo>
                  <a:cubicBezTo>
                    <a:pt x="850" y="594"/>
                    <a:pt x="987" y="409"/>
                    <a:pt x="1071" y="207"/>
                  </a:cubicBezTo>
                  <a:cubicBezTo>
                    <a:pt x="1071" y="207"/>
                    <a:pt x="581" y="0"/>
                    <a:pt x="291" y="215"/>
                  </a:cubicBezTo>
                  <a:cubicBezTo>
                    <a:pt x="0" y="431"/>
                    <a:pt x="58" y="956"/>
                    <a:pt x="58" y="9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CD66E80E-6FF0-460D-B6F3-3BFD4976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9700" y="439738"/>
              <a:ext cx="1195388" cy="1819275"/>
            </a:xfrm>
            <a:custGeom>
              <a:avLst/>
              <a:gdLst>
                <a:gd name="T0" fmla="*/ 737 w 787"/>
                <a:gd name="T1" fmla="*/ 1198 h 1198"/>
                <a:gd name="T2" fmla="*/ 715 w 787"/>
                <a:gd name="T3" fmla="*/ 544 h 1198"/>
                <a:gd name="T4" fmla="*/ 355 w 787"/>
                <a:gd name="T5" fmla="*/ 0 h 1198"/>
                <a:gd name="T6" fmla="*/ 111 w 787"/>
                <a:gd name="T7" fmla="*/ 739 h 1198"/>
                <a:gd name="T8" fmla="*/ 737 w 787"/>
                <a:gd name="T9" fmla="*/ 1198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7" h="1198">
                  <a:moveTo>
                    <a:pt x="737" y="1198"/>
                  </a:moveTo>
                  <a:cubicBezTo>
                    <a:pt x="787" y="991"/>
                    <a:pt x="786" y="764"/>
                    <a:pt x="715" y="544"/>
                  </a:cubicBezTo>
                  <a:cubicBezTo>
                    <a:pt x="645" y="325"/>
                    <a:pt x="518" y="144"/>
                    <a:pt x="355" y="0"/>
                  </a:cubicBezTo>
                  <a:cubicBezTo>
                    <a:pt x="355" y="0"/>
                    <a:pt x="0" y="395"/>
                    <a:pt x="111" y="739"/>
                  </a:cubicBezTo>
                  <a:cubicBezTo>
                    <a:pt x="222" y="1083"/>
                    <a:pt x="737" y="1198"/>
                    <a:pt x="737" y="1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EF6742AF-C8D3-4ECE-A715-D2E9132A76D7}"/>
              </a:ext>
            </a:extLst>
          </p:cNvPr>
          <p:cNvGrpSpPr/>
          <p:nvPr userDrawn="1"/>
        </p:nvGrpSpPr>
        <p:grpSpPr>
          <a:xfrm>
            <a:off x="6774558" y="2383665"/>
            <a:ext cx="3589316" cy="1769235"/>
            <a:chOff x="1876472" y="1243012"/>
            <a:chExt cx="5386683" cy="2655188"/>
          </a:xfrm>
          <a:solidFill>
            <a:srgbClr val="FF9940"/>
          </a:solidFill>
        </p:grpSpPr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E89B02AF-DB8F-42C4-A8A6-230344B46333}"/>
                </a:ext>
              </a:extLst>
            </p:cNvPr>
            <p:cNvSpPr/>
            <p:nvPr/>
          </p:nvSpPr>
          <p:spPr>
            <a:xfrm>
              <a:off x="5656023" y="2294286"/>
              <a:ext cx="757978" cy="1289494"/>
            </a:xfrm>
            <a:custGeom>
              <a:avLst/>
              <a:gdLst>
                <a:gd name="connsiteX0" fmla="*/ 32211 w 757978"/>
                <a:gd name="connsiteY0" fmla="*/ 473202 h 1289494"/>
                <a:gd name="connsiteX1" fmla="*/ 252143 w 757978"/>
                <a:gd name="connsiteY1" fmla="*/ 1289495 h 1289494"/>
                <a:gd name="connsiteX2" fmla="*/ 675434 w 757978"/>
                <a:gd name="connsiteY2" fmla="*/ 708850 h 1289494"/>
                <a:gd name="connsiteX3" fmla="*/ 733918 w 757978"/>
                <a:gd name="connsiteY3" fmla="*/ 0 h 1289494"/>
                <a:gd name="connsiteX4" fmla="*/ 32211 w 757978"/>
                <a:gd name="connsiteY4" fmla="*/ 473202 h 1289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978" h="1289494">
                  <a:moveTo>
                    <a:pt x="32211" y="473202"/>
                  </a:moveTo>
                  <a:cubicBezTo>
                    <a:pt x="-102377" y="834104"/>
                    <a:pt x="226711" y="1257586"/>
                    <a:pt x="252143" y="1289495"/>
                  </a:cubicBezTo>
                  <a:cubicBezTo>
                    <a:pt x="438166" y="1143857"/>
                    <a:pt x="587423" y="946595"/>
                    <a:pt x="675434" y="708850"/>
                  </a:cubicBezTo>
                  <a:cubicBezTo>
                    <a:pt x="762493" y="473678"/>
                    <a:pt x="778399" y="229457"/>
                    <a:pt x="733918" y="0"/>
                  </a:cubicBezTo>
                  <a:cubicBezTo>
                    <a:pt x="702390" y="5715"/>
                    <a:pt x="168038" y="108966"/>
                    <a:pt x="32211" y="4732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68B4B2E3-6F03-4BD4-BB28-FCDF5C00B34A}"/>
                </a:ext>
              </a:extLst>
            </p:cNvPr>
            <p:cNvSpPr/>
            <p:nvPr/>
          </p:nvSpPr>
          <p:spPr>
            <a:xfrm>
              <a:off x="6505177" y="2608706"/>
              <a:ext cx="757978" cy="1289494"/>
            </a:xfrm>
            <a:custGeom>
              <a:avLst/>
              <a:gdLst>
                <a:gd name="connsiteX0" fmla="*/ 32211 w 757978"/>
                <a:gd name="connsiteY0" fmla="*/ 473202 h 1289494"/>
                <a:gd name="connsiteX1" fmla="*/ 252143 w 757978"/>
                <a:gd name="connsiteY1" fmla="*/ 1289495 h 1289494"/>
                <a:gd name="connsiteX2" fmla="*/ 675434 w 757978"/>
                <a:gd name="connsiteY2" fmla="*/ 708851 h 1289494"/>
                <a:gd name="connsiteX3" fmla="*/ 733918 w 757978"/>
                <a:gd name="connsiteY3" fmla="*/ 0 h 1289494"/>
                <a:gd name="connsiteX4" fmla="*/ 32211 w 757978"/>
                <a:gd name="connsiteY4" fmla="*/ 473202 h 1289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978" h="1289494">
                  <a:moveTo>
                    <a:pt x="32211" y="473202"/>
                  </a:moveTo>
                  <a:cubicBezTo>
                    <a:pt x="-102377" y="834104"/>
                    <a:pt x="226712" y="1257586"/>
                    <a:pt x="252143" y="1289495"/>
                  </a:cubicBezTo>
                  <a:cubicBezTo>
                    <a:pt x="438167" y="1143857"/>
                    <a:pt x="587423" y="946594"/>
                    <a:pt x="675434" y="708851"/>
                  </a:cubicBezTo>
                  <a:cubicBezTo>
                    <a:pt x="762493" y="473678"/>
                    <a:pt x="778399" y="229457"/>
                    <a:pt x="733918" y="0"/>
                  </a:cubicBezTo>
                  <a:cubicBezTo>
                    <a:pt x="702485" y="5810"/>
                    <a:pt x="168037" y="109061"/>
                    <a:pt x="32211" y="4732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99B404BE-FE54-428A-911D-CAC51B52FD2D}"/>
                </a:ext>
              </a:extLst>
            </p:cNvPr>
            <p:cNvSpPr/>
            <p:nvPr/>
          </p:nvSpPr>
          <p:spPr>
            <a:xfrm>
              <a:off x="2704671" y="1549717"/>
              <a:ext cx="755433" cy="1292256"/>
            </a:xfrm>
            <a:custGeom>
              <a:avLst/>
              <a:gdLst>
                <a:gd name="connsiteX0" fmla="*/ 724043 w 755433"/>
                <a:gd name="connsiteY0" fmla="*/ 816102 h 1292256"/>
                <a:gd name="connsiteX1" fmla="*/ 25574 w 755433"/>
                <a:gd name="connsiteY1" fmla="*/ 1292257 h 1292256"/>
                <a:gd name="connsiteX2" fmla="*/ 82534 w 755433"/>
                <a:gd name="connsiteY2" fmla="*/ 575977 h 1292256"/>
                <a:gd name="connsiteX3" fmla="*/ 499824 w 755433"/>
                <a:gd name="connsiteY3" fmla="*/ 0 h 1292256"/>
                <a:gd name="connsiteX4" fmla="*/ 724043 w 755433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33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658" y="145161"/>
                    <a:pt x="499824" y="0"/>
                  </a:cubicBezTo>
                  <a:cubicBezTo>
                    <a:pt x="519922" y="24860"/>
                    <a:pt x="858250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19526F4F-A482-4075-A175-93D5B6F1862F}"/>
                </a:ext>
              </a:extLst>
            </p:cNvPr>
            <p:cNvSpPr/>
            <p:nvPr/>
          </p:nvSpPr>
          <p:spPr>
            <a:xfrm>
              <a:off x="1876472" y="1243012"/>
              <a:ext cx="755400" cy="1292255"/>
            </a:xfrm>
            <a:custGeom>
              <a:avLst/>
              <a:gdLst>
                <a:gd name="connsiteX0" fmla="*/ 724043 w 755400"/>
                <a:gd name="connsiteY0" fmla="*/ 816102 h 1292256"/>
                <a:gd name="connsiteX1" fmla="*/ 25574 w 755400"/>
                <a:gd name="connsiteY1" fmla="*/ 1292257 h 1292256"/>
                <a:gd name="connsiteX2" fmla="*/ 82534 w 755400"/>
                <a:gd name="connsiteY2" fmla="*/ 575977 h 1292256"/>
                <a:gd name="connsiteX3" fmla="*/ 499824 w 755400"/>
                <a:gd name="connsiteY3" fmla="*/ 0 h 1292256"/>
                <a:gd name="connsiteX4" fmla="*/ 724043 w 755400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00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563" y="145161"/>
                    <a:pt x="499824" y="0"/>
                  </a:cubicBezTo>
                  <a:cubicBezTo>
                    <a:pt x="519922" y="24860"/>
                    <a:pt x="858155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2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noFill/>
          </a:ln>
        </p:spPr>
        <p:txBody>
          <a:bodyPr lIns="0" bIns="360000" anchor="ctr" anchorCtr="0"/>
          <a:lstStyle>
            <a:lvl1pPr marL="527987" indent="-527987">
              <a:buFont typeface="+mj-lt"/>
              <a:buNone/>
              <a:defRPr sz="4333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1. Titre de partie</a:t>
            </a:r>
          </a:p>
        </p:txBody>
      </p:sp>
      <p:sp>
        <p:nvSpPr>
          <p:cNvPr id="23" name="Espace réservé de la date 4">
            <a:extLst>
              <a:ext uri="{FF2B5EF4-FFF2-40B4-BE49-F238E27FC236}">
                <a16:creationId xmlns:a16="http://schemas.microsoft.com/office/drawing/2014/main" id="{979B2E0D-EA57-4BD7-9C3E-D26051B48C1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1"/>
            <a:ext cx="1560000" cy="2825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35" name="Espace réservé du pied de page 8">
            <a:extLst>
              <a:ext uri="{FF2B5EF4-FFF2-40B4-BE49-F238E27FC236}">
                <a16:creationId xmlns:a16="http://schemas.microsoft.com/office/drawing/2014/main" id="{FFFB696E-EECC-4454-8ED3-CA5C36E3B32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SVEPM 2026   -   UNVEILING TEMPORAL AND REGIONAL FACTORS OF ANTIBIOTIC RESISTANCE   -   BAREILLE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3984361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titre 6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91A7E33E-EFFD-4ECA-B675-CED70E08C3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8AE072A-0DE3-445C-991B-1FF54D483686}"/>
              </a:ext>
            </a:extLst>
          </p:cNvPr>
          <p:cNvGrpSpPr/>
          <p:nvPr userDrawn="1"/>
        </p:nvGrpSpPr>
        <p:grpSpPr>
          <a:xfrm>
            <a:off x="11341101" y="240140"/>
            <a:ext cx="361951" cy="502176"/>
            <a:chOff x="2719388" y="0"/>
            <a:chExt cx="3708400" cy="5145088"/>
          </a:xfrm>
          <a:solidFill>
            <a:schemeClr val="bg1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6EAAAE4-81CD-4923-9B00-96AA86990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2825" y="4416425"/>
              <a:ext cx="658813" cy="723900"/>
            </a:xfrm>
            <a:custGeom>
              <a:avLst/>
              <a:gdLst>
                <a:gd name="T0" fmla="*/ 258 w 434"/>
                <a:gd name="T1" fmla="*/ 0 h 477"/>
                <a:gd name="T2" fmla="*/ 92 w 434"/>
                <a:gd name="T3" fmla="*/ 67 h 477"/>
                <a:gd name="T4" fmla="*/ 92 w 434"/>
                <a:gd name="T5" fmla="*/ 0 h 477"/>
                <a:gd name="T6" fmla="*/ 0 w 434"/>
                <a:gd name="T7" fmla="*/ 0 h 477"/>
                <a:gd name="T8" fmla="*/ 0 w 434"/>
                <a:gd name="T9" fmla="*/ 477 h 477"/>
                <a:gd name="T10" fmla="*/ 92 w 434"/>
                <a:gd name="T11" fmla="*/ 477 h 477"/>
                <a:gd name="T12" fmla="*/ 92 w 434"/>
                <a:gd name="T13" fmla="*/ 187 h 477"/>
                <a:gd name="T14" fmla="*/ 241 w 434"/>
                <a:gd name="T15" fmla="*/ 76 h 477"/>
                <a:gd name="T16" fmla="*/ 342 w 434"/>
                <a:gd name="T17" fmla="*/ 161 h 477"/>
                <a:gd name="T18" fmla="*/ 342 w 434"/>
                <a:gd name="T19" fmla="*/ 161 h 477"/>
                <a:gd name="T20" fmla="*/ 342 w 434"/>
                <a:gd name="T21" fmla="*/ 477 h 477"/>
                <a:gd name="T22" fmla="*/ 434 w 434"/>
                <a:gd name="T23" fmla="*/ 477 h 477"/>
                <a:gd name="T24" fmla="*/ 434 w 434"/>
                <a:gd name="T25" fmla="*/ 161 h 477"/>
                <a:gd name="T26" fmla="*/ 258 w 434"/>
                <a:gd name="T27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4" h="477">
                  <a:moveTo>
                    <a:pt x="258" y="0"/>
                  </a:moveTo>
                  <a:cubicBezTo>
                    <a:pt x="144" y="0"/>
                    <a:pt x="93" y="65"/>
                    <a:pt x="92" y="6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77"/>
                    <a:pt x="0" y="477"/>
                    <a:pt x="0" y="477"/>
                  </a:cubicBezTo>
                  <a:cubicBezTo>
                    <a:pt x="92" y="477"/>
                    <a:pt x="92" y="477"/>
                    <a:pt x="92" y="47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4" y="117"/>
                    <a:pt x="182" y="76"/>
                    <a:pt x="241" y="76"/>
                  </a:cubicBezTo>
                  <a:cubicBezTo>
                    <a:pt x="285" y="76"/>
                    <a:pt x="342" y="107"/>
                    <a:pt x="342" y="161"/>
                  </a:cubicBezTo>
                  <a:cubicBezTo>
                    <a:pt x="342" y="161"/>
                    <a:pt x="342" y="161"/>
                    <a:pt x="342" y="161"/>
                  </a:cubicBezTo>
                  <a:cubicBezTo>
                    <a:pt x="342" y="477"/>
                    <a:pt x="342" y="477"/>
                    <a:pt x="342" y="477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434" y="161"/>
                    <a:pt x="434" y="161"/>
                    <a:pt x="434" y="161"/>
                  </a:cubicBezTo>
                  <a:cubicBezTo>
                    <a:pt x="434" y="54"/>
                    <a:pt x="355" y="0"/>
                    <a:pt x="2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0BCD58C1-66D1-49A9-817D-EA1CCE1886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26125" y="4405313"/>
              <a:ext cx="601663" cy="738188"/>
            </a:xfrm>
            <a:custGeom>
              <a:avLst/>
              <a:gdLst>
                <a:gd name="T0" fmla="*/ 245 w 396"/>
                <a:gd name="T1" fmla="*/ 201 h 486"/>
                <a:gd name="T2" fmla="*/ 245 w 396"/>
                <a:gd name="T3" fmla="*/ 201 h 486"/>
                <a:gd name="T4" fmla="*/ 162 w 396"/>
                <a:gd name="T5" fmla="*/ 201 h 486"/>
                <a:gd name="T6" fmla="*/ 93 w 396"/>
                <a:gd name="T7" fmla="*/ 140 h 486"/>
                <a:gd name="T8" fmla="*/ 192 w 396"/>
                <a:gd name="T9" fmla="*/ 81 h 486"/>
                <a:gd name="T10" fmla="*/ 336 w 396"/>
                <a:gd name="T11" fmla="*/ 107 h 486"/>
                <a:gd name="T12" fmla="*/ 368 w 396"/>
                <a:gd name="T13" fmla="*/ 33 h 486"/>
                <a:gd name="T14" fmla="*/ 201 w 396"/>
                <a:gd name="T15" fmla="*/ 0 h 486"/>
                <a:gd name="T16" fmla="*/ 5 w 396"/>
                <a:gd name="T17" fmla="*/ 142 h 486"/>
                <a:gd name="T18" fmla="*/ 152 w 396"/>
                <a:gd name="T19" fmla="*/ 285 h 486"/>
                <a:gd name="T20" fmla="*/ 152 w 396"/>
                <a:gd name="T21" fmla="*/ 285 h 486"/>
                <a:gd name="T22" fmla="*/ 235 w 396"/>
                <a:gd name="T23" fmla="*/ 285 h 486"/>
                <a:gd name="T24" fmla="*/ 304 w 396"/>
                <a:gd name="T25" fmla="*/ 346 h 486"/>
                <a:gd name="T26" fmla="*/ 204 w 396"/>
                <a:gd name="T27" fmla="*/ 405 h 486"/>
                <a:gd name="T28" fmla="*/ 44 w 396"/>
                <a:gd name="T29" fmla="*/ 372 h 486"/>
                <a:gd name="T30" fmla="*/ 13 w 396"/>
                <a:gd name="T31" fmla="*/ 446 h 486"/>
                <a:gd name="T32" fmla="*/ 195 w 396"/>
                <a:gd name="T33" fmla="*/ 486 h 486"/>
                <a:gd name="T34" fmla="*/ 391 w 396"/>
                <a:gd name="T35" fmla="*/ 345 h 486"/>
                <a:gd name="T36" fmla="*/ 245 w 396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6" h="486">
                  <a:moveTo>
                    <a:pt x="245" y="201"/>
                  </a:moveTo>
                  <a:cubicBezTo>
                    <a:pt x="245" y="201"/>
                    <a:pt x="245" y="201"/>
                    <a:pt x="245" y="201"/>
                  </a:cubicBezTo>
                  <a:cubicBezTo>
                    <a:pt x="162" y="201"/>
                    <a:pt x="162" y="201"/>
                    <a:pt x="162" y="201"/>
                  </a:cubicBezTo>
                  <a:cubicBezTo>
                    <a:pt x="115" y="201"/>
                    <a:pt x="91" y="183"/>
                    <a:pt x="93" y="140"/>
                  </a:cubicBezTo>
                  <a:cubicBezTo>
                    <a:pt x="95" y="95"/>
                    <a:pt x="144" y="81"/>
                    <a:pt x="192" y="81"/>
                  </a:cubicBezTo>
                  <a:cubicBezTo>
                    <a:pt x="261" y="81"/>
                    <a:pt x="312" y="98"/>
                    <a:pt x="336" y="107"/>
                  </a:cubicBezTo>
                  <a:cubicBezTo>
                    <a:pt x="368" y="33"/>
                    <a:pt x="368" y="33"/>
                    <a:pt x="368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1" y="0"/>
                    <a:pt x="10" y="32"/>
                    <a:pt x="5" y="142"/>
                  </a:cubicBezTo>
                  <a:cubicBezTo>
                    <a:pt x="0" y="248"/>
                    <a:pt x="74" y="283"/>
                    <a:pt x="152" y="285"/>
                  </a:cubicBezTo>
                  <a:cubicBezTo>
                    <a:pt x="152" y="285"/>
                    <a:pt x="152" y="285"/>
                    <a:pt x="152" y="285"/>
                  </a:cubicBezTo>
                  <a:cubicBezTo>
                    <a:pt x="235" y="285"/>
                    <a:pt x="235" y="285"/>
                    <a:pt x="235" y="285"/>
                  </a:cubicBezTo>
                  <a:cubicBezTo>
                    <a:pt x="281" y="285"/>
                    <a:pt x="306" y="303"/>
                    <a:pt x="304" y="346"/>
                  </a:cubicBezTo>
                  <a:cubicBezTo>
                    <a:pt x="302" y="391"/>
                    <a:pt x="253" y="405"/>
                    <a:pt x="204" y="405"/>
                  </a:cubicBezTo>
                  <a:cubicBezTo>
                    <a:pt x="106" y="405"/>
                    <a:pt x="44" y="372"/>
                    <a:pt x="44" y="372"/>
                  </a:cubicBezTo>
                  <a:cubicBezTo>
                    <a:pt x="13" y="446"/>
                    <a:pt x="13" y="446"/>
                    <a:pt x="13" y="446"/>
                  </a:cubicBezTo>
                  <a:cubicBezTo>
                    <a:pt x="13" y="446"/>
                    <a:pt x="83" y="486"/>
                    <a:pt x="195" y="486"/>
                  </a:cubicBezTo>
                  <a:cubicBezTo>
                    <a:pt x="276" y="486"/>
                    <a:pt x="387" y="454"/>
                    <a:pt x="391" y="345"/>
                  </a:cubicBezTo>
                  <a:cubicBezTo>
                    <a:pt x="396" y="238"/>
                    <a:pt x="322" y="203"/>
                    <a:pt x="245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AE8DB6E-B1F5-4293-BB50-9FC333A20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026025" y="4402138"/>
              <a:ext cx="700088" cy="742950"/>
            </a:xfrm>
            <a:custGeom>
              <a:avLst/>
              <a:gdLst>
                <a:gd name="T0" fmla="*/ 234 w 460"/>
                <a:gd name="T1" fmla="*/ 0 h 489"/>
                <a:gd name="T2" fmla="*/ 0 w 460"/>
                <a:gd name="T3" fmla="*/ 249 h 489"/>
                <a:gd name="T4" fmla="*/ 256 w 460"/>
                <a:gd name="T5" fmla="*/ 489 h 489"/>
                <a:gd name="T6" fmla="*/ 437 w 460"/>
                <a:gd name="T7" fmla="*/ 449 h 489"/>
                <a:gd name="T8" fmla="*/ 403 w 460"/>
                <a:gd name="T9" fmla="*/ 378 h 489"/>
                <a:gd name="T10" fmla="*/ 253 w 460"/>
                <a:gd name="T11" fmla="*/ 408 h 489"/>
                <a:gd name="T12" fmla="*/ 96 w 460"/>
                <a:gd name="T13" fmla="*/ 285 h 489"/>
                <a:gd name="T14" fmla="*/ 367 w 460"/>
                <a:gd name="T15" fmla="*/ 285 h 489"/>
                <a:gd name="T16" fmla="*/ 460 w 460"/>
                <a:gd name="T17" fmla="*/ 285 h 489"/>
                <a:gd name="T18" fmla="*/ 460 w 460"/>
                <a:gd name="T19" fmla="*/ 243 h 489"/>
                <a:gd name="T20" fmla="*/ 234 w 460"/>
                <a:gd name="T21" fmla="*/ 0 h 489"/>
                <a:gd name="T22" fmla="*/ 97 w 460"/>
                <a:gd name="T23" fmla="*/ 209 h 489"/>
                <a:gd name="T24" fmla="*/ 238 w 460"/>
                <a:gd name="T25" fmla="*/ 79 h 489"/>
                <a:gd name="T26" fmla="*/ 366 w 460"/>
                <a:gd name="T27" fmla="*/ 209 h 489"/>
                <a:gd name="T28" fmla="*/ 97 w 460"/>
                <a:gd name="T29" fmla="*/ 20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0" h="489">
                  <a:moveTo>
                    <a:pt x="234" y="0"/>
                  </a:moveTo>
                  <a:cubicBezTo>
                    <a:pt x="101" y="0"/>
                    <a:pt x="0" y="77"/>
                    <a:pt x="0" y="249"/>
                  </a:cubicBezTo>
                  <a:cubicBezTo>
                    <a:pt x="0" y="421"/>
                    <a:pt x="127" y="489"/>
                    <a:pt x="256" y="489"/>
                  </a:cubicBezTo>
                  <a:cubicBezTo>
                    <a:pt x="375" y="489"/>
                    <a:pt x="437" y="449"/>
                    <a:pt x="437" y="449"/>
                  </a:cubicBezTo>
                  <a:cubicBezTo>
                    <a:pt x="403" y="378"/>
                    <a:pt x="403" y="378"/>
                    <a:pt x="403" y="378"/>
                  </a:cubicBezTo>
                  <a:cubicBezTo>
                    <a:pt x="403" y="378"/>
                    <a:pt x="357" y="408"/>
                    <a:pt x="253" y="408"/>
                  </a:cubicBezTo>
                  <a:cubicBezTo>
                    <a:pt x="182" y="408"/>
                    <a:pt x="106" y="386"/>
                    <a:pt x="96" y="285"/>
                  </a:cubicBezTo>
                  <a:cubicBezTo>
                    <a:pt x="367" y="285"/>
                    <a:pt x="367" y="285"/>
                    <a:pt x="367" y="285"/>
                  </a:cubicBezTo>
                  <a:cubicBezTo>
                    <a:pt x="460" y="285"/>
                    <a:pt x="460" y="285"/>
                    <a:pt x="460" y="285"/>
                  </a:cubicBezTo>
                  <a:cubicBezTo>
                    <a:pt x="460" y="243"/>
                    <a:pt x="460" y="243"/>
                    <a:pt x="460" y="243"/>
                  </a:cubicBezTo>
                  <a:cubicBezTo>
                    <a:pt x="460" y="87"/>
                    <a:pt x="388" y="0"/>
                    <a:pt x="234" y="0"/>
                  </a:cubicBezTo>
                  <a:close/>
                  <a:moveTo>
                    <a:pt x="97" y="209"/>
                  </a:moveTo>
                  <a:cubicBezTo>
                    <a:pt x="108" y="108"/>
                    <a:pt x="159" y="79"/>
                    <a:pt x="238" y="79"/>
                  </a:cubicBezTo>
                  <a:cubicBezTo>
                    <a:pt x="322" y="79"/>
                    <a:pt x="360" y="119"/>
                    <a:pt x="366" y="209"/>
                  </a:cubicBezTo>
                  <a:lnTo>
                    <a:pt x="97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EC8E473-602C-4ABE-8E74-27DE0B2568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35463" y="4405313"/>
              <a:ext cx="600075" cy="738188"/>
            </a:xfrm>
            <a:custGeom>
              <a:avLst/>
              <a:gdLst>
                <a:gd name="T0" fmla="*/ 244 w 395"/>
                <a:gd name="T1" fmla="*/ 201 h 486"/>
                <a:gd name="T2" fmla="*/ 244 w 395"/>
                <a:gd name="T3" fmla="*/ 201 h 486"/>
                <a:gd name="T4" fmla="*/ 161 w 395"/>
                <a:gd name="T5" fmla="*/ 201 h 486"/>
                <a:gd name="T6" fmla="*/ 92 w 395"/>
                <a:gd name="T7" fmla="*/ 140 h 486"/>
                <a:gd name="T8" fmla="*/ 191 w 395"/>
                <a:gd name="T9" fmla="*/ 81 h 486"/>
                <a:gd name="T10" fmla="*/ 336 w 395"/>
                <a:gd name="T11" fmla="*/ 107 h 486"/>
                <a:gd name="T12" fmla="*/ 367 w 395"/>
                <a:gd name="T13" fmla="*/ 33 h 486"/>
                <a:gd name="T14" fmla="*/ 201 w 395"/>
                <a:gd name="T15" fmla="*/ 0 h 486"/>
                <a:gd name="T16" fmla="*/ 4 w 395"/>
                <a:gd name="T17" fmla="*/ 142 h 486"/>
                <a:gd name="T18" fmla="*/ 151 w 395"/>
                <a:gd name="T19" fmla="*/ 285 h 486"/>
                <a:gd name="T20" fmla="*/ 151 w 395"/>
                <a:gd name="T21" fmla="*/ 285 h 486"/>
                <a:gd name="T22" fmla="*/ 234 w 395"/>
                <a:gd name="T23" fmla="*/ 285 h 486"/>
                <a:gd name="T24" fmla="*/ 303 w 395"/>
                <a:gd name="T25" fmla="*/ 346 h 486"/>
                <a:gd name="T26" fmla="*/ 203 w 395"/>
                <a:gd name="T27" fmla="*/ 405 h 486"/>
                <a:gd name="T28" fmla="*/ 44 w 395"/>
                <a:gd name="T29" fmla="*/ 372 h 486"/>
                <a:gd name="T30" fmla="*/ 12 w 395"/>
                <a:gd name="T31" fmla="*/ 446 h 486"/>
                <a:gd name="T32" fmla="*/ 194 w 395"/>
                <a:gd name="T33" fmla="*/ 486 h 486"/>
                <a:gd name="T34" fmla="*/ 391 w 395"/>
                <a:gd name="T35" fmla="*/ 345 h 486"/>
                <a:gd name="T36" fmla="*/ 244 w 395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5" h="486">
                  <a:moveTo>
                    <a:pt x="244" y="201"/>
                  </a:moveTo>
                  <a:cubicBezTo>
                    <a:pt x="244" y="201"/>
                    <a:pt x="244" y="201"/>
                    <a:pt x="244" y="201"/>
                  </a:cubicBezTo>
                  <a:cubicBezTo>
                    <a:pt x="161" y="201"/>
                    <a:pt x="161" y="201"/>
                    <a:pt x="161" y="201"/>
                  </a:cubicBezTo>
                  <a:cubicBezTo>
                    <a:pt x="115" y="201"/>
                    <a:pt x="90" y="183"/>
                    <a:pt x="92" y="140"/>
                  </a:cubicBezTo>
                  <a:cubicBezTo>
                    <a:pt x="94" y="95"/>
                    <a:pt x="143" y="81"/>
                    <a:pt x="191" y="81"/>
                  </a:cubicBezTo>
                  <a:cubicBezTo>
                    <a:pt x="260" y="81"/>
                    <a:pt x="311" y="98"/>
                    <a:pt x="336" y="107"/>
                  </a:cubicBezTo>
                  <a:cubicBezTo>
                    <a:pt x="367" y="33"/>
                    <a:pt x="367" y="33"/>
                    <a:pt x="367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0" y="0"/>
                    <a:pt x="9" y="32"/>
                    <a:pt x="4" y="142"/>
                  </a:cubicBezTo>
                  <a:cubicBezTo>
                    <a:pt x="0" y="248"/>
                    <a:pt x="74" y="283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234" y="285"/>
                    <a:pt x="234" y="285"/>
                    <a:pt x="234" y="285"/>
                  </a:cubicBezTo>
                  <a:cubicBezTo>
                    <a:pt x="280" y="285"/>
                    <a:pt x="305" y="303"/>
                    <a:pt x="303" y="346"/>
                  </a:cubicBezTo>
                  <a:cubicBezTo>
                    <a:pt x="301" y="391"/>
                    <a:pt x="252" y="405"/>
                    <a:pt x="203" y="405"/>
                  </a:cubicBezTo>
                  <a:cubicBezTo>
                    <a:pt x="105" y="405"/>
                    <a:pt x="44" y="372"/>
                    <a:pt x="44" y="372"/>
                  </a:cubicBezTo>
                  <a:cubicBezTo>
                    <a:pt x="12" y="446"/>
                    <a:pt x="12" y="446"/>
                    <a:pt x="12" y="446"/>
                  </a:cubicBezTo>
                  <a:cubicBezTo>
                    <a:pt x="12" y="446"/>
                    <a:pt x="83" y="486"/>
                    <a:pt x="194" y="486"/>
                  </a:cubicBezTo>
                  <a:cubicBezTo>
                    <a:pt x="275" y="486"/>
                    <a:pt x="386" y="454"/>
                    <a:pt x="391" y="345"/>
                  </a:cubicBezTo>
                  <a:cubicBezTo>
                    <a:pt x="395" y="238"/>
                    <a:pt x="321" y="203"/>
                    <a:pt x="244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4FE414C-3DB9-4FE9-B834-0A39C9D48A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19388" y="4406900"/>
              <a:ext cx="671513" cy="735013"/>
            </a:xfrm>
            <a:custGeom>
              <a:avLst/>
              <a:gdLst>
                <a:gd name="T0" fmla="*/ 220 w 442"/>
                <a:gd name="T1" fmla="*/ 0 h 484"/>
                <a:gd name="T2" fmla="*/ 39 w 442"/>
                <a:gd name="T3" fmla="*/ 30 h 484"/>
                <a:gd name="T4" fmla="*/ 75 w 442"/>
                <a:gd name="T5" fmla="*/ 104 h 484"/>
                <a:gd name="T6" fmla="*/ 230 w 442"/>
                <a:gd name="T7" fmla="*/ 81 h 484"/>
                <a:gd name="T8" fmla="*/ 350 w 442"/>
                <a:gd name="T9" fmla="*/ 168 h 484"/>
                <a:gd name="T10" fmla="*/ 350 w 442"/>
                <a:gd name="T11" fmla="*/ 196 h 484"/>
                <a:gd name="T12" fmla="*/ 168 w 442"/>
                <a:gd name="T13" fmla="*/ 196 h 484"/>
                <a:gd name="T14" fmla="*/ 0 w 442"/>
                <a:gd name="T15" fmla="*/ 339 h 484"/>
                <a:gd name="T16" fmla="*/ 181 w 442"/>
                <a:gd name="T17" fmla="*/ 484 h 484"/>
                <a:gd name="T18" fmla="*/ 350 w 442"/>
                <a:gd name="T19" fmla="*/ 417 h 484"/>
                <a:gd name="T20" fmla="*/ 350 w 442"/>
                <a:gd name="T21" fmla="*/ 484 h 484"/>
                <a:gd name="T22" fmla="*/ 442 w 442"/>
                <a:gd name="T23" fmla="*/ 484 h 484"/>
                <a:gd name="T24" fmla="*/ 442 w 442"/>
                <a:gd name="T25" fmla="*/ 142 h 484"/>
                <a:gd name="T26" fmla="*/ 220 w 442"/>
                <a:gd name="T27" fmla="*/ 0 h 484"/>
                <a:gd name="T28" fmla="*/ 350 w 442"/>
                <a:gd name="T29" fmla="*/ 295 h 484"/>
                <a:gd name="T30" fmla="*/ 198 w 442"/>
                <a:gd name="T31" fmla="*/ 407 h 484"/>
                <a:gd name="T32" fmla="*/ 95 w 442"/>
                <a:gd name="T33" fmla="*/ 338 h 484"/>
                <a:gd name="T34" fmla="*/ 173 w 442"/>
                <a:gd name="T35" fmla="*/ 269 h 484"/>
                <a:gd name="T36" fmla="*/ 350 w 442"/>
                <a:gd name="T37" fmla="*/ 269 h 484"/>
                <a:gd name="T38" fmla="*/ 350 w 442"/>
                <a:gd name="T39" fmla="*/ 295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2" h="484">
                  <a:moveTo>
                    <a:pt x="220" y="0"/>
                  </a:moveTo>
                  <a:cubicBezTo>
                    <a:pt x="135" y="0"/>
                    <a:pt x="72" y="18"/>
                    <a:pt x="39" y="30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105" y="95"/>
                    <a:pt x="159" y="81"/>
                    <a:pt x="230" y="81"/>
                  </a:cubicBezTo>
                  <a:cubicBezTo>
                    <a:pt x="285" y="81"/>
                    <a:pt x="350" y="96"/>
                    <a:pt x="350" y="168"/>
                  </a:cubicBezTo>
                  <a:cubicBezTo>
                    <a:pt x="350" y="168"/>
                    <a:pt x="350" y="194"/>
                    <a:pt x="350" y="196"/>
                  </a:cubicBezTo>
                  <a:cubicBezTo>
                    <a:pt x="168" y="196"/>
                    <a:pt x="168" y="196"/>
                    <a:pt x="168" y="196"/>
                  </a:cubicBezTo>
                  <a:cubicBezTo>
                    <a:pt x="75" y="196"/>
                    <a:pt x="0" y="229"/>
                    <a:pt x="0" y="339"/>
                  </a:cubicBezTo>
                  <a:cubicBezTo>
                    <a:pt x="0" y="438"/>
                    <a:pt x="81" y="484"/>
                    <a:pt x="181" y="484"/>
                  </a:cubicBezTo>
                  <a:cubicBezTo>
                    <a:pt x="298" y="484"/>
                    <a:pt x="350" y="417"/>
                    <a:pt x="350" y="417"/>
                  </a:cubicBezTo>
                  <a:cubicBezTo>
                    <a:pt x="350" y="484"/>
                    <a:pt x="350" y="484"/>
                    <a:pt x="350" y="484"/>
                  </a:cubicBezTo>
                  <a:cubicBezTo>
                    <a:pt x="442" y="484"/>
                    <a:pt x="442" y="484"/>
                    <a:pt x="442" y="484"/>
                  </a:cubicBezTo>
                  <a:cubicBezTo>
                    <a:pt x="442" y="142"/>
                    <a:pt x="442" y="142"/>
                    <a:pt x="442" y="142"/>
                  </a:cubicBezTo>
                  <a:cubicBezTo>
                    <a:pt x="437" y="32"/>
                    <a:pt x="311" y="0"/>
                    <a:pt x="220" y="0"/>
                  </a:cubicBezTo>
                  <a:close/>
                  <a:moveTo>
                    <a:pt x="350" y="295"/>
                  </a:moveTo>
                  <a:cubicBezTo>
                    <a:pt x="350" y="366"/>
                    <a:pt x="258" y="407"/>
                    <a:pt x="198" y="407"/>
                  </a:cubicBezTo>
                  <a:cubicBezTo>
                    <a:pt x="153" y="407"/>
                    <a:pt x="95" y="392"/>
                    <a:pt x="95" y="338"/>
                  </a:cubicBezTo>
                  <a:cubicBezTo>
                    <a:pt x="95" y="284"/>
                    <a:pt x="126" y="269"/>
                    <a:pt x="173" y="269"/>
                  </a:cubicBezTo>
                  <a:cubicBezTo>
                    <a:pt x="350" y="269"/>
                    <a:pt x="350" y="269"/>
                    <a:pt x="350" y="269"/>
                  </a:cubicBezTo>
                  <a:lnTo>
                    <a:pt x="350" y="2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CCE5207A-3E84-4DC4-A07C-47027DA0FF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5850" y="0"/>
              <a:ext cx="1914525" cy="965200"/>
            </a:xfrm>
            <a:custGeom>
              <a:avLst/>
              <a:gdLst>
                <a:gd name="T0" fmla="*/ 1260 w 1260"/>
                <a:gd name="T1" fmla="*/ 183 h 636"/>
                <a:gd name="T2" fmla="*/ 632 w 1260"/>
                <a:gd name="T3" fmla="*/ 0 h 636"/>
                <a:gd name="T4" fmla="*/ 0 w 1260"/>
                <a:gd name="T5" fmla="*/ 174 h 636"/>
                <a:gd name="T6" fmla="*/ 630 w 1260"/>
                <a:gd name="T7" fmla="*/ 635 h 636"/>
                <a:gd name="T8" fmla="*/ 1260 w 1260"/>
                <a:gd name="T9" fmla="*/ 183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0" h="636">
                  <a:moveTo>
                    <a:pt x="1260" y="183"/>
                  </a:moveTo>
                  <a:cubicBezTo>
                    <a:pt x="1088" y="73"/>
                    <a:pt x="862" y="0"/>
                    <a:pt x="632" y="0"/>
                  </a:cubicBezTo>
                  <a:cubicBezTo>
                    <a:pt x="418" y="0"/>
                    <a:pt x="197" y="52"/>
                    <a:pt x="0" y="174"/>
                  </a:cubicBezTo>
                  <a:cubicBezTo>
                    <a:pt x="0" y="174"/>
                    <a:pt x="269" y="634"/>
                    <a:pt x="630" y="635"/>
                  </a:cubicBezTo>
                  <a:cubicBezTo>
                    <a:pt x="992" y="636"/>
                    <a:pt x="1260" y="183"/>
                    <a:pt x="1260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77B6E331-2620-41C0-B97C-1B12164FD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2563" y="436563"/>
              <a:ext cx="1201738" cy="1819275"/>
            </a:xfrm>
            <a:custGeom>
              <a:avLst/>
              <a:gdLst>
                <a:gd name="T0" fmla="*/ 438 w 791"/>
                <a:gd name="T1" fmla="*/ 0 h 1198"/>
                <a:gd name="T2" fmla="*/ 75 w 791"/>
                <a:gd name="T3" fmla="*/ 545 h 1198"/>
                <a:gd name="T4" fmla="*/ 52 w 791"/>
                <a:gd name="T5" fmla="*/ 1198 h 1198"/>
                <a:gd name="T6" fmla="*/ 679 w 791"/>
                <a:gd name="T7" fmla="*/ 742 h 1198"/>
                <a:gd name="T8" fmla="*/ 438 w 791"/>
                <a:gd name="T9" fmla="*/ 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1" h="1198">
                  <a:moveTo>
                    <a:pt x="438" y="0"/>
                  </a:moveTo>
                  <a:cubicBezTo>
                    <a:pt x="273" y="139"/>
                    <a:pt x="147" y="326"/>
                    <a:pt x="75" y="545"/>
                  </a:cubicBezTo>
                  <a:cubicBezTo>
                    <a:pt x="4" y="764"/>
                    <a:pt x="0" y="981"/>
                    <a:pt x="52" y="1198"/>
                  </a:cubicBezTo>
                  <a:cubicBezTo>
                    <a:pt x="52" y="1198"/>
                    <a:pt x="566" y="1086"/>
                    <a:pt x="679" y="742"/>
                  </a:cubicBezTo>
                  <a:cubicBezTo>
                    <a:pt x="791" y="399"/>
                    <a:pt x="438" y="0"/>
                    <a:pt x="4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DA1FDC7C-42C8-4041-B97D-F2CA92B557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82900" y="2185988"/>
              <a:ext cx="1622425" cy="1447800"/>
            </a:xfrm>
            <a:custGeom>
              <a:avLst/>
              <a:gdLst>
                <a:gd name="T0" fmla="*/ 0 w 1067"/>
                <a:gd name="T1" fmla="*/ 211 h 954"/>
                <a:gd name="T2" fmla="*/ 401 w 1067"/>
                <a:gd name="T3" fmla="*/ 726 h 954"/>
                <a:gd name="T4" fmla="*/ 1016 w 1067"/>
                <a:gd name="T5" fmla="*/ 954 h 954"/>
                <a:gd name="T6" fmla="*/ 775 w 1067"/>
                <a:gd name="T7" fmla="*/ 213 h 954"/>
                <a:gd name="T8" fmla="*/ 0 w 1067"/>
                <a:gd name="T9" fmla="*/ 211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7" h="954">
                  <a:moveTo>
                    <a:pt x="0" y="211"/>
                  </a:moveTo>
                  <a:cubicBezTo>
                    <a:pt x="84" y="414"/>
                    <a:pt x="218" y="590"/>
                    <a:pt x="401" y="726"/>
                  </a:cubicBezTo>
                  <a:cubicBezTo>
                    <a:pt x="586" y="863"/>
                    <a:pt x="810" y="941"/>
                    <a:pt x="1016" y="954"/>
                  </a:cubicBezTo>
                  <a:cubicBezTo>
                    <a:pt x="1016" y="954"/>
                    <a:pt x="1067" y="426"/>
                    <a:pt x="775" y="213"/>
                  </a:cubicBezTo>
                  <a:cubicBezTo>
                    <a:pt x="483" y="0"/>
                    <a:pt x="0" y="211"/>
                    <a:pt x="0" y="2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7F7052C-55C2-4219-9B97-3B0041EC6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5500" y="2182813"/>
              <a:ext cx="1627188" cy="1450975"/>
            </a:xfrm>
            <a:custGeom>
              <a:avLst/>
              <a:gdLst>
                <a:gd name="T0" fmla="*/ 58 w 1071"/>
                <a:gd name="T1" fmla="*/ 956 h 956"/>
                <a:gd name="T2" fmla="*/ 669 w 1071"/>
                <a:gd name="T3" fmla="*/ 725 h 956"/>
                <a:gd name="T4" fmla="*/ 1071 w 1071"/>
                <a:gd name="T5" fmla="*/ 207 h 956"/>
                <a:gd name="T6" fmla="*/ 291 w 1071"/>
                <a:gd name="T7" fmla="*/ 215 h 956"/>
                <a:gd name="T8" fmla="*/ 58 w 1071"/>
                <a:gd name="T9" fmla="*/ 956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1" h="956">
                  <a:moveTo>
                    <a:pt x="58" y="956"/>
                  </a:moveTo>
                  <a:cubicBezTo>
                    <a:pt x="289" y="933"/>
                    <a:pt x="482" y="860"/>
                    <a:pt x="669" y="725"/>
                  </a:cubicBezTo>
                  <a:cubicBezTo>
                    <a:pt x="850" y="594"/>
                    <a:pt x="987" y="409"/>
                    <a:pt x="1071" y="207"/>
                  </a:cubicBezTo>
                  <a:cubicBezTo>
                    <a:pt x="1071" y="207"/>
                    <a:pt x="581" y="0"/>
                    <a:pt x="291" y="215"/>
                  </a:cubicBezTo>
                  <a:cubicBezTo>
                    <a:pt x="0" y="431"/>
                    <a:pt x="58" y="956"/>
                    <a:pt x="58" y="9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CD66E80E-6FF0-460D-B6F3-3BFD4976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9700" y="439738"/>
              <a:ext cx="1195388" cy="1819275"/>
            </a:xfrm>
            <a:custGeom>
              <a:avLst/>
              <a:gdLst>
                <a:gd name="T0" fmla="*/ 737 w 787"/>
                <a:gd name="T1" fmla="*/ 1198 h 1198"/>
                <a:gd name="T2" fmla="*/ 715 w 787"/>
                <a:gd name="T3" fmla="*/ 544 h 1198"/>
                <a:gd name="T4" fmla="*/ 355 w 787"/>
                <a:gd name="T5" fmla="*/ 0 h 1198"/>
                <a:gd name="T6" fmla="*/ 111 w 787"/>
                <a:gd name="T7" fmla="*/ 739 h 1198"/>
                <a:gd name="T8" fmla="*/ 737 w 787"/>
                <a:gd name="T9" fmla="*/ 1198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7" h="1198">
                  <a:moveTo>
                    <a:pt x="737" y="1198"/>
                  </a:moveTo>
                  <a:cubicBezTo>
                    <a:pt x="787" y="991"/>
                    <a:pt x="786" y="764"/>
                    <a:pt x="715" y="544"/>
                  </a:cubicBezTo>
                  <a:cubicBezTo>
                    <a:pt x="645" y="325"/>
                    <a:pt x="518" y="144"/>
                    <a:pt x="355" y="0"/>
                  </a:cubicBezTo>
                  <a:cubicBezTo>
                    <a:pt x="355" y="0"/>
                    <a:pt x="0" y="395"/>
                    <a:pt x="111" y="739"/>
                  </a:cubicBezTo>
                  <a:cubicBezTo>
                    <a:pt x="222" y="1083"/>
                    <a:pt x="737" y="1198"/>
                    <a:pt x="737" y="1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14A9D647-00F2-4C4B-BEB2-D75043DB8D0E}"/>
              </a:ext>
            </a:extLst>
          </p:cNvPr>
          <p:cNvGrpSpPr/>
          <p:nvPr userDrawn="1"/>
        </p:nvGrpSpPr>
        <p:grpSpPr>
          <a:xfrm>
            <a:off x="7002138" y="1700147"/>
            <a:ext cx="3394929" cy="3339213"/>
            <a:chOff x="2019290" y="61899"/>
            <a:chExt cx="5102087" cy="5018353"/>
          </a:xfrm>
          <a:solidFill>
            <a:srgbClr val="00AC8C"/>
          </a:solidFill>
        </p:grpSpPr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0A3EC673-E299-4D73-87EC-841B629A6F7B}"/>
                </a:ext>
              </a:extLst>
            </p:cNvPr>
            <p:cNvSpPr/>
            <p:nvPr/>
          </p:nvSpPr>
          <p:spPr>
            <a:xfrm>
              <a:off x="3946207" y="61899"/>
              <a:ext cx="1278731" cy="636387"/>
            </a:xfrm>
            <a:custGeom>
              <a:avLst/>
              <a:gdLst>
                <a:gd name="connsiteX0" fmla="*/ 636651 w 1278731"/>
                <a:gd name="connsiteY0" fmla="*/ 636378 h 636387"/>
                <a:gd name="connsiteX1" fmla="*/ 1278731 w 1278731"/>
                <a:gd name="connsiteY1" fmla="*/ 184226 h 636387"/>
                <a:gd name="connsiteX2" fmla="*/ 637127 w 1278731"/>
                <a:gd name="connsiteY2" fmla="*/ 13 h 636387"/>
                <a:gd name="connsiteX3" fmla="*/ 0 w 1278731"/>
                <a:gd name="connsiteY3" fmla="*/ 174987 h 636387"/>
                <a:gd name="connsiteX4" fmla="*/ 636651 w 1278731"/>
                <a:gd name="connsiteY4" fmla="*/ 636378 h 636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8731" h="636387">
                  <a:moveTo>
                    <a:pt x="636651" y="636378"/>
                  </a:moveTo>
                  <a:cubicBezTo>
                    <a:pt x="994505" y="638759"/>
                    <a:pt x="1259015" y="216516"/>
                    <a:pt x="1278731" y="184226"/>
                  </a:cubicBezTo>
                  <a:cubicBezTo>
                    <a:pt x="1092422" y="68402"/>
                    <a:pt x="872681" y="1060"/>
                    <a:pt x="637127" y="13"/>
                  </a:cubicBezTo>
                  <a:cubicBezTo>
                    <a:pt x="404146" y="-1035"/>
                    <a:pt x="186023" y="63068"/>
                    <a:pt x="0" y="174987"/>
                  </a:cubicBezTo>
                  <a:cubicBezTo>
                    <a:pt x="15145" y="200609"/>
                    <a:pt x="275558" y="633997"/>
                    <a:pt x="636651" y="63637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CF3A35DC-7A8C-4C7B-88C4-1FD4E5E65E5A}"/>
                </a:ext>
              </a:extLst>
            </p:cNvPr>
            <p:cNvSpPr/>
            <p:nvPr/>
          </p:nvSpPr>
          <p:spPr>
            <a:xfrm>
              <a:off x="2019290" y="1219294"/>
              <a:ext cx="690590" cy="1213103"/>
            </a:xfrm>
            <a:custGeom>
              <a:avLst/>
              <a:gdLst>
                <a:gd name="connsiteX0" fmla="*/ 666569 w 690590"/>
                <a:gd name="connsiteY0" fmla="*/ 750189 h 1213103"/>
                <a:gd name="connsiteX1" fmla="*/ 435207 w 690590"/>
                <a:gd name="connsiteY1" fmla="*/ 0 h 1213103"/>
                <a:gd name="connsiteX2" fmla="*/ 10 w 690590"/>
                <a:gd name="connsiteY2" fmla="*/ 932021 h 1213103"/>
                <a:gd name="connsiteX3" fmla="*/ 31157 w 690590"/>
                <a:gd name="connsiteY3" fmla="*/ 1213104 h 1213103"/>
                <a:gd name="connsiteX4" fmla="*/ 666569 w 690590"/>
                <a:gd name="connsiteY4" fmla="*/ 750189 h 1213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590" h="1213103">
                  <a:moveTo>
                    <a:pt x="666569" y="750189"/>
                  </a:moveTo>
                  <a:cubicBezTo>
                    <a:pt x="779060" y="411575"/>
                    <a:pt x="461401" y="30575"/>
                    <a:pt x="435207" y="0"/>
                  </a:cubicBezTo>
                  <a:cubicBezTo>
                    <a:pt x="170412" y="223933"/>
                    <a:pt x="1629" y="558070"/>
                    <a:pt x="10" y="932021"/>
                  </a:cubicBezTo>
                  <a:cubicBezTo>
                    <a:pt x="-371" y="1028700"/>
                    <a:pt x="10392" y="1122712"/>
                    <a:pt x="31157" y="1213104"/>
                  </a:cubicBezTo>
                  <a:cubicBezTo>
                    <a:pt x="60970" y="1206532"/>
                    <a:pt x="552841" y="1092613"/>
                    <a:pt x="666569" y="7501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5D2C7748-445A-4908-A98D-8C1800ABBEA7}"/>
                </a:ext>
              </a:extLst>
            </p:cNvPr>
            <p:cNvSpPr/>
            <p:nvPr/>
          </p:nvSpPr>
          <p:spPr>
            <a:xfrm>
              <a:off x="2496692" y="4219701"/>
              <a:ext cx="1029858" cy="848932"/>
            </a:xfrm>
            <a:custGeom>
              <a:avLst/>
              <a:gdLst>
                <a:gd name="connsiteX0" fmla="*/ 782003 w 1029858"/>
                <a:gd name="connsiteY0" fmla="*/ 100934 h 848932"/>
                <a:gd name="connsiteX1" fmla="*/ 0 w 1029858"/>
                <a:gd name="connsiteY1" fmla="*/ 87980 h 848932"/>
                <a:gd name="connsiteX2" fmla="*/ 1025843 w 1029858"/>
                <a:gd name="connsiteY2" fmla="*/ 848932 h 848932"/>
                <a:gd name="connsiteX3" fmla="*/ 782003 w 1029858"/>
                <a:gd name="connsiteY3" fmla="*/ 100934 h 8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9858" h="848932">
                  <a:moveTo>
                    <a:pt x="782003" y="100934"/>
                  </a:moveTo>
                  <a:cubicBezTo>
                    <a:pt x="500824" y="-106140"/>
                    <a:pt x="53912" y="65977"/>
                    <a:pt x="0" y="87980"/>
                  </a:cubicBezTo>
                  <a:cubicBezTo>
                    <a:pt x="168783" y="504127"/>
                    <a:pt x="559403" y="806927"/>
                    <a:pt x="1025843" y="848932"/>
                  </a:cubicBezTo>
                  <a:cubicBezTo>
                    <a:pt x="1028033" y="826358"/>
                    <a:pt x="1074896" y="316770"/>
                    <a:pt x="782003" y="1009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D5AF26B3-A801-478A-995F-0DB30CC90980}"/>
                </a:ext>
              </a:extLst>
            </p:cNvPr>
            <p:cNvSpPr/>
            <p:nvPr/>
          </p:nvSpPr>
          <p:spPr>
            <a:xfrm>
              <a:off x="5578922" y="4238632"/>
              <a:ext cx="1038571" cy="841620"/>
            </a:xfrm>
            <a:custGeom>
              <a:avLst/>
              <a:gdLst>
                <a:gd name="connsiteX0" fmla="*/ 256474 w 1038571"/>
                <a:gd name="connsiteY0" fmla="*/ 96385 h 841620"/>
                <a:gd name="connsiteX1" fmla="*/ 2918 w 1038571"/>
                <a:gd name="connsiteY1" fmla="*/ 841621 h 841620"/>
                <a:gd name="connsiteX2" fmla="*/ 1038572 w 1038571"/>
                <a:gd name="connsiteY2" fmla="*/ 93623 h 841620"/>
                <a:gd name="connsiteX3" fmla="*/ 256474 w 1038571"/>
                <a:gd name="connsiteY3" fmla="*/ 96385 h 841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571" h="841620">
                  <a:moveTo>
                    <a:pt x="256474" y="96385"/>
                  </a:moveTo>
                  <a:cubicBezTo>
                    <a:pt x="-42040" y="310221"/>
                    <a:pt x="1680" y="828095"/>
                    <a:pt x="2918" y="841621"/>
                  </a:cubicBezTo>
                  <a:cubicBezTo>
                    <a:pt x="470215" y="805521"/>
                    <a:pt x="864550" y="507484"/>
                    <a:pt x="1038572" y="93623"/>
                  </a:cubicBezTo>
                  <a:cubicBezTo>
                    <a:pt x="984660" y="70953"/>
                    <a:pt x="540224" y="-106879"/>
                    <a:pt x="256474" y="9638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D7071253-7A44-447C-B7DF-70C0E1AD248E}"/>
                </a:ext>
              </a:extLst>
            </p:cNvPr>
            <p:cNvSpPr/>
            <p:nvPr/>
          </p:nvSpPr>
          <p:spPr>
            <a:xfrm>
              <a:off x="6435072" y="1236916"/>
              <a:ext cx="686305" cy="1214342"/>
            </a:xfrm>
            <a:custGeom>
              <a:avLst/>
              <a:gdLst>
                <a:gd name="connsiteX0" fmla="*/ 22020 w 686305"/>
                <a:gd name="connsiteY0" fmla="*/ 742855 h 1214342"/>
                <a:gd name="connsiteX1" fmla="*/ 652766 w 686305"/>
                <a:gd name="connsiteY1" fmla="*/ 1214342 h 1214342"/>
                <a:gd name="connsiteX2" fmla="*/ 655338 w 686305"/>
                <a:gd name="connsiteY2" fmla="*/ 1205008 h 1214342"/>
                <a:gd name="connsiteX3" fmla="*/ 686294 w 686305"/>
                <a:gd name="connsiteY3" fmla="*/ 935355 h 1214342"/>
                <a:gd name="connsiteX4" fmla="*/ 259574 w 686305"/>
                <a:gd name="connsiteY4" fmla="*/ 0 h 1214342"/>
                <a:gd name="connsiteX5" fmla="*/ 22020 w 686305"/>
                <a:gd name="connsiteY5" fmla="*/ 742855 h 121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6305" h="1214342">
                  <a:moveTo>
                    <a:pt x="22020" y="742855"/>
                  </a:moveTo>
                  <a:cubicBezTo>
                    <a:pt x="134701" y="1097471"/>
                    <a:pt x="652766" y="1214342"/>
                    <a:pt x="652766" y="1214342"/>
                  </a:cubicBezTo>
                  <a:cubicBezTo>
                    <a:pt x="653718" y="1211199"/>
                    <a:pt x="654480" y="1208056"/>
                    <a:pt x="655338" y="1205008"/>
                  </a:cubicBezTo>
                  <a:cubicBezTo>
                    <a:pt x="675149" y="1118235"/>
                    <a:pt x="685913" y="1028033"/>
                    <a:pt x="686294" y="935355"/>
                  </a:cubicBezTo>
                  <a:cubicBezTo>
                    <a:pt x="687913" y="561594"/>
                    <a:pt x="522178" y="226219"/>
                    <a:pt x="259574" y="0"/>
                  </a:cubicBezTo>
                  <a:cubicBezTo>
                    <a:pt x="215378" y="51530"/>
                    <a:pt x="-82278" y="414242"/>
                    <a:pt x="22020" y="7428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23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noFill/>
          </a:ln>
        </p:spPr>
        <p:txBody>
          <a:bodyPr lIns="0" bIns="360000" anchor="ctr" anchorCtr="0"/>
          <a:lstStyle>
            <a:lvl1pPr marL="527987" indent="-527987">
              <a:buFont typeface="+mj-lt"/>
              <a:buNone/>
              <a:defRPr sz="4333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1. Titre de partie</a:t>
            </a:r>
          </a:p>
        </p:txBody>
      </p:sp>
      <p:sp>
        <p:nvSpPr>
          <p:cNvPr id="35" name="Espace réservé de la date 4">
            <a:extLst>
              <a:ext uri="{FF2B5EF4-FFF2-40B4-BE49-F238E27FC236}">
                <a16:creationId xmlns:a16="http://schemas.microsoft.com/office/drawing/2014/main" id="{979B2E0D-EA57-4BD7-9C3E-D26051B48C1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1"/>
            <a:ext cx="1560000" cy="2825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36" name="Espace réservé du pied de page 8">
            <a:extLst>
              <a:ext uri="{FF2B5EF4-FFF2-40B4-BE49-F238E27FC236}">
                <a16:creationId xmlns:a16="http://schemas.microsoft.com/office/drawing/2014/main" id="{FFFB696E-EECC-4454-8ED3-CA5C36E3B32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SVEPM 2026   -   UNVEILING TEMPORAL AND REGIONAL FACTORS OF ANTIBIOTIC RESISTANCE   -   BAREILLE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325401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titre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e 39"/>
          <p:cNvGrpSpPr/>
          <p:nvPr userDrawn="1"/>
        </p:nvGrpSpPr>
        <p:grpSpPr>
          <a:xfrm>
            <a:off x="3407701" y="2660915"/>
            <a:ext cx="7514832" cy="1629156"/>
            <a:chOff x="4528607" y="2228471"/>
            <a:chExt cx="2978905" cy="645803"/>
          </a:xfrm>
          <a:solidFill>
            <a:srgbClr val="FF9940"/>
          </a:solidFill>
        </p:grpSpPr>
        <p:sp>
          <p:nvSpPr>
            <p:cNvPr id="41" name="Forme libre : forme 11">
              <a:extLst>
                <a:ext uri="{FF2B5EF4-FFF2-40B4-BE49-F238E27FC236}">
                  <a16:creationId xmlns:a16="http://schemas.microsoft.com/office/drawing/2014/main" id="{99B404BE-FE54-428A-911D-CAC51B52FD2D}"/>
                </a:ext>
              </a:extLst>
            </p:cNvPr>
            <p:cNvSpPr/>
            <p:nvPr/>
          </p:nvSpPr>
          <p:spPr>
            <a:xfrm rot="20377350" flipH="1" flipV="1">
              <a:off x="7129985" y="2228471"/>
              <a:ext cx="377527" cy="645803"/>
            </a:xfrm>
            <a:custGeom>
              <a:avLst/>
              <a:gdLst>
                <a:gd name="connsiteX0" fmla="*/ 724043 w 755433"/>
                <a:gd name="connsiteY0" fmla="*/ 816102 h 1292256"/>
                <a:gd name="connsiteX1" fmla="*/ 25574 w 755433"/>
                <a:gd name="connsiteY1" fmla="*/ 1292257 h 1292256"/>
                <a:gd name="connsiteX2" fmla="*/ 82534 w 755433"/>
                <a:gd name="connsiteY2" fmla="*/ 575977 h 1292256"/>
                <a:gd name="connsiteX3" fmla="*/ 499824 w 755433"/>
                <a:gd name="connsiteY3" fmla="*/ 0 h 1292256"/>
                <a:gd name="connsiteX4" fmla="*/ 724043 w 755433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33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658" y="145161"/>
                    <a:pt x="499824" y="0"/>
                  </a:cubicBezTo>
                  <a:cubicBezTo>
                    <a:pt x="519922" y="24860"/>
                    <a:pt x="858250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42" name="Forme libre : forme 11">
              <a:extLst>
                <a:ext uri="{FF2B5EF4-FFF2-40B4-BE49-F238E27FC236}">
                  <a16:creationId xmlns:a16="http://schemas.microsoft.com/office/drawing/2014/main" id="{99B404BE-FE54-428A-911D-CAC51B52FD2D}"/>
                </a:ext>
              </a:extLst>
            </p:cNvPr>
            <p:cNvSpPr/>
            <p:nvPr userDrawn="1"/>
          </p:nvSpPr>
          <p:spPr>
            <a:xfrm rot="1222650" flipV="1">
              <a:off x="4528607" y="2228471"/>
              <a:ext cx="377527" cy="645803"/>
            </a:xfrm>
            <a:custGeom>
              <a:avLst/>
              <a:gdLst>
                <a:gd name="connsiteX0" fmla="*/ 724043 w 755433"/>
                <a:gd name="connsiteY0" fmla="*/ 816102 h 1292256"/>
                <a:gd name="connsiteX1" fmla="*/ 25574 w 755433"/>
                <a:gd name="connsiteY1" fmla="*/ 1292257 h 1292256"/>
                <a:gd name="connsiteX2" fmla="*/ 82534 w 755433"/>
                <a:gd name="connsiteY2" fmla="*/ 575977 h 1292256"/>
                <a:gd name="connsiteX3" fmla="*/ 499824 w 755433"/>
                <a:gd name="connsiteY3" fmla="*/ 0 h 1292256"/>
                <a:gd name="connsiteX4" fmla="*/ 724043 w 755433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33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658" y="145161"/>
                    <a:pt x="499824" y="0"/>
                  </a:cubicBezTo>
                  <a:cubicBezTo>
                    <a:pt x="519922" y="24860"/>
                    <a:pt x="858250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91A7E33E-EFFD-4ECA-B675-CED70E08C3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8AE072A-0DE3-445C-991B-1FF54D483686}"/>
              </a:ext>
            </a:extLst>
          </p:cNvPr>
          <p:cNvGrpSpPr/>
          <p:nvPr userDrawn="1"/>
        </p:nvGrpSpPr>
        <p:grpSpPr>
          <a:xfrm>
            <a:off x="11341101" y="240140"/>
            <a:ext cx="361951" cy="502176"/>
            <a:chOff x="2719388" y="0"/>
            <a:chExt cx="3708400" cy="5145088"/>
          </a:xfrm>
          <a:solidFill>
            <a:schemeClr val="bg1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6EAAAE4-81CD-4923-9B00-96AA86990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2825" y="4416425"/>
              <a:ext cx="658813" cy="723900"/>
            </a:xfrm>
            <a:custGeom>
              <a:avLst/>
              <a:gdLst>
                <a:gd name="T0" fmla="*/ 258 w 434"/>
                <a:gd name="T1" fmla="*/ 0 h 477"/>
                <a:gd name="T2" fmla="*/ 92 w 434"/>
                <a:gd name="T3" fmla="*/ 67 h 477"/>
                <a:gd name="T4" fmla="*/ 92 w 434"/>
                <a:gd name="T5" fmla="*/ 0 h 477"/>
                <a:gd name="T6" fmla="*/ 0 w 434"/>
                <a:gd name="T7" fmla="*/ 0 h 477"/>
                <a:gd name="T8" fmla="*/ 0 w 434"/>
                <a:gd name="T9" fmla="*/ 477 h 477"/>
                <a:gd name="T10" fmla="*/ 92 w 434"/>
                <a:gd name="T11" fmla="*/ 477 h 477"/>
                <a:gd name="T12" fmla="*/ 92 w 434"/>
                <a:gd name="T13" fmla="*/ 187 h 477"/>
                <a:gd name="T14" fmla="*/ 241 w 434"/>
                <a:gd name="T15" fmla="*/ 76 h 477"/>
                <a:gd name="T16" fmla="*/ 342 w 434"/>
                <a:gd name="T17" fmla="*/ 161 h 477"/>
                <a:gd name="T18" fmla="*/ 342 w 434"/>
                <a:gd name="T19" fmla="*/ 161 h 477"/>
                <a:gd name="T20" fmla="*/ 342 w 434"/>
                <a:gd name="T21" fmla="*/ 477 h 477"/>
                <a:gd name="T22" fmla="*/ 434 w 434"/>
                <a:gd name="T23" fmla="*/ 477 h 477"/>
                <a:gd name="T24" fmla="*/ 434 w 434"/>
                <a:gd name="T25" fmla="*/ 161 h 477"/>
                <a:gd name="T26" fmla="*/ 258 w 434"/>
                <a:gd name="T27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4" h="477">
                  <a:moveTo>
                    <a:pt x="258" y="0"/>
                  </a:moveTo>
                  <a:cubicBezTo>
                    <a:pt x="144" y="0"/>
                    <a:pt x="93" y="65"/>
                    <a:pt x="92" y="6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77"/>
                    <a:pt x="0" y="477"/>
                    <a:pt x="0" y="477"/>
                  </a:cubicBezTo>
                  <a:cubicBezTo>
                    <a:pt x="92" y="477"/>
                    <a:pt x="92" y="477"/>
                    <a:pt x="92" y="47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4" y="117"/>
                    <a:pt x="182" y="76"/>
                    <a:pt x="241" y="76"/>
                  </a:cubicBezTo>
                  <a:cubicBezTo>
                    <a:pt x="285" y="76"/>
                    <a:pt x="342" y="107"/>
                    <a:pt x="342" y="161"/>
                  </a:cubicBezTo>
                  <a:cubicBezTo>
                    <a:pt x="342" y="161"/>
                    <a:pt x="342" y="161"/>
                    <a:pt x="342" y="161"/>
                  </a:cubicBezTo>
                  <a:cubicBezTo>
                    <a:pt x="342" y="477"/>
                    <a:pt x="342" y="477"/>
                    <a:pt x="342" y="477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434" y="161"/>
                    <a:pt x="434" y="161"/>
                    <a:pt x="434" y="161"/>
                  </a:cubicBezTo>
                  <a:cubicBezTo>
                    <a:pt x="434" y="54"/>
                    <a:pt x="355" y="0"/>
                    <a:pt x="2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0BCD58C1-66D1-49A9-817D-EA1CCE1886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26125" y="4405313"/>
              <a:ext cx="601663" cy="738188"/>
            </a:xfrm>
            <a:custGeom>
              <a:avLst/>
              <a:gdLst>
                <a:gd name="T0" fmla="*/ 245 w 396"/>
                <a:gd name="T1" fmla="*/ 201 h 486"/>
                <a:gd name="T2" fmla="*/ 245 w 396"/>
                <a:gd name="T3" fmla="*/ 201 h 486"/>
                <a:gd name="T4" fmla="*/ 162 w 396"/>
                <a:gd name="T5" fmla="*/ 201 h 486"/>
                <a:gd name="T6" fmla="*/ 93 w 396"/>
                <a:gd name="T7" fmla="*/ 140 h 486"/>
                <a:gd name="T8" fmla="*/ 192 w 396"/>
                <a:gd name="T9" fmla="*/ 81 h 486"/>
                <a:gd name="T10" fmla="*/ 336 w 396"/>
                <a:gd name="T11" fmla="*/ 107 h 486"/>
                <a:gd name="T12" fmla="*/ 368 w 396"/>
                <a:gd name="T13" fmla="*/ 33 h 486"/>
                <a:gd name="T14" fmla="*/ 201 w 396"/>
                <a:gd name="T15" fmla="*/ 0 h 486"/>
                <a:gd name="T16" fmla="*/ 5 w 396"/>
                <a:gd name="T17" fmla="*/ 142 h 486"/>
                <a:gd name="T18" fmla="*/ 152 w 396"/>
                <a:gd name="T19" fmla="*/ 285 h 486"/>
                <a:gd name="T20" fmla="*/ 152 w 396"/>
                <a:gd name="T21" fmla="*/ 285 h 486"/>
                <a:gd name="T22" fmla="*/ 235 w 396"/>
                <a:gd name="T23" fmla="*/ 285 h 486"/>
                <a:gd name="T24" fmla="*/ 304 w 396"/>
                <a:gd name="T25" fmla="*/ 346 h 486"/>
                <a:gd name="T26" fmla="*/ 204 w 396"/>
                <a:gd name="T27" fmla="*/ 405 h 486"/>
                <a:gd name="T28" fmla="*/ 44 w 396"/>
                <a:gd name="T29" fmla="*/ 372 h 486"/>
                <a:gd name="T30" fmla="*/ 13 w 396"/>
                <a:gd name="T31" fmla="*/ 446 h 486"/>
                <a:gd name="T32" fmla="*/ 195 w 396"/>
                <a:gd name="T33" fmla="*/ 486 h 486"/>
                <a:gd name="T34" fmla="*/ 391 w 396"/>
                <a:gd name="T35" fmla="*/ 345 h 486"/>
                <a:gd name="T36" fmla="*/ 245 w 396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6" h="486">
                  <a:moveTo>
                    <a:pt x="245" y="201"/>
                  </a:moveTo>
                  <a:cubicBezTo>
                    <a:pt x="245" y="201"/>
                    <a:pt x="245" y="201"/>
                    <a:pt x="245" y="201"/>
                  </a:cubicBezTo>
                  <a:cubicBezTo>
                    <a:pt x="162" y="201"/>
                    <a:pt x="162" y="201"/>
                    <a:pt x="162" y="201"/>
                  </a:cubicBezTo>
                  <a:cubicBezTo>
                    <a:pt x="115" y="201"/>
                    <a:pt x="91" y="183"/>
                    <a:pt x="93" y="140"/>
                  </a:cubicBezTo>
                  <a:cubicBezTo>
                    <a:pt x="95" y="95"/>
                    <a:pt x="144" y="81"/>
                    <a:pt x="192" y="81"/>
                  </a:cubicBezTo>
                  <a:cubicBezTo>
                    <a:pt x="261" y="81"/>
                    <a:pt x="312" y="98"/>
                    <a:pt x="336" y="107"/>
                  </a:cubicBezTo>
                  <a:cubicBezTo>
                    <a:pt x="368" y="33"/>
                    <a:pt x="368" y="33"/>
                    <a:pt x="368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1" y="0"/>
                    <a:pt x="10" y="32"/>
                    <a:pt x="5" y="142"/>
                  </a:cubicBezTo>
                  <a:cubicBezTo>
                    <a:pt x="0" y="248"/>
                    <a:pt x="74" y="283"/>
                    <a:pt x="152" y="285"/>
                  </a:cubicBezTo>
                  <a:cubicBezTo>
                    <a:pt x="152" y="285"/>
                    <a:pt x="152" y="285"/>
                    <a:pt x="152" y="285"/>
                  </a:cubicBezTo>
                  <a:cubicBezTo>
                    <a:pt x="235" y="285"/>
                    <a:pt x="235" y="285"/>
                    <a:pt x="235" y="285"/>
                  </a:cubicBezTo>
                  <a:cubicBezTo>
                    <a:pt x="281" y="285"/>
                    <a:pt x="306" y="303"/>
                    <a:pt x="304" y="346"/>
                  </a:cubicBezTo>
                  <a:cubicBezTo>
                    <a:pt x="302" y="391"/>
                    <a:pt x="253" y="405"/>
                    <a:pt x="204" y="405"/>
                  </a:cubicBezTo>
                  <a:cubicBezTo>
                    <a:pt x="106" y="405"/>
                    <a:pt x="44" y="372"/>
                    <a:pt x="44" y="372"/>
                  </a:cubicBezTo>
                  <a:cubicBezTo>
                    <a:pt x="13" y="446"/>
                    <a:pt x="13" y="446"/>
                    <a:pt x="13" y="446"/>
                  </a:cubicBezTo>
                  <a:cubicBezTo>
                    <a:pt x="13" y="446"/>
                    <a:pt x="83" y="486"/>
                    <a:pt x="195" y="486"/>
                  </a:cubicBezTo>
                  <a:cubicBezTo>
                    <a:pt x="276" y="486"/>
                    <a:pt x="387" y="454"/>
                    <a:pt x="391" y="345"/>
                  </a:cubicBezTo>
                  <a:cubicBezTo>
                    <a:pt x="396" y="238"/>
                    <a:pt x="322" y="203"/>
                    <a:pt x="245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AE8DB6E-B1F5-4293-BB50-9FC333A20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026025" y="4402138"/>
              <a:ext cx="700088" cy="742950"/>
            </a:xfrm>
            <a:custGeom>
              <a:avLst/>
              <a:gdLst>
                <a:gd name="T0" fmla="*/ 234 w 460"/>
                <a:gd name="T1" fmla="*/ 0 h 489"/>
                <a:gd name="T2" fmla="*/ 0 w 460"/>
                <a:gd name="T3" fmla="*/ 249 h 489"/>
                <a:gd name="T4" fmla="*/ 256 w 460"/>
                <a:gd name="T5" fmla="*/ 489 h 489"/>
                <a:gd name="T6" fmla="*/ 437 w 460"/>
                <a:gd name="T7" fmla="*/ 449 h 489"/>
                <a:gd name="T8" fmla="*/ 403 w 460"/>
                <a:gd name="T9" fmla="*/ 378 h 489"/>
                <a:gd name="T10" fmla="*/ 253 w 460"/>
                <a:gd name="T11" fmla="*/ 408 h 489"/>
                <a:gd name="T12" fmla="*/ 96 w 460"/>
                <a:gd name="T13" fmla="*/ 285 h 489"/>
                <a:gd name="T14" fmla="*/ 367 w 460"/>
                <a:gd name="T15" fmla="*/ 285 h 489"/>
                <a:gd name="T16" fmla="*/ 460 w 460"/>
                <a:gd name="T17" fmla="*/ 285 h 489"/>
                <a:gd name="T18" fmla="*/ 460 w 460"/>
                <a:gd name="T19" fmla="*/ 243 h 489"/>
                <a:gd name="T20" fmla="*/ 234 w 460"/>
                <a:gd name="T21" fmla="*/ 0 h 489"/>
                <a:gd name="T22" fmla="*/ 97 w 460"/>
                <a:gd name="T23" fmla="*/ 209 h 489"/>
                <a:gd name="T24" fmla="*/ 238 w 460"/>
                <a:gd name="T25" fmla="*/ 79 h 489"/>
                <a:gd name="T26" fmla="*/ 366 w 460"/>
                <a:gd name="T27" fmla="*/ 209 h 489"/>
                <a:gd name="T28" fmla="*/ 97 w 460"/>
                <a:gd name="T29" fmla="*/ 20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0" h="489">
                  <a:moveTo>
                    <a:pt x="234" y="0"/>
                  </a:moveTo>
                  <a:cubicBezTo>
                    <a:pt x="101" y="0"/>
                    <a:pt x="0" y="77"/>
                    <a:pt x="0" y="249"/>
                  </a:cubicBezTo>
                  <a:cubicBezTo>
                    <a:pt x="0" y="421"/>
                    <a:pt x="127" y="489"/>
                    <a:pt x="256" y="489"/>
                  </a:cubicBezTo>
                  <a:cubicBezTo>
                    <a:pt x="375" y="489"/>
                    <a:pt x="437" y="449"/>
                    <a:pt x="437" y="449"/>
                  </a:cubicBezTo>
                  <a:cubicBezTo>
                    <a:pt x="403" y="378"/>
                    <a:pt x="403" y="378"/>
                    <a:pt x="403" y="378"/>
                  </a:cubicBezTo>
                  <a:cubicBezTo>
                    <a:pt x="403" y="378"/>
                    <a:pt x="357" y="408"/>
                    <a:pt x="253" y="408"/>
                  </a:cubicBezTo>
                  <a:cubicBezTo>
                    <a:pt x="182" y="408"/>
                    <a:pt x="106" y="386"/>
                    <a:pt x="96" y="285"/>
                  </a:cubicBezTo>
                  <a:cubicBezTo>
                    <a:pt x="367" y="285"/>
                    <a:pt x="367" y="285"/>
                    <a:pt x="367" y="285"/>
                  </a:cubicBezTo>
                  <a:cubicBezTo>
                    <a:pt x="460" y="285"/>
                    <a:pt x="460" y="285"/>
                    <a:pt x="460" y="285"/>
                  </a:cubicBezTo>
                  <a:cubicBezTo>
                    <a:pt x="460" y="243"/>
                    <a:pt x="460" y="243"/>
                    <a:pt x="460" y="243"/>
                  </a:cubicBezTo>
                  <a:cubicBezTo>
                    <a:pt x="460" y="87"/>
                    <a:pt x="388" y="0"/>
                    <a:pt x="234" y="0"/>
                  </a:cubicBezTo>
                  <a:close/>
                  <a:moveTo>
                    <a:pt x="97" y="209"/>
                  </a:moveTo>
                  <a:cubicBezTo>
                    <a:pt x="108" y="108"/>
                    <a:pt x="159" y="79"/>
                    <a:pt x="238" y="79"/>
                  </a:cubicBezTo>
                  <a:cubicBezTo>
                    <a:pt x="322" y="79"/>
                    <a:pt x="360" y="119"/>
                    <a:pt x="366" y="209"/>
                  </a:cubicBezTo>
                  <a:lnTo>
                    <a:pt x="97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EC8E473-602C-4ABE-8E74-27DE0B2568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35463" y="4405313"/>
              <a:ext cx="600075" cy="738188"/>
            </a:xfrm>
            <a:custGeom>
              <a:avLst/>
              <a:gdLst>
                <a:gd name="T0" fmla="*/ 244 w 395"/>
                <a:gd name="T1" fmla="*/ 201 h 486"/>
                <a:gd name="T2" fmla="*/ 244 w 395"/>
                <a:gd name="T3" fmla="*/ 201 h 486"/>
                <a:gd name="T4" fmla="*/ 161 w 395"/>
                <a:gd name="T5" fmla="*/ 201 h 486"/>
                <a:gd name="T6" fmla="*/ 92 w 395"/>
                <a:gd name="T7" fmla="*/ 140 h 486"/>
                <a:gd name="T8" fmla="*/ 191 w 395"/>
                <a:gd name="T9" fmla="*/ 81 h 486"/>
                <a:gd name="T10" fmla="*/ 336 w 395"/>
                <a:gd name="T11" fmla="*/ 107 h 486"/>
                <a:gd name="T12" fmla="*/ 367 w 395"/>
                <a:gd name="T13" fmla="*/ 33 h 486"/>
                <a:gd name="T14" fmla="*/ 201 w 395"/>
                <a:gd name="T15" fmla="*/ 0 h 486"/>
                <a:gd name="T16" fmla="*/ 4 w 395"/>
                <a:gd name="T17" fmla="*/ 142 h 486"/>
                <a:gd name="T18" fmla="*/ 151 w 395"/>
                <a:gd name="T19" fmla="*/ 285 h 486"/>
                <a:gd name="T20" fmla="*/ 151 w 395"/>
                <a:gd name="T21" fmla="*/ 285 h 486"/>
                <a:gd name="T22" fmla="*/ 234 w 395"/>
                <a:gd name="T23" fmla="*/ 285 h 486"/>
                <a:gd name="T24" fmla="*/ 303 w 395"/>
                <a:gd name="T25" fmla="*/ 346 h 486"/>
                <a:gd name="T26" fmla="*/ 203 w 395"/>
                <a:gd name="T27" fmla="*/ 405 h 486"/>
                <a:gd name="T28" fmla="*/ 44 w 395"/>
                <a:gd name="T29" fmla="*/ 372 h 486"/>
                <a:gd name="T30" fmla="*/ 12 w 395"/>
                <a:gd name="T31" fmla="*/ 446 h 486"/>
                <a:gd name="T32" fmla="*/ 194 w 395"/>
                <a:gd name="T33" fmla="*/ 486 h 486"/>
                <a:gd name="T34" fmla="*/ 391 w 395"/>
                <a:gd name="T35" fmla="*/ 345 h 486"/>
                <a:gd name="T36" fmla="*/ 244 w 395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5" h="486">
                  <a:moveTo>
                    <a:pt x="244" y="201"/>
                  </a:moveTo>
                  <a:cubicBezTo>
                    <a:pt x="244" y="201"/>
                    <a:pt x="244" y="201"/>
                    <a:pt x="244" y="201"/>
                  </a:cubicBezTo>
                  <a:cubicBezTo>
                    <a:pt x="161" y="201"/>
                    <a:pt x="161" y="201"/>
                    <a:pt x="161" y="201"/>
                  </a:cubicBezTo>
                  <a:cubicBezTo>
                    <a:pt x="115" y="201"/>
                    <a:pt x="90" y="183"/>
                    <a:pt x="92" y="140"/>
                  </a:cubicBezTo>
                  <a:cubicBezTo>
                    <a:pt x="94" y="95"/>
                    <a:pt x="143" y="81"/>
                    <a:pt x="191" y="81"/>
                  </a:cubicBezTo>
                  <a:cubicBezTo>
                    <a:pt x="260" y="81"/>
                    <a:pt x="311" y="98"/>
                    <a:pt x="336" y="107"/>
                  </a:cubicBezTo>
                  <a:cubicBezTo>
                    <a:pt x="367" y="33"/>
                    <a:pt x="367" y="33"/>
                    <a:pt x="367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0" y="0"/>
                    <a:pt x="9" y="32"/>
                    <a:pt x="4" y="142"/>
                  </a:cubicBezTo>
                  <a:cubicBezTo>
                    <a:pt x="0" y="248"/>
                    <a:pt x="74" y="283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234" y="285"/>
                    <a:pt x="234" y="285"/>
                    <a:pt x="234" y="285"/>
                  </a:cubicBezTo>
                  <a:cubicBezTo>
                    <a:pt x="280" y="285"/>
                    <a:pt x="305" y="303"/>
                    <a:pt x="303" y="346"/>
                  </a:cubicBezTo>
                  <a:cubicBezTo>
                    <a:pt x="301" y="391"/>
                    <a:pt x="252" y="405"/>
                    <a:pt x="203" y="405"/>
                  </a:cubicBezTo>
                  <a:cubicBezTo>
                    <a:pt x="105" y="405"/>
                    <a:pt x="44" y="372"/>
                    <a:pt x="44" y="372"/>
                  </a:cubicBezTo>
                  <a:cubicBezTo>
                    <a:pt x="12" y="446"/>
                    <a:pt x="12" y="446"/>
                    <a:pt x="12" y="446"/>
                  </a:cubicBezTo>
                  <a:cubicBezTo>
                    <a:pt x="12" y="446"/>
                    <a:pt x="83" y="486"/>
                    <a:pt x="194" y="486"/>
                  </a:cubicBezTo>
                  <a:cubicBezTo>
                    <a:pt x="275" y="486"/>
                    <a:pt x="386" y="454"/>
                    <a:pt x="391" y="345"/>
                  </a:cubicBezTo>
                  <a:cubicBezTo>
                    <a:pt x="395" y="238"/>
                    <a:pt x="321" y="203"/>
                    <a:pt x="244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4FE414C-3DB9-4FE9-B834-0A39C9D48A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19388" y="4406900"/>
              <a:ext cx="671513" cy="735013"/>
            </a:xfrm>
            <a:custGeom>
              <a:avLst/>
              <a:gdLst>
                <a:gd name="T0" fmla="*/ 220 w 442"/>
                <a:gd name="T1" fmla="*/ 0 h 484"/>
                <a:gd name="T2" fmla="*/ 39 w 442"/>
                <a:gd name="T3" fmla="*/ 30 h 484"/>
                <a:gd name="T4" fmla="*/ 75 w 442"/>
                <a:gd name="T5" fmla="*/ 104 h 484"/>
                <a:gd name="T6" fmla="*/ 230 w 442"/>
                <a:gd name="T7" fmla="*/ 81 h 484"/>
                <a:gd name="T8" fmla="*/ 350 w 442"/>
                <a:gd name="T9" fmla="*/ 168 h 484"/>
                <a:gd name="T10" fmla="*/ 350 w 442"/>
                <a:gd name="T11" fmla="*/ 196 h 484"/>
                <a:gd name="T12" fmla="*/ 168 w 442"/>
                <a:gd name="T13" fmla="*/ 196 h 484"/>
                <a:gd name="T14" fmla="*/ 0 w 442"/>
                <a:gd name="T15" fmla="*/ 339 h 484"/>
                <a:gd name="T16" fmla="*/ 181 w 442"/>
                <a:gd name="T17" fmla="*/ 484 h 484"/>
                <a:gd name="T18" fmla="*/ 350 w 442"/>
                <a:gd name="T19" fmla="*/ 417 h 484"/>
                <a:gd name="T20" fmla="*/ 350 w 442"/>
                <a:gd name="T21" fmla="*/ 484 h 484"/>
                <a:gd name="T22" fmla="*/ 442 w 442"/>
                <a:gd name="T23" fmla="*/ 484 h 484"/>
                <a:gd name="T24" fmla="*/ 442 w 442"/>
                <a:gd name="T25" fmla="*/ 142 h 484"/>
                <a:gd name="T26" fmla="*/ 220 w 442"/>
                <a:gd name="T27" fmla="*/ 0 h 484"/>
                <a:gd name="T28" fmla="*/ 350 w 442"/>
                <a:gd name="T29" fmla="*/ 295 h 484"/>
                <a:gd name="T30" fmla="*/ 198 w 442"/>
                <a:gd name="T31" fmla="*/ 407 h 484"/>
                <a:gd name="T32" fmla="*/ 95 w 442"/>
                <a:gd name="T33" fmla="*/ 338 h 484"/>
                <a:gd name="T34" fmla="*/ 173 w 442"/>
                <a:gd name="T35" fmla="*/ 269 h 484"/>
                <a:gd name="T36" fmla="*/ 350 w 442"/>
                <a:gd name="T37" fmla="*/ 269 h 484"/>
                <a:gd name="T38" fmla="*/ 350 w 442"/>
                <a:gd name="T39" fmla="*/ 295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2" h="484">
                  <a:moveTo>
                    <a:pt x="220" y="0"/>
                  </a:moveTo>
                  <a:cubicBezTo>
                    <a:pt x="135" y="0"/>
                    <a:pt x="72" y="18"/>
                    <a:pt x="39" y="30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105" y="95"/>
                    <a:pt x="159" y="81"/>
                    <a:pt x="230" y="81"/>
                  </a:cubicBezTo>
                  <a:cubicBezTo>
                    <a:pt x="285" y="81"/>
                    <a:pt x="350" y="96"/>
                    <a:pt x="350" y="168"/>
                  </a:cubicBezTo>
                  <a:cubicBezTo>
                    <a:pt x="350" y="168"/>
                    <a:pt x="350" y="194"/>
                    <a:pt x="350" y="196"/>
                  </a:cubicBezTo>
                  <a:cubicBezTo>
                    <a:pt x="168" y="196"/>
                    <a:pt x="168" y="196"/>
                    <a:pt x="168" y="196"/>
                  </a:cubicBezTo>
                  <a:cubicBezTo>
                    <a:pt x="75" y="196"/>
                    <a:pt x="0" y="229"/>
                    <a:pt x="0" y="339"/>
                  </a:cubicBezTo>
                  <a:cubicBezTo>
                    <a:pt x="0" y="438"/>
                    <a:pt x="81" y="484"/>
                    <a:pt x="181" y="484"/>
                  </a:cubicBezTo>
                  <a:cubicBezTo>
                    <a:pt x="298" y="484"/>
                    <a:pt x="350" y="417"/>
                    <a:pt x="350" y="417"/>
                  </a:cubicBezTo>
                  <a:cubicBezTo>
                    <a:pt x="350" y="484"/>
                    <a:pt x="350" y="484"/>
                    <a:pt x="350" y="484"/>
                  </a:cubicBezTo>
                  <a:cubicBezTo>
                    <a:pt x="442" y="484"/>
                    <a:pt x="442" y="484"/>
                    <a:pt x="442" y="484"/>
                  </a:cubicBezTo>
                  <a:cubicBezTo>
                    <a:pt x="442" y="142"/>
                    <a:pt x="442" y="142"/>
                    <a:pt x="442" y="142"/>
                  </a:cubicBezTo>
                  <a:cubicBezTo>
                    <a:pt x="437" y="32"/>
                    <a:pt x="311" y="0"/>
                    <a:pt x="220" y="0"/>
                  </a:cubicBezTo>
                  <a:close/>
                  <a:moveTo>
                    <a:pt x="350" y="295"/>
                  </a:moveTo>
                  <a:cubicBezTo>
                    <a:pt x="350" y="366"/>
                    <a:pt x="258" y="407"/>
                    <a:pt x="198" y="407"/>
                  </a:cubicBezTo>
                  <a:cubicBezTo>
                    <a:pt x="153" y="407"/>
                    <a:pt x="95" y="392"/>
                    <a:pt x="95" y="338"/>
                  </a:cubicBezTo>
                  <a:cubicBezTo>
                    <a:pt x="95" y="284"/>
                    <a:pt x="126" y="269"/>
                    <a:pt x="173" y="269"/>
                  </a:cubicBezTo>
                  <a:cubicBezTo>
                    <a:pt x="350" y="269"/>
                    <a:pt x="350" y="269"/>
                    <a:pt x="350" y="269"/>
                  </a:cubicBezTo>
                  <a:lnTo>
                    <a:pt x="350" y="2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CCE5207A-3E84-4DC4-A07C-47027DA0FF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5850" y="0"/>
              <a:ext cx="1914525" cy="965200"/>
            </a:xfrm>
            <a:custGeom>
              <a:avLst/>
              <a:gdLst>
                <a:gd name="T0" fmla="*/ 1260 w 1260"/>
                <a:gd name="T1" fmla="*/ 183 h 636"/>
                <a:gd name="T2" fmla="*/ 632 w 1260"/>
                <a:gd name="T3" fmla="*/ 0 h 636"/>
                <a:gd name="T4" fmla="*/ 0 w 1260"/>
                <a:gd name="T5" fmla="*/ 174 h 636"/>
                <a:gd name="T6" fmla="*/ 630 w 1260"/>
                <a:gd name="T7" fmla="*/ 635 h 636"/>
                <a:gd name="T8" fmla="*/ 1260 w 1260"/>
                <a:gd name="T9" fmla="*/ 183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0" h="636">
                  <a:moveTo>
                    <a:pt x="1260" y="183"/>
                  </a:moveTo>
                  <a:cubicBezTo>
                    <a:pt x="1088" y="73"/>
                    <a:pt x="862" y="0"/>
                    <a:pt x="632" y="0"/>
                  </a:cubicBezTo>
                  <a:cubicBezTo>
                    <a:pt x="418" y="0"/>
                    <a:pt x="197" y="52"/>
                    <a:pt x="0" y="174"/>
                  </a:cubicBezTo>
                  <a:cubicBezTo>
                    <a:pt x="0" y="174"/>
                    <a:pt x="269" y="634"/>
                    <a:pt x="630" y="635"/>
                  </a:cubicBezTo>
                  <a:cubicBezTo>
                    <a:pt x="992" y="636"/>
                    <a:pt x="1260" y="183"/>
                    <a:pt x="1260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77B6E331-2620-41C0-B97C-1B12164FD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2563" y="436563"/>
              <a:ext cx="1201738" cy="1819275"/>
            </a:xfrm>
            <a:custGeom>
              <a:avLst/>
              <a:gdLst>
                <a:gd name="T0" fmla="*/ 438 w 791"/>
                <a:gd name="T1" fmla="*/ 0 h 1198"/>
                <a:gd name="T2" fmla="*/ 75 w 791"/>
                <a:gd name="T3" fmla="*/ 545 h 1198"/>
                <a:gd name="T4" fmla="*/ 52 w 791"/>
                <a:gd name="T5" fmla="*/ 1198 h 1198"/>
                <a:gd name="T6" fmla="*/ 679 w 791"/>
                <a:gd name="T7" fmla="*/ 742 h 1198"/>
                <a:gd name="T8" fmla="*/ 438 w 791"/>
                <a:gd name="T9" fmla="*/ 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1" h="1198">
                  <a:moveTo>
                    <a:pt x="438" y="0"/>
                  </a:moveTo>
                  <a:cubicBezTo>
                    <a:pt x="273" y="139"/>
                    <a:pt x="147" y="326"/>
                    <a:pt x="75" y="545"/>
                  </a:cubicBezTo>
                  <a:cubicBezTo>
                    <a:pt x="4" y="764"/>
                    <a:pt x="0" y="981"/>
                    <a:pt x="52" y="1198"/>
                  </a:cubicBezTo>
                  <a:cubicBezTo>
                    <a:pt x="52" y="1198"/>
                    <a:pt x="566" y="1086"/>
                    <a:pt x="679" y="742"/>
                  </a:cubicBezTo>
                  <a:cubicBezTo>
                    <a:pt x="791" y="399"/>
                    <a:pt x="438" y="0"/>
                    <a:pt x="4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DA1FDC7C-42C8-4041-B97D-F2CA92B557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82900" y="2185988"/>
              <a:ext cx="1622425" cy="1447800"/>
            </a:xfrm>
            <a:custGeom>
              <a:avLst/>
              <a:gdLst>
                <a:gd name="T0" fmla="*/ 0 w 1067"/>
                <a:gd name="T1" fmla="*/ 211 h 954"/>
                <a:gd name="T2" fmla="*/ 401 w 1067"/>
                <a:gd name="T3" fmla="*/ 726 h 954"/>
                <a:gd name="T4" fmla="*/ 1016 w 1067"/>
                <a:gd name="T5" fmla="*/ 954 h 954"/>
                <a:gd name="T6" fmla="*/ 775 w 1067"/>
                <a:gd name="T7" fmla="*/ 213 h 954"/>
                <a:gd name="T8" fmla="*/ 0 w 1067"/>
                <a:gd name="T9" fmla="*/ 211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7" h="954">
                  <a:moveTo>
                    <a:pt x="0" y="211"/>
                  </a:moveTo>
                  <a:cubicBezTo>
                    <a:pt x="84" y="414"/>
                    <a:pt x="218" y="590"/>
                    <a:pt x="401" y="726"/>
                  </a:cubicBezTo>
                  <a:cubicBezTo>
                    <a:pt x="586" y="863"/>
                    <a:pt x="810" y="941"/>
                    <a:pt x="1016" y="954"/>
                  </a:cubicBezTo>
                  <a:cubicBezTo>
                    <a:pt x="1016" y="954"/>
                    <a:pt x="1067" y="426"/>
                    <a:pt x="775" y="213"/>
                  </a:cubicBezTo>
                  <a:cubicBezTo>
                    <a:pt x="483" y="0"/>
                    <a:pt x="0" y="211"/>
                    <a:pt x="0" y="2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7F7052C-55C2-4219-9B97-3B0041EC6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5500" y="2182813"/>
              <a:ext cx="1627188" cy="1450975"/>
            </a:xfrm>
            <a:custGeom>
              <a:avLst/>
              <a:gdLst>
                <a:gd name="T0" fmla="*/ 58 w 1071"/>
                <a:gd name="T1" fmla="*/ 956 h 956"/>
                <a:gd name="T2" fmla="*/ 669 w 1071"/>
                <a:gd name="T3" fmla="*/ 725 h 956"/>
                <a:gd name="T4" fmla="*/ 1071 w 1071"/>
                <a:gd name="T5" fmla="*/ 207 h 956"/>
                <a:gd name="T6" fmla="*/ 291 w 1071"/>
                <a:gd name="T7" fmla="*/ 215 h 956"/>
                <a:gd name="T8" fmla="*/ 58 w 1071"/>
                <a:gd name="T9" fmla="*/ 956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1" h="956">
                  <a:moveTo>
                    <a:pt x="58" y="956"/>
                  </a:moveTo>
                  <a:cubicBezTo>
                    <a:pt x="289" y="933"/>
                    <a:pt x="482" y="860"/>
                    <a:pt x="669" y="725"/>
                  </a:cubicBezTo>
                  <a:cubicBezTo>
                    <a:pt x="850" y="594"/>
                    <a:pt x="987" y="409"/>
                    <a:pt x="1071" y="207"/>
                  </a:cubicBezTo>
                  <a:cubicBezTo>
                    <a:pt x="1071" y="207"/>
                    <a:pt x="581" y="0"/>
                    <a:pt x="291" y="215"/>
                  </a:cubicBezTo>
                  <a:cubicBezTo>
                    <a:pt x="0" y="431"/>
                    <a:pt x="58" y="956"/>
                    <a:pt x="58" y="9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CD66E80E-6FF0-460D-B6F3-3BFD4976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9700" y="439738"/>
              <a:ext cx="1195388" cy="1819275"/>
            </a:xfrm>
            <a:custGeom>
              <a:avLst/>
              <a:gdLst>
                <a:gd name="T0" fmla="*/ 737 w 787"/>
                <a:gd name="T1" fmla="*/ 1198 h 1198"/>
                <a:gd name="T2" fmla="*/ 715 w 787"/>
                <a:gd name="T3" fmla="*/ 544 h 1198"/>
                <a:gd name="T4" fmla="*/ 355 w 787"/>
                <a:gd name="T5" fmla="*/ 0 h 1198"/>
                <a:gd name="T6" fmla="*/ 111 w 787"/>
                <a:gd name="T7" fmla="*/ 739 h 1198"/>
                <a:gd name="T8" fmla="*/ 737 w 787"/>
                <a:gd name="T9" fmla="*/ 1198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7" h="1198">
                  <a:moveTo>
                    <a:pt x="737" y="1198"/>
                  </a:moveTo>
                  <a:cubicBezTo>
                    <a:pt x="787" y="991"/>
                    <a:pt x="786" y="764"/>
                    <a:pt x="715" y="544"/>
                  </a:cubicBezTo>
                  <a:cubicBezTo>
                    <a:pt x="645" y="325"/>
                    <a:pt x="518" y="144"/>
                    <a:pt x="355" y="0"/>
                  </a:cubicBezTo>
                  <a:cubicBezTo>
                    <a:pt x="355" y="0"/>
                    <a:pt x="0" y="395"/>
                    <a:pt x="111" y="739"/>
                  </a:cubicBezTo>
                  <a:cubicBezTo>
                    <a:pt x="222" y="1083"/>
                    <a:pt x="737" y="1198"/>
                    <a:pt x="737" y="1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sp>
        <p:nvSpPr>
          <p:cNvPr id="23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noFill/>
          </a:ln>
        </p:spPr>
        <p:txBody>
          <a:bodyPr lIns="0" bIns="360000" anchor="ctr" anchorCtr="0"/>
          <a:lstStyle>
            <a:lvl1pPr marL="527987" indent="-527987">
              <a:buFont typeface="+mj-lt"/>
              <a:buNone/>
              <a:defRPr sz="4333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1. Titre de partie</a:t>
            </a:r>
          </a:p>
        </p:txBody>
      </p:sp>
      <p:sp>
        <p:nvSpPr>
          <p:cNvPr id="35" name="Espace réservé de la date 4">
            <a:extLst>
              <a:ext uri="{FF2B5EF4-FFF2-40B4-BE49-F238E27FC236}">
                <a16:creationId xmlns:a16="http://schemas.microsoft.com/office/drawing/2014/main" id="{979B2E0D-EA57-4BD7-9C3E-D26051B48C1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1"/>
            <a:ext cx="1560000" cy="2825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36" name="Espace réservé du pied de page 8">
            <a:extLst>
              <a:ext uri="{FF2B5EF4-FFF2-40B4-BE49-F238E27FC236}">
                <a16:creationId xmlns:a16="http://schemas.microsoft.com/office/drawing/2014/main" id="{FFFB696E-EECC-4454-8ED3-CA5C36E3B32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SVEPM 2026   -   UNVEILING TEMPORAL AND REGIONAL FACTORS OF ANTIBIOTIC RESISTANCE   -   BAREILLE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7883163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titre 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91A7E33E-EFFD-4ECA-B675-CED70E08C3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8AE072A-0DE3-445C-991B-1FF54D483686}"/>
              </a:ext>
            </a:extLst>
          </p:cNvPr>
          <p:cNvGrpSpPr/>
          <p:nvPr userDrawn="1"/>
        </p:nvGrpSpPr>
        <p:grpSpPr>
          <a:xfrm>
            <a:off x="11341101" y="240140"/>
            <a:ext cx="361951" cy="502176"/>
            <a:chOff x="2719388" y="0"/>
            <a:chExt cx="3708400" cy="5145088"/>
          </a:xfrm>
          <a:solidFill>
            <a:schemeClr val="bg1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6EAAAE4-81CD-4923-9B00-96AA86990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2825" y="4416425"/>
              <a:ext cx="658813" cy="723900"/>
            </a:xfrm>
            <a:custGeom>
              <a:avLst/>
              <a:gdLst>
                <a:gd name="T0" fmla="*/ 258 w 434"/>
                <a:gd name="T1" fmla="*/ 0 h 477"/>
                <a:gd name="T2" fmla="*/ 92 w 434"/>
                <a:gd name="T3" fmla="*/ 67 h 477"/>
                <a:gd name="T4" fmla="*/ 92 w 434"/>
                <a:gd name="T5" fmla="*/ 0 h 477"/>
                <a:gd name="T6" fmla="*/ 0 w 434"/>
                <a:gd name="T7" fmla="*/ 0 h 477"/>
                <a:gd name="T8" fmla="*/ 0 w 434"/>
                <a:gd name="T9" fmla="*/ 477 h 477"/>
                <a:gd name="T10" fmla="*/ 92 w 434"/>
                <a:gd name="T11" fmla="*/ 477 h 477"/>
                <a:gd name="T12" fmla="*/ 92 w 434"/>
                <a:gd name="T13" fmla="*/ 187 h 477"/>
                <a:gd name="T14" fmla="*/ 241 w 434"/>
                <a:gd name="T15" fmla="*/ 76 h 477"/>
                <a:gd name="T16" fmla="*/ 342 w 434"/>
                <a:gd name="T17" fmla="*/ 161 h 477"/>
                <a:gd name="T18" fmla="*/ 342 w 434"/>
                <a:gd name="T19" fmla="*/ 161 h 477"/>
                <a:gd name="T20" fmla="*/ 342 w 434"/>
                <a:gd name="T21" fmla="*/ 477 h 477"/>
                <a:gd name="T22" fmla="*/ 434 w 434"/>
                <a:gd name="T23" fmla="*/ 477 h 477"/>
                <a:gd name="T24" fmla="*/ 434 w 434"/>
                <a:gd name="T25" fmla="*/ 161 h 477"/>
                <a:gd name="T26" fmla="*/ 258 w 434"/>
                <a:gd name="T27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4" h="477">
                  <a:moveTo>
                    <a:pt x="258" y="0"/>
                  </a:moveTo>
                  <a:cubicBezTo>
                    <a:pt x="144" y="0"/>
                    <a:pt x="93" y="65"/>
                    <a:pt x="92" y="6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77"/>
                    <a:pt x="0" y="477"/>
                    <a:pt x="0" y="477"/>
                  </a:cubicBezTo>
                  <a:cubicBezTo>
                    <a:pt x="92" y="477"/>
                    <a:pt x="92" y="477"/>
                    <a:pt x="92" y="47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4" y="117"/>
                    <a:pt x="182" y="76"/>
                    <a:pt x="241" y="76"/>
                  </a:cubicBezTo>
                  <a:cubicBezTo>
                    <a:pt x="285" y="76"/>
                    <a:pt x="342" y="107"/>
                    <a:pt x="342" y="161"/>
                  </a:cubicBezTo>
                  <a:cubicBezTo>
                    <a:pt x="342" y="161"/>
                    <a:pt x="342" y="161"/>
                    <a:pt x="342" y="161"/>
                  </a:cubicBezTo>
                  <a:cubicBezTo>
                    <a:pt x="342" y="477"/>
                    <a:pt x="342" y="477"/>
                    <a:pt x="342" y="477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434" y="161"/>
                    <a:pt x="434" y="161"/>
                    <a:pt x="434" y="161"/>
                  </a:cubicBezTo>
                  <a:cubicBezTo>
                    <a:pt x="434" y="54"/>
                    <a:pt x="355" y="0"/>
                    <a:pt x="2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0BCD58C1-66D1-49A9-817D-EA1CCE1886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26125" y="4405313"/>
              <a:ext cx="601663" cy="738188"/>
            </a:xfrm>
            <a:custGeom>
              <a:avLst/>
              <a:gdLst>
                <a:gd name="T0" fmla="*/ 245 w 396"/>
                <a:gd name="T1" fmla="*/ 201 h 486"/>
                <a:gd name="T2" fmla="*/ 245 w 396"/>
                <a:gd name="T3" fmla="*/ 201 h 486"/>
                <a:gd name="T4" fmla="*/ 162 w 396"/>
                <a:gd name="T5" fmla="*/ 201 h 486"/>
                <a:gd name="T6" fmla="*/ 93 w 396"/>
                <a:gd name="T7" fmla="*/ 140 h 486"/>
                <a:gd name="T8" fmla="*/ 192 w 396"/>
                <a:gd name="T9" fmla="*/ 81 h 486"/>
                <a:gd name="T10" fmla="*/ 336 w 396"/>
                <a:gd name="T11" fmla="*/ 107 h 486"/>
                <a:gd name="T12" fmla="*/ 368 w 396"/>
                <a:gd name="T13" fmla="*/ 33 h 486"/>
                <a:gd name="T14" fmla="*/ 201 w 396"/>
                <a:gd name="T15" fmla="*/ 0 h 486"/>
                <a:gd name="T16" fmla="*/ 5 w 396"/>
                <a:gd name="T17" fmla="*/ 142 h 486"/>
                <a:gd name="T18" fmla="*/ 152 w 396"/>
                <a:gd name="T19" fmla="*/ 285 h 486"/>
                <a:gd name="T20" fmla="*/ 152 w 396"/>
                <a:gd name="T21" fmla="*/ 285 h 486"/>
                <a:gd name="T22" fmla="*/ 235 w 396"/>
                <a:gd name="T23" fmla="*/ 285 h 486"/>
                <a:gd name="T24" fmla="*/ 304 w 396"/>
                <a:gd name="T25" fmla="*/ 346 h 486"/>
                <a:gd name="T26" fmla="*/ 204 w 396"/>
                <a:gd name="T27" fmla="*/ 405 h 486"/>
                <a:gd name="T28" fmla="*/ 44 w 396"/>
                <a:gd name="T29" fmla="*/ 372 h 486"/>
                <a:gd name="T30" fmla="*/ 13 w 396"/>
                <a:gd name="T31" fmla="*/ 446 h 486"/>
                <a:gd name="T32" fmla="*/ 195 w 396"/>
                <a:gd name="T33" fmla="*/ 486 h 486"/>
                <a:gd name="T34" fmla="*/ 391 w 396"/>
                <a:gd name="T35" fmla="*/ 345 h 486"/>
                <a:gd name="T36" fmla="*/ 245 w 396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6" h="486">
                  <a:moveTo>
                    <a:pt x="245" y="201"/>
                  </a:moveTo>
                  <a:cubicBezTo>
                    <a:pt x="245" y="201"/>
                    <a:pt x="245" y="201"/>
                    <a:pt x="245" y="201"/>
                  </a:cubicBezTo>
                  <a:cubicBezTo>
                    <a:pt x="162" y="201"/>
                    <a:pt x="162" y="201"/>
                    <a:pt x="162" y="201"/>
                  </a:cubicBezTo>
                  <a:cubicBezTo>
                    <a:pt x="115" y="201"/>
                    <a:pt x="91" y="183"/>
                    <a:pt x="93" y="140"/>
                  </a:cubicBezTo>
                  <a:cubicBezTo>
                    <a:pt x="95" y="95"/>
                    <a:pt x="144" y="81"/>
                    <a:pt x="192" y="81"/>
                  </a:cubicBezTo>
                  <a:cubicBezTo>
                    <a:pt x="261" y="81"/>
                    <a:pt x="312" y="98"/>
                    <a:pt x="336" y="107"/>
                  </a:cubicBezTo>
                  <a:cubicBezTo>
                    <a:pt x="368" y="33"/>
                    <a:pt x="368" y="33"/>
                    <a:pt x="368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1" y="0"/>
                    <a:pt x="10" y="32"/>
                    <a:pt x="5" y="142"/>
                  </a:cubicBezTo>
                  <a:cubicBezTo>
                    <a:pt x="0" y="248"/>
                    <a:pt x="74" y="283"/>
                    <a:pt x="152" y="285"/>
                  </a:cubicBezTo>
                  <a:cubicBezTo>
                    <a:pt x="152" y="285"/>
                    <a:pt x="152" y="285"/>
                    <a:pt x="152" y="285"/>
                  </a:cubicBezTo>
                  <a:cubicBezTo>
                    <a:pt x="235" y="285"/>
                    <a:pt x="235" y="285"/>
                    <a:pt x="235" y="285"/>
                  </a:cubicBezTo>
                  <a:cubicBezTo>
                    <a:pt x="281" y="285"/>
                    <a:pt x="306" y="303"/>
                    <a:pt x="304" y="346"/>
                  </a:cubicBezTo>
                  <a:cubicBezTo>
                    <a:pt x="302" y="391"/>
                    <a:pt x="253" y="405"/>
                    <a:pt x="204" y="405"/>
                  </a:cubicBezTo>
                  <a:cubicBezTo>
                    <a:pt x="106" y="405"/>
                    <a:pt x="44" y="372"/>
                    <a:pt x="44" y="372"/>
                  </a:cubicBezTo>
                  <a:cubicBezTo>
                    <a:pt x="13" y="446"/>
                    <a:pt x="13" y="446"/>
                    <a:pt x="13" y="446"/>
                  </a:cubicBezTo>
                  <a:cubicBezTo>
                    <a:pt x="13" y="446"/>
                    <a:pt x="83" y="486"/>
                    <a:pt x="195" y="486"/>
                  </a:cubicBezTo>
                  <a:cubicBezTo>
                    <a:pt x="276" y="486"/>
                    <a:pt x="387" y="454"/>
                    <a:pt x="391" y="345"/>
                  </a:cubicBezTo>
                  <a:cubicBezTo>
                    <a:pt x="396" y="238"/>
                    <a:pt x="322" y="203"/>
                    <a:pt x="245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AE8DB6E-B1F5-4293-BB50-9FC333A20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026025" y="4402138"/>
              <a:ext cx="700088" cy="742950"/>
            </a:xfrm>
            <a:custGeom>
              <a:avLst/>
              <a:gdLst>
                <a:gd name="T0" fmla="*/ 234 w 460"/>
                <a:gd name="T1" fmla="*/ 0 h 489"/>
                <a:gd name="T2" fmla="*/ 0 w 460"/>
                <a:gd name="T3" fmla="*/ 249 h 489"/>
                <a:gd name="T4" fmla="*/ 256 w 460"/>
                <a:gd name="T5" fmla="*/ 489 h 489"/>
                <a:gd name="T6" fmla="*/ 437 w 460"/>
                <a:gd name="T7" fmla="*/ 449 h 489"/>
                <a:gd name="T8" fmla="*/ 403 w 460"/>
                <a:gd name="T9" fmla="*/ 378 h 489"/>
                <a:gd name="T10" fmla="*/ 253 w 460"/>
                <a:gd name="T11" fmla="*/ 408 h 489"/>
                <a:gd name="T12" fmla="*/ 96 w 460"/>
                <a:gd name="T13" fmla="*/ 285 h 489"/>
                <a:gd name="T14" fmla="*/ 367 w 460"/>
                <a:gd name="T15" fmla="*/ 285 h 489"/>
                <a:gd name="T16" fmla="*/ 460 w 460"/>
                <a:gd name="T17" fmla="*/ 285 h 489"/>
                <a:gd name="T18" fmla="*/ 460 w 460"/>
                <a:gd name="T19" fmla="*/ 243 h 489"/>
                <a:gd name="T20" fmla="*/ 234 w 460"/>
                <a:gd name="T21" fmla="*/ 0 h 489"/>
                <a:gd name="T22" fmla="*/ 97 w 460"/>
                <a:gd name="T23" fmla="*/ 209 h 489"/>
                <a:gd name="T24" fmla="*/ 238 w 460"/>
                <a:gd name="T25" fmla="*/ 79 h 489"/>
                <a:gd name="T26" fmla="*/ 366 w 460"/>
                <a:gd name="T27" fmla="*/ 209 h 489"/>
                <a:gd name="T28" fmla="*/ 97 w 460"/>
                <a:gd name="T29" fmla="*/ 20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0" h="489">
                  <a:moveTo>
                    <a:pt x="234" y="0"/>
                  </a:moveTo>
                  <a:cubicBezTo>
                    <a:pt x="101" y="0"/>
                    <a:pt x="0" y="77"/>
                    <a:pt x="0" y="249"/>
                  </a:cubicBezTo>
                  <a:cubicBezTo>
                    <a:pt x="0" y="421"/>
                    <a:pt x="127" y="489"/>
                    <a:pt x="256" y="489"/>
                  </a:cubicBezTo>
                  <a:cubicBezTo>
                    <a:pt x="375" y="489"/>
                    <a:pt x="437" y="449"/>
                    <a:pt x="437" y="449"/>
                  </a:cubicBezTo>
                  <a:cubicBezTo>
                    <a:pt x="403" y="378"/>
                    <a:pt x="403" y="378"/>
                    <a:pt x="403" y="378"/>
                  </a:cubicBezTo>
                  <a:cubicBezTo>
                    <a:pt x="403" y="378"/>
                    <a:pt x="357" y="408"/>
                    <a:pt x="253" y="408"/>
                  </a:cubicBezTo>
                  <a:cubicBezTo>
                    <a:pt x="182" y="408"/>
                    <a:pt x="106" y="386"/>
                    <a:pt x="96" y="285"/>
                  </a:cubicBezTo>
                  <a:cubicBezTo>
                    <a:pt x="367" y="285"/>
                    <a:pt x="367" y="285"/>
                    <a:pt x="367" y="285"/>
                  </a:cubicBezTo>
                  <a:cubicBezTo>
                    <a:pt x="460" y="285"/>
                    <a:pt x="460" y="285"/>
                    <a:pt x="460" y="285"/>
                  </a:cubicBezTo>
                  <a:cubicBezTo>
                    <a:pt x="460" y="243"/>
                    <a:pt x="460" y="243"/>
                    <a:pt x="460" y="243"/>
                  </a:cubicBezTo>
                  <a:cubicBezTo>
                    <a:pt x="460" y="87"/>
                    <a:pt x="388" y="0"/>
                    <a:pt x="234" y="0"/>
                  </a:cubicBezTo>
                  <a:close/>
                  <a:moveTo>
                    <a:pt x="97" y="209"/>
                  </a:moveTo>
                  <a:cubicBezTo>
                    <a:pt x="108" y="108"/>
                    <a:pt x="159" y="79"/>
                    <a:pt x="238" y="79"/>
                  </a:cubicBezTo>
                  <a:cubicBezTo>
                    <a:pt x="322" y="79"/>
                    <a:pt x="360" y="119"/>
                    <a:pt x="366" y="209"/>
                  </a:cubicBezTo>
                  <a:lnTo>
                    <a:pt x="97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EC8E473-602C-4ABE-8E74-27DE0B2568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35463" y="4405313"/>
              <a:ext cx="600075" cy="738188"/>
            </a:xfrm>
            <a:custGeom>
              <a:avLst/>
              <a:gdLst>
                <a:gd name="T0" fmla="*/ 244 w 395"/>
                <a:gd name="T1" fmla="*/ 201 h 486"/>
                <a:gd name="T2" fmla="*/ 244 w 395"/>
                <a:gd name="T3" fmla="*/ 201 h 486"/>
                <a:gd name="T4" fmla="*/ 161 w 395"/>
                <a:gd name="T5" fmla="*/ 201 h 486"/>
                <a:gd name="T6" fmla="*/ 92 w 395"/>
                <a:gd name="T7" fmla="*/ 140 h 486"/>
                <a:gd name="T8" fmla="*/ 191 w 395"/>
                <a:gd name="T9" fmla="*/ 81 h 486"/>
                <a:gd name="T10" fmla="*/ 336 w 395"/>
                <a:gd name="T11" fmla="*/ 107 h 486"/>
                <a:gd name="T12" fmla="*/ 367 w 395"/>
                <a:gd name="T13" fmla="*/ 33 h 486"/>
                <a:gd name="T14" fmla="*/ 201 w 395"/>
                <a:gd name="T15" fmla="*/ 0 h 486"/>
                <a:gd name="T16" fmla="*/ 4 w 395"/>
                <a:gd name="T17" fmla="*/ 142 h 486"/>
                <a:gd name="T18" fmla="*/ 151 w 395"/>
                <a:gd name="T19" fmla="*/ 285 h 486"/>
                <a:gd name="T20" fmla="*/ 151 w 395"/>
                <a:gd name="T21" fmla="*/ 285 h 486"/>
                <a:gd name="T22" fmla="*/ 234 w 395"/>
                <a:gd name="T23" fmla="*/ 285 h 486"/>
                <a:gd name="T24" fmla="*/ 303 w 395"/>
                <a:gd name="T25" fmla="*/ 346 h 486"/>
                <a:gd name="T26" fmla="*/ 203 w 395"/>
                <a:gd name="T27" fmla="*/ 405 h 486"/>
                <a:gd name="T28" fmla="*/ 44 w 395"/>
                <a:gd name="T29" fmla="*/ 372 h 486"/>
                <a:gd name="T30" fmla="*/ 12 w 395"/>
                <a:gd name="T31" fmla="*/ 446 h 486"/>
                <a:gd name="T32" fmla="*/ 194 w 395"/>
                <a:gd name="T33" fmla="*/ 486 h 486"/>
                <a:gd name="T34" fmla="*/ 391 w 395"/>
                <a:gd name="T35" fmla="*/ 345 h 486"/>
                <a:gd name="T36" fmla="*/ 244 w 395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5" h="486">
                  <a:moveTo>
                    <a:pt x="244" y="201"/>
                  </a:moveTo>
                  <a:cubicBezTo>
                    <a:pt x="244" y="201"/>
                    <a:pt x="244" y="201"/>
                    <a:pt x="244" y="201"/>
                  </a:cubicBezTo>
                  <a:cubicBezTo>
                    <a:pt x="161" y="201"/>
                    <a:pt x="161" y="201"/>
                    <a:pt x="161" y="201"/>
                  </a:cubicBezTo>
                  <a:cubicBezTo>
                    <a:pt x="115" y="201"/>
                    <a:pt x="90" y="183"/>
                    <a:pt x="92" y="140"/>
                  </a:cubicBezTo>
                  <a:cubicBezTo>
                    <a:pt x="94" y="95"/>
                    <a:pt x="143" y="81"/>
                    <a:pt x="191" y="81"/>
                  </a:cubicBezTo>
                  <a:cubicBezTo>
                    <a:pt x="260" y="81"/>
                    <a:pt x="311" y="98"/>
                    <a:pt x="336" y="107"/>
                  </a:cubicBezTo>
                  <a:cubicBezTo>
                    <a:pt x="367" y="33"/>
                    <a:pt x="367" y="33"/>
                    <a:pt x="367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0" y="0"/>
                    <a:pt x="9" y="32"/>
                    <a:pt x="4" y="142"/>
                  </a:cubicBezTo>
                  <a:cubicBezTo>
                    <a:pt x="0" y="248"/>
                    <a:pt x="74" y="283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234" y="285"/>
                    <a:pt x="234" y="285"/>
                    <a:pt x="234" y="285"/>
                  </a:cubicBezTo>
                  <a:cubicBezTo>
                    <a:pt x="280" y="285"/>
                    <a:pt x="305" y="303"/>
                    <a:pt x="303" y="346"/>
                  </a:cubicBezTo>
                  <a:cubicBezTo>
                    <a:pt x="301" y="391"/>
                    <a:pt x="252" y="405"/>
                    <a:pt x="203" y="405"/>
                  </a:cubicBezTo>
                  <a:cubicBezTo>
                    <a:pt x="105" y="405"/>
                    <a:pt x="44" y="372"/>
                    <a:pt x="44" y="372"/>
                  </a:cubicBezTo>
                  <a:cubicBezTo>
                    <a:pt x="12" y="446"/>
                    <a:pt x="12" y="446"/>
                    <a:pt x="12" y="446"/>
                  </a:cubicBezTo>
                  <a:cubicBezTo>
                    <a:pt x="12" y="446"/>
                    <a:pt x="83" y="486"/>
                    <a:pt x="194" y="486"/>
                  </a:cubicBezTo>
                  <a:cubicBezTo>
                    <a:pt x="275" y="486"/>
                    <a:pt x="386" y="454"/>
                    <a:pt x="391" y="345"/>
                  </a:cubicBezTo>
                  <a:cubicBezTo>
                    <a:pt x="395" y="238"/>
                    <a:pt x="321" y="203"/>
                    <a:pt x="244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4FE414C-3DB9-4FE9-B834-0A39C9D48A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19388" y="4406900"/>
              <a:ext cx="671513" cy="735013"/>
            </a:xfrm>
            <a:custGeom>
              <a:avLst/>
              <a:gdLst>
                <a:gd name="T0" fmla="*/ 220 w 442"/>
                <a:gd name="T1" fmla="*/ 0 h 484"/>
                <a:gd name="T2" fmla="*/ 39 w 442"/>
                <a:gd name="T3" fmla="*/ 30 h 484"/>
                <a:gd name="T4" fmla="*/ 75 w 442"/>
                <a:gd name="T5" fmla="*/ 104 h 484"/>
                <a:gd name="T6" fmla="*/ 230 w 442"/>
                <a:gd name="T7" fmla="*/ 81 h 484"/>
                <a:gd name="T8" fmla="*/ 350 w 442"/>
                <a:gd name="T9" fmla="*/ 168 h 484"/>
                <a:gd name="T10" fmla="*/ 350 w 442"/>
                <a:gd name="T11" fmla="*/ 196 h 484"/>
                <a:gd name="T12" fmla="*/ 168 w 442"/>
                <a:gd name="T13" fmla="*/ 196 h 484"/>
                <a:gd name="T14" fmla="*/ 0 w 442"/>
                <a:gd name="T15" fmla="*/ 339 h 484"/>
                <a:gd name="T16" fmla="*/ 181 w 442"/>
                <a:gd name="T17" fmla="*/ 484 h 484"/>
                <a:gd name="T18" fmla="*/ 350 w 442"/>
                <a:gd name="T19" fmla="*/ 417 h 484"/>
                <a:gd name="T20" fmla="*/ 350 w 442"/>
                <a:gd name="T21" fmla="*/ 484 h 484"/>
                <a:gd name="T22" fmla="*/ 442 w 442"/>
                <a:gd name="T23" fmla="*/ 484 h 484"/>
                <a:gd name="T24" fmla="*/ 442 w 442"/>
                <a:gd name="T25" fmla="*/ 142 h 484"/>
                <a:gd name="T26" fmla="*/ 220 w 442"/>
                <a:gd name="T27" fmla="*/ 0 h 484"/>
                <a:gd name="T28" fmla="*/ 350 w 442"/>
                <a:gd name="T29" fmla="*/ 295 h 484"/>
                <a:gd name="T30" fmla="*/ 198 w 442"/>
                <a:gd name="T31" fmla="*/ 407 h 484"/>
                <a:gd name="T32" fmla="*/ 95 w 442"/>
                <a:gd name="T33" fmla="*/ 338 h 484"/>
                <a:gd name="T34" fmla="*/ 173 w 442"/>
                <a:gd name="T35" fmla="*/ 269 h 484"/>
                <a:gd name="T36" fmla="*/ 350 w 442"/>
                <a:gd name="T37" fmla="*/ 269 h 484"/>
                <a:gd name="T38" fmla="*/ 350 w 442"/>
                <a:gd name="T39" fmla="*/ 295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2" h="484">
                  <a:moveTo>
                    <a:pt x="220" y="0"/>
                  </a:moveTo>
                  <a:cubicBezTo>
                    <a:pt x="135" y="0"/>
                    <a:pt x="72" y="18"/>
                    <a:pt x="39" y="30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105" y="95"/>
                    <a:pt x="159" y="81"/>
                    <a:pt x="230" y="81"/>
                  </a:cubicBezTo>
                  <a:cubicBezTo>
                    <a:pt x="285" y="81"/>
                    <a:pt x="350" y="96"/>
                    <a:pt x="350" y="168"/>
                  </a:cubicBezTo>
                  <a:cubicBezTo>
                    <a:pt x="350" y="168"/>
                    <a:pt x="350" y="194"/>
                    <a:pt x="350" y="196"/>
                  </a:cubicBezTo>
                  <a:cubicBezTo>
                    <a:pt x="168" y="196"/>
                    <a:pt x="168" y="196"/>
                    <a:pt x="168" y="196"/>
                  </a:cubicBezTo>
                  <a:cubicBezTo>
                    <a:pt x="75" y="196"/>
                    <a:pt x="0" y="229"/>
                    <a:pt x="0" y="339"/>
                  </a:cubicBezTo>
                  <a:cubicBezTo>
                    <a:pt x="0" y="438"/>
                    <a:pt x="81" y="484"/>
                    <a:pt x="181" y="484"/>
                  </a:cubicBezTo>
                  <a:cubicBezTo>
                    <a:pt x="298" y="484"/>
                    <a:pt x="350" y="417"/>
                    <a:pt x="350" y="417"/>
                  </a:cubicBezTo>
                  <a:cubicBezTo>
                    <a:pt x="350" y="484"/>
                    <a:pt x="350" y="484"/>
                    <a:pt x="350" y="484"/>
                  </a:cubicBezTo>
                  <a:cubicBezTo>
                    <a:pt x="442" y="484"/>
                    <a:pt x="442" y="484"/>
                    <a:pt x="442" y="484"/>
                  </a:cubicBezTo>
                  <a:cubicBezTo>
                    <a:pt x="442" y="142"/>
                    <a:pt x="442" y="142"/>
                    <a:pt x="442" y="142"/>
                  </a:cubicBezTo>
                  <a:cubicBezTo>
                    <a:pt x="437" y="32"/>
                    <a:pt x="311" y="0"/>
                    <a:pt x="220" y="0"/>
                  </a:cubicBezTo>
                  <a:close/>
                  <a:moveTo>
                    <a:pt x="350" y="295"/>
                  </a:moveTo>
                  <a:cubicBezTo>
                    <a:pt x="350" y="366"/>
                    <a:pt x="258" y="407"/>
                    <a:pt x="198" y="407"/>
                  </a:cubicBezTo>
                  <a:cubicBezTo>
                    <a:pt x="153" y="407"/>
                    <a:pt x="95" y="392"/>
                    <a:pt x="95" y="338"/>
                  </a:cubicBezTo>
                  <a:cubicBezTo>
                    <a:pt x="95" y="284"/>
                    <a:pt x="126" y="269"/>
                    <a:pt x="173" y="269"/>
                  </a:cubicBezTo>
                  <a:cubicBezTo>
                    <a:pt x="350" y="269"/>
                    <a:pt x="350" y="269"/>
                    <a:pt x="350" y="269"/>
                  </a:cubicBezTo>
                  <a:lnTo>
                    <a:pt x="350" y="2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CCE5207A-3E84-4DC4-A07C-47027DA0FF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5850" y="0"/>
              <a:ext cx="1914525" cy="965200"/>
            </a:xfrm>
            <a:custGeom>
              <a:avLst/>
              <a:gdLst>
                <a:gd name="T0" fmla="*/ 1260 w 1260"/>
                <a:gd name="T1" fmla="*/ 183 h 636"/>
                <a:gd name="T2" fmla="*/ 632 w 1260"/>
                <a:gd name="T3" fmla="*/ 0 h 636"/>
                <a:gd name="T4" fmla="*/ 0 w 1260"/>
                <a:gd name="T5" fmla="*/ 174 h 636"/>
                <a:gd name="T6" fmla="*/ 630 w 1260"/>
                <a:gd name="T7" fmla="*/ 635 h 636"/>
                <a:gd name="T8" fmla="*/ 1260 w 1260"/>
                <a:gd name="T9" fmla="*/ 183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0" h="636">
                  <a:moveTo>
                    <a:pt x="1260" y="183"/>
                  </a:moveTo>
                  <a:cubicBezTo>
                    <a:pt x="1088" y="73"/>
                    <a:pt x="862" y="0"/>
                    <a:pt x="632" y="0"/>
                  </a:cubicBezTo>
                  <a:cubicBezTo>
                    <a:pt x="418" y="0"/>
                    <a:pt x="197" y="52"/>
                    <a:pt x="0" y="174"/>
                  </a:cubicBezTo>
                  <a:cubicBezTo>
                    <a:pt x="0" y="174"/>
                    <a:pt x="269" y="634"/>
                    <a:pt x="630" y="635"/>
                  </a:cubicBezTo>
                  <a:cubicBezTo>
                    <a:pt x="992" y="636"/>
                    <a:pt x="1260" y="183"/>
                    <a:pt x="1260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77B6E331-2620-41C0-B97C-1B12164FD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2563" y="436563"/>
              <a:ext cx="1201738" cy="1819275"/>
            </a:xfrm>
            <a:custGeom>
              <a:avLst/>
              <a:gdLst>
                <a:gd name="T0" fmla="*/ 438 w 791"/>
                <a:gd name="T1" fmla="*/ 0 h 1198"/>
                <a:gd name="T2" fmla="*/ 75 w 791"/>
                <a:gd name="T3" fmla="*/ 545 h 1198"/>
                <a:gd name="T4" fmla="*/ 52 w 791"/>
                <a:gd name="T5" fmla="*/ 1198 h 1198"/>
                <a:gd name="T6" fmla="*/ 679 w 791"/>
                <a:gd name="T7" fmla="*/ 742 h 1198"/>
                <a:gd name="T8" fmla="*/ 438 w 791"/>
                <a:gd name="T9" fmla="*/ 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1" h="1198">
                  <a:moveTo>
                    <a:pt x="438" y="0"/>
                  </a:moveTo>
                  <a:cubicBezTo>
                    <a:pt x="273" y="139"/>
                    <a:pt x="147" y="326"/>
                    <a:pt x="75" y="545"/>
                  </a:cubicBezTo>
                  <a:cubicBezTo>
                    <a:pt x="4" y="764"/>
                    <a:pt x="0" y="981"/>
                    <a:pt x="52" y="1198"/>
                  </a:cubicBezTo>
                  <a:cubicBezTo>
                    <a:pt x="52" y="1198"/>
                    <a:pt x="566" y="1086"/>
                    <a:pt x="679" y="742"/>
                  </a:cubicBezTo>
                  <a:cubicBezTo>
                    <a:pt x="791" y="399"/>
                    <a:pt x="438" y="0"/>
                    <a:pt x="4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DA1FDC7C-42C8-4041-B97D-F2CA92B557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82900" y="2185988"/>
              <a:ext cx="1622425" cy="1447800"/>
            </a:xfrm>
            <a:custGeom>
              <a:avLst/>
              <a:gdLst>
                <a:gd name="T0" fmla="*/ 0 w 1067"/>
                <a:gd name="T1" fmla="*/ 211 h 954"/>
                <a:gd name="T2" fmla="*/ 401 w 1067"/>
                <a:gd name="T3" fmla="*/ 726 h 954"/>
                <a:gd name="T4" fmla="*/ 1016 w 1067"/>
                <a:gd name="T5" fmla="*/ 954 h 954"/>
                <a:gd name="T6" fmla="*/ 775 w 1067"/>
                <a:gd name="T7" fmla="*/ 213 h 954"/>
                <a:gd name="T8" fmla="*/ 0 w 1067"/>
                <a:gd name="T9" fmla="*/ 211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7" h="954">
                  <a:moveTo>
                    <a:pt x="0" y="211"/>
                  </a:moveTo>
                  <a:cubicBezTo>
                    <a:pt x="84" y="414"/>
                    <a:pt x="218" y="590"/>
                    <a:pt x="401" y="726"/>
                  </a:cubicBezTo>
                  <a:cubicBezTo>
                    <a:pt x="586" y="863"/>
                    <a:pt x="810" y="941"/>
                    <a:pt x="1016" y="954"/>
                  </a:cubicBezTo>
                  <a:cubicBezTo>
                    <a:pt x="1016" y="954"/>
                    <a:pt x="1067" y="426"/>
                    <a:pt x="775" y="213"/>
                  </a:cubicBezTo>
                  <a:cubicBezTo>
                    <a:pt x="483" y="0"/>
                    <a:pt x="0" y="211"/>
                    <a:pt x="0" y="2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7F7052C-55C2-4219-9B97-3B0041EC6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5500" y="2182813"/>
              <a:ext cx="1627188" cy="1450975"/>
            </a:xfrm>
            <a:custGeom>
              <a:avLst/>
              <a:gdLst>
                <a:gd name="T0" fmla="*/ 58 w 1071"/>
                <a:gd name="T1" fmla="*/ 956 h 956"/>
                <a:gd name="T2" fmla="*/ 669 w 1071"/>
                <a:gd name="T3" fmla="*/ 725 h 956"/>
                <a:gd name="T4" fmla="*/ 1071 w 1071"/>
                <a:gd name="T5" fmla="*/ 207 h 956"/>
                <a:gd name="T6" fmla="*/ 291 w 1071"/>
                <a:gd name="T7" fmla="*/ 215 h 956"/>
                <a:gd name="T8" fmla="*/ 58 w 1071"/>
                <a:gd name="T9" fmla="*/ 956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1" h="956">
                  <a:moveTo>
                    <a:pt x="58" y="956"/>
                  </a:moveTo>
                  <a:cubicBezTo>
                    <a:pt x="289" y="933"/>
                    <a:pt x="482" y="860"/>
                    <a:pt x="669" y="725"/>
                  </a:cubicBezTo>
                  <a:cubicBezTo>
                    <a:pt x="850" y="594"/>
                    <a:pt x="987" y="409"/>
                    <a:pt x="1071" y="207"/>
                  </a:cubicBezTo>
                  <a:cubicBezTo>
                    <a:pt x="1071" y="207"/>
                    <a:pt x="581" y="0"/>
                    <a:pt x="291" y="215"/>
                  </a:cubicBezTo>
                  <a:cubicBezTo>
                    <a:pt x="0" y="431"/>
                    <a:pt x="58" y="956"/>
                    <a:pt x="58" y="9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CD66E80E-6FF0-460D-B6F3-3BFD4976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9700" y="439738"/>
              <a:ext cx="1195388" cy="1819275"/>
            </a:xfrm>
            <a:custGeom>
              <a:avLst/>
              <a:gdLst>
                <a:gd name="T0" fmla="*/ 737 w 787"/>
                <a:gd name="T1" fmla="*/ 1198 h 1198"/>
                <a:gd name="T2" fmla="*/ 715 w 787"/>
                <a:gd name="T3" fmla="*/ 544 h 1198"/>
                <a:gd name="T4" fmla="*/ 355 w 787"/>
                <a:gd name="T5" fmla="*/ 0 h 1198"/>
                <a:gd name="T6" fmla="*/ 111 w 787"/>
                <a:gd name="T7" fmla="*/ 739 h 1198"/>
                <a:gd name="T8" fmla="*/ 737 w 787"/>
                <a:gd name="T9" fmla="*/ 1198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7" h="1198">
                  <a:moveTo>
                    <a:pt x="737" y="1198"/>
                  </a:moveTo>
                  <a:cubicBezTo>
                    <a:pt x="787" y="991"/>
                    <a:pt x="786" y="764"/>
                    <a:pt x="715" y="544"/>
                  </a:cubicBezTo>
                  <a:cubicBezTo>
                    <a:pt x="645" y="325"/>
                    <a:pt x="518" y="144"/>
                    <a:pt x="355" y="0"/>
                  </a:cubicBezTo>
                  <a:cubicBezTo>
                    <a:pt x="355" y="0"/>
                    <a:pt x="0" y="395"/>
                    <a:pt x="111" y="739"/>
                  </a:cubicBezTo>
                  <a:cubicBezTo>
                    <a:pt x="222" y="1083"/>
                    <a:pt x="737" y="1198"/>
                    <a:pt x="737" y="1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EF6742AF-C8D3-4ECE-A715-D2E9132A76D7}"/>
              </a:ext>
            </a:extLst>
          </p:cNvPr>
          <p:cNvGrpSpPr/>
          <p:nvPr userDrawn="1"/>
        </p:nvGrpSpPr>
        <p:grpSpPr>
          <a:xfrm>
            <a:off x="6774558" y="2383665"/>
            <a:ext cx="3589316" cy="1769235"/>
            <a:chOff x="1876472" y="1243012"/>
            <a:chExt cx="5386683" cy="2655188"/>
          </a:xfrm>
          <a:solidFill>
            <a:srgbClr val="FFE800"/>
          </a:solidFill>
        </p:grpSpPr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E89B02AF-DB8F-42C4-A8A6-230344B46333}"/>
                </a:ext>
              </a:extLst>
            </p:cNvPr>
            <p:cNvSpPr/>
            <p:nvPr/>
          </p:nvSpPr>
          <p:spPr>
            <a:xfrm>
              <a:off x="5656023" y="2294286"/>
              <a:ext cx="757978" cy="1289494"/>
            </a:xfrm>
            <a:custGeom>
              <a:avLst/>
              <a:gdLst>
                <a:gd name="connsiteX0" fmla="*/ 32211 w 757978"/>
                <a:gd name="connsiteY0" fmla="*/ 473202 h 1289494"/>
                <a:gd name="connsiteX1" fmla="*/ 252143 w 757978"/>
                <a:gd name="connsiteY1" fmla="*/ 1289495 h 1289494"/>
                <a:gd name="connsiteX2" fmla="*/ 675434 w 757978"/>
                <a:gd name="connsiteY2" fmla="*/ 708850 h 1289494"/>
                <a:gd name="connsiteX3" fmla="*/ 733918 w 757978"/>
                <a:gd name="connsiteY3" fmla="*/ 0 h 1289494"/>
                <a:gd name="connsiteX4" fmla="*/ 32211 w 757978"/>
                <a:gd name="connsiteY4" fmla="*/ 473202 h 1289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978" h="1289494">
                  <a:moveTo>
                    <a:pt x="32211" y="473202"/>
                  </a:moveTo>
                  <a:cubicBezTo>
                    <a:pt x="-102377" y="834104"/>
                    <a:pt x="226711" y="1257586"/>
                    <a:pt x="252143" y="1289495"/>
                  </a:cubicBezTo>
                  <a:cubicBezTo>
                    <a:pt x="438166" y="1143857"/>
                    <a:pt x="587423" y="946595"/>
                    <a:pt x="675434" y="708850"/>
                  </a:cubicBezTo>
                  <a:cubicBezTo>
                    <a:pt x="762493" y="473678"/>
                    <a:pt x="778399" y="229457"/>
                    <a:pt x="733918" y="0"/>
                  </a:cubicBezTo>
                  <a:cubicBezTo>
                    <a:pt x="702390" y="5715"/>
                    <a:pt x="168038" y="108966"/>
                    <a:pt x="32211" y="4732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68B4B2E3-6F03-4BD4-BB28-FCDF5C00B34A}"/>
                </a:ext>
              </a:extLst>
            </p:cNvPr>
            <p:cNvSpPr/>
            <p:nvPr/>
          </p:nvSpPr>
          <p:spPr>
            <a:xfrm>
              <a:off x="6505177" y="2608706"/>
              <a:ext cx="757978" cy="1289494"/>
            </a:xfrm>
            <a:custGeom>
              <a:avLst/>
              <a:gdLst>
                <a:gd name="connsiteX0" fmla="*/ 32211 w 757978"/>
                <a:gd name="connsiteY0" fmla="*/ 473202 h 1289494"/>
                <a:gd name="connsiteX1" fmla="*/ 252143 w 757978"/>
                <a:gd name="connsiteY1" fmla="*/ 1289495 h 1289494"/>
                <a:gd name="connsiteX2" fmla="*/ 675434 w 757978"/>
                <a:gd name="connsiteY2" fmla="*/ 708851 h 1289494"/>
                <a:gd name="connsiteX3" fmla="*/ 733918 w 757978"/>
                <a:gd name="connsiteY3" fmla="*/ 0 h 1289494"/>
                <a:gd name="connsiteX4" fmla="*/ 32211 w 757978"/>
                <a:gd name="connsiteY4" fmla="*/ 473202 h 1289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978" h="1289494">
                  <a:moveTo>
                    <a:pt x="32211" y="473202"/>
                  </a:moveTo>
                  <a:cubicBezTo>
                    <a:pt x="-102377" y="834104"/>
                    <a:pt x="226712" y="1257586"/>
                    <a:pt x="252143" y="1289495"/>
                  </a:cubicBezTo>
                  <a:cubicBezTo>
                    <a:pt x="438167" y="1143857"/>
                    <a:pt x="587423" y="946594"/>
                    <a:pt x="675434" y="708851"/>
                  </a:cubicBezTo>
                  <a:cubicBezTo>
                    <a:pt x="762493" y="473678"/>
                    <a:pt x="778399" y="229457"/>
                    <a:pt x="733918" y="0"/>
                  </a:cubicBezTo>
                  <a:cubicBezTo>
                    <a:pt x="702485" y="5810"/>
                    <a:pt x="168037" y="109061"/>
                    <a:pt x="32211" y="4732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99B404BE-FE54-428A-911D-CAC51B52FD2D}"/>
                </a:ext>
              </a:extLst>
            </p:cNvPr>
            <p:cNvSpPr/>
            <p:nvPr/>
          </p:nvSpPr>
          <p:spPr>
            <a:xfrm>
              <a:off x="2704671" y="1549717"/>
              <a:ext cx="755433" cy="1292256"/>
            </a:xfrm>
            <a:custGeom>
              <a:avLst/>
              <a:gdLst>
                <a:gd name="connsiteX0" fmla="*/ 724043 w 755433"/>
                <a:gd name="connsiteY0" fmla="*/ 816102 h 1292256"/>
                <a:gd name="connsiteX1" fmla="*/ 25574 w 755433"/>
                <a:gd name="connsiteY1" fmla="*/ 1292257 h 1292256"/>
                <a:gd name="connsiteX2" fmla="*/ 82534 w 755433"/>
                <a:gd name="connsiteY2" fmla="*/ 575977 h 1292256"/>
                <a:gd name="connsiteX3" fmla="*/ 499824 w 755433"/>
                <a:gd name="connsiteY3" fmla="*/ 0 h 1292256"/>
                <a:gd name="connsiteX4" fmla="*/ 724043 w 755433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33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658" y="145161"/>
                    <a:pt x="499824" y="0"/>
                  </a:cubicBezTo>
                  <a:cubicBezTo>
                    <a:pt x="519922" y="24860"/>
                    <a:pt x="858250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19526F4F-A482-4075-A175-93D5B6F1862F}"/>
                </a:ext>
              </a:extLst>
            </p:cNvPr>
            <p:cNvSpPr/>
            <p:nvPr/>
          </p:nvSpPr>
          <p:spPr>
            <a:xfrm>
              <a:off x="1876472" y="1243012"/>
              <a:ext cx="755400" cy="1292255"/>
            </a:xfrm>
            <a:custGeom>
              <a:avLst/>
              <a:gdLst>
                <a:gd name="connsiteX0" fmla="*/ 724043 w 755400"/>
                <a:gd name="connsiteY0" fmla="*/ 816102 h 1292256"/>
                <a:gd name="connsiteX1" fmla="*/ 25574 w 755400"/>
                <a:gd name="connsiteY1" fmla="*/ 1292257 h 1292256"/>
                <a:gd name="connsiteX2" fmla="*/ 82534 w 755400"/>
                <a:gd name="connsiteY2" fmla="*/ 575977 h 1292256"/>
                <a:gd name="connsiteX3" fmla="*/ 499824 w 755400"/>
                <a:gd name="connsiteY3" fmla="*/ 0 h 1292256"/>
                <a:gd name="connsiteX4" fmla="*/ 724043 w 755400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00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563" y="145161"/>
                    <a:pt x="499824" y="0"/>
                  </a:cubicBezTo>
                  <a:cubicBezTo>
                    <a:pt x="519922" y="24860"/>
                    <a:pt x="858155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2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noFill/>
          </a:ln>
        </p:spPr>
        <p:txBody>
          <a:bodyPr lIns="0" bIns="360000" anchor="ctr" anchorCtr="0"/>
          <a:lstStyle>
            <a:lvl1pPr marL="527987" indent="-527987">
              <a:buFont typeface="+mj-lt"/>
              <a:buNone/>
              <a:defRPr sz="4333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1. Titre de partie</a:t>
            </a:r>
          </a:p>
        </p:txBody>
      </p:sp>
      <p:sp>
        <p:nvSpPr>
          <p:cNvPr id="23" name="Espace réservé de la date 4">
            <a:extLst>
              <a:ext uri="{FF2B5EF4-FFF2-40B4-BE49-F238E27FC236}">
                <a16:creationId xmlns:a16="http://schemas.microsoft.com/office/drawing/2014/main" id="{979B2E0D-EA57-4BD7-9C3E-D26051B48C1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1"/>
            <a:ext cx="1560000" cy="2825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35" name="Espace réservé du pied de page 8">
            <a:extLst>
              <a:ext uri="{FF2B5EF4-FFF2-40B4-BE49-F238E27FC236}">
                <a16:creationId xmlns:a16="http://schemas.microsoft.com/office/drawing/2014/main" id="{FFFB696E-EECC-4454-8ED3-CA5C36E3B32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SVEPM 2026   -   UNVEILING TEMPORAL AND REGIONAL FACTORS OF ANTIBIOTIC RESISTANCE   -   BAREILLE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36115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titre 10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91A7E33E-EFFD-4ECA-B675-CED70E08C3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8AE072A-0DE3-445C-991B-1FF54D483686}"/>
              </a:ext>
            </a:extLst>
          </p:cNvPr>
          <p:cNvGrpSpPr/>
          <p:nvPr userDrawn="1"/>
        </p:nvGrpSpPr>
        <p:grpSpPr>
          <a:xfrm>
            <a:off x="11341101" y="240140"/>
            <a:ext cx="361951" cy="502176"/>
            <a:chOff x="2719388" y="0"/>
            <a:chExt cx="3708400" cy="5145088"/>
          </a:xfrm>
          <a:solidFill>
            <a:schemeClr val="bg1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6EAAAE4-81CD-4923-9B00-96AA86990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2825" y="4416425"/>
              <a:ext cx="658813" cy="723900"/>
            </a:xfrm>
            <a:custGeom>
              <a:avLst/>
              <a:gdLst>
                <a:gd name="T0" fmla="*/ 258 w 434"/>
                <a:gd name="T1" fmla="*/ 0 h 477"/>
                <a:gd name="T2" fmla="*/ 92 w 434"/>
                <a:gd name="T3" fmla="*/ 67 h 477"/>
                <a:gd name="T4" fmla="*/ 92 w 434"/>
                <a:gd name="T5" fmla="*/ 0 h 477"/>
                <a:gd name="T6" fmla="*/ 0 w 434"/>
                <a:gd name="T7" fmla="*/ 0 h 477"/>
                <a:gd name="T8" fmla="*/ 0 w 434"/>
                <a:gd name="T9" fmla="*/ 477 h 477"/>
                <a:gd name="T10" fmla="*/ 92 w 434"/>
                <a:gd name="T11" fmla="*/ 477 h 477"/>
                <a:gd name="T12" fmla="*/ 92 w 434"/>
                <a:gd name="T13" fmla="*/ 187 h 477"/>
                <a:gd name="T14" fmla="*/ 241 w 434"/>
                <a:gd name="T15" fmla="*/ 76 h 477"/>
                <a:gd name="T16" fmla="*/ 342 w 434"/>
                <a:gd name="T17" fmla="*/ 161 h 477"/>
                <a:gd name="T18" fmla="*/ 342 w 434"/>
                <a:gd name="T19" fmla="*/ 161 h 477"/>
                <a:gd name="T20" fmla="*/ 342 w 434"/>
                <a:gd name="T21" fmla="*/ 477 h 477"/>
                <a:gd name="T22" fmla="*/ 434 w 434"/>
                <a:gd name="T23" fmla="*/ 477 h 477"/>
                <a:gd name="T24" fmla="*/ 434 w 434"/>
                <a:gd name="T25" fmla="*/ 161 h 477"/>
                <a:gd name="T26" fmla="*/ 258 w 434"/>
                <a:gd name="T27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4" h="477">
                  <a:moveTo>
                    <a:pt x="258" y="0"/>
                  </a:moveTo>
                  <a:cubicBezTo>
                    <a:pt x="144" y="0"/>
                    <a:pt x="93" y="65"/>
                    <a:pt x="92" y="6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77"/>
                    <a:pt x="0" y="477"/>
                    <a:pt x="0" y="477"/>
                  </a:cubicBezTo>
                  <a:cubicBezTo>
                    <a:pt x="92" y="477"/>
                    <a:pt x="92" y="477"/>
                    <a:pt x="92" y="47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4" y="117"/>
                    <a:pt x="182" y="76"/>
                    <a:pt x="241" y="76"/>
                  </a:cubicBezTo>
                  <a:cubicBezTo>
                    <a:pt x="285" y="76"/>
                    <a:pt x="342" y="107"/>
                    <a:pt x="342" y="161"/>
                  </a:cubicBezTo>
                  <a:cubicBezTo>
                    <a:pt x="342" y="161"/>
                    <a:pt x="342" y="161"/>
                    <a:pt x="342" y="161"/>
                  </a:cubicBezTo>
                  <a:cubicBezTo>
                    <a:pt x="342" y="477"/>
                    <a:pt x="342" y="477"/>
                    <a:pt x="342" y="477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434" y="161"/>
                    <a:pt x="434" y="161"/>
                    <a:pt x="434" y="161"/>
                  </a:cubicBezTo>
                  <a:cubicBezTo>
                    <a:pt x="434" y="54"/>
                    <a:pt x="355" y="0"/>
                    <a:pt x="2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0BCD58C1-66D1-49A9-817D-EA1CCE1886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26125" y="4405313"/>
              <a:ext cx="601663" cy="738188"/>
            </a:xfrm>
            <a:custGeom>
              <a:avLst/>
              <a:gdLst>
                <a:gd name="T0" fmla="*/ 245 w 396"/>
                <a:gd name="T1" fmla="*/ 201 h 486"/>
                <a:gd name="T2" fmla="*/ 245 w 396"/>
                <a:gd name="T3" fmla="*/ 201 h 486"/>
                <a:gd name="T4" fmla="*/ 162 w 396"/>
                <a:gd name="T5" fmla="*/ 201 h 486"/>
                <a:gd name="T6" fmla="*/ 93 w 396"/>
                <a:gd name="T7" fmla="*/ 140 h 486"/>
                <a:gd name="T8" fmla="*/ 192 w 396"/>
                <a:gd name="T9" fmla="*/ 81 h 486"/>
                <a:gd name="T10" fmla="*/ 336 w 396"/>
                <a:gd name="T11" fmla="*/ 107 h 486"/>
                <a:gd name="T12" fmla="*/ 368 w 396"/>
                <a:gd name="T13" fmla="*/ 33 h 486"/>
                <a:gd name="T14" fmla="*/ 201 w 396"/>
                <a:gd name="T15" fmla="*/ 0 h 486"/>
                <a:gd name="T16" fmla="*/ 5 w 396"/>
                <a:gd name="T17" fmla="*/ 142 h 486"/>
                <a:gd name="T18" fmla="*/ 152 w 396"/>
                <a:gd name="T19" fmla="*/ 285 h 486"/>
                <a:gd name="T20" fmla="*/ 152 w 396"/>
                <a:gd name="T21" fmla="*/ 285 h 486"/>
                <a:gd name="T22" fmla="*/ 235 w 396"/>
                <a:gd name="T23" fmla="*/ 285 h 486"/>
                <a:gd name="T24" fmla="*/ 304 w 396"/>
                <a:gd name="T25" fmla="*/ 346 h 486"/>
                <a:gd name="T26" fmla="*/ 204 w 396"/>
                <a:gd name="T27" fmla="*/ 405 h 486"/>
                <a:gd name="T28" fmla="*/ 44 w 396"/>
                <a:gd name="T29" fmla="*/ 372 h 486"/>
                <a:gd name="T30" fmla="*/ 13 w 396"/>
                <a:gd name="T31" fmla="*/ 446 h 486"/>
                <a:gd name="T32" fmla="*/ 195 w 396"/>
                <a:gd name="T33" fmla="*/ 486 h 486"/>
                <a:gd name="T34" fmla="*/ 391 w 396"/>
                <a:gd name="T35" fmla="*/ 345 h 486"/>
                <a:gd name="T36" fmla="*/ 245 w 396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6" h="486">
                  <a:moveTo>
                    <a:pt x="245" y="201"/>
                  </a:moveTo>
                  <a:cubicBezTo>
                    <a:pt x="245" y="201"/>
                    <a:pt x="245" y="201"/>
                    <a:pt x="245" y="201"/>
                  </a:cubicBezTo>
                  <a:cubicBezTo>
                    <a:pt x="162" y="201"/>
                    <a:pt x="162" y="201"/>
                    <a:pt x="162" y="201"/>
                  </a:cubicBezTo>
                  <a:cubicBezTo>
                    <a:pt x="115" y="201"/>
                    <a:pt x="91" y="183"/>
                    <a:pt x="93" y="140"/>
                  </a:cubicBezTo>
                  <a:cubicBezTo>
                    <a:pt x="95" y="95"/>
                    <a:pt x="144" y="81"/>
                    <a:pt x="192" y="81"/>
                  </a:cubicBezTo>
                  <a:cubicBezTo>
                    <a:pt x="261" y="81"/>
                    <a:pt x="312" y="98"/>
                    <a:pt x="336" y="107"/>
                  </a:cubicBezTo>
                  <a:cubicBezTo>
                    <a:pt x="368" y="33"/>
                    <a:pt x="368" y="33"/>
                    <a:pt x="368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1" y="0"/>
                    <a:pt x="10" y="32"/>
                    <a:pt x="5" y="142"/>
                  </a:cubicBezTo>
                  <a:cubicBezTo>
                    <a:pt x="0" y="248"/>
                    <a:pt x="74" y="283"/>
                    <a:pt x="152" y="285"/>
                  </a:cubicBezTo>
                  <a:cubicBezTo>
                    <a:pt x="152" y="285"/>
                    <a:pt x="152" y="285"/>
                    <a:pt x="152" y="285"/>
                  </a:cubicBezTo>
                  <a:cubicBezTo>
                    <a:pt x="235" y="285"/>
                    <a:pt x="235" y="285"/>
                    <a:pt x="235" y="285"/>
                  </a:cubicBezTo>
                  <a:cubicBezTo>
                    <a:pt x="281" y="285"/>
                    <a:pt x="306" y="303"/>
                    <a:pt x="304" y="346"/>
                  </a:cubicBezTo>
                  <a:cubicBezTo>
                    <a:pt x="302" y="391"/>
                    <a:pt x="253" y="405"/>
                    <a:pt x="204" y="405"/>
                  </a:cubicBezTo>
                  <a:cubicBezTo>
                    <a:pt x="106" y="405"/>
                    <a:pt x="44" y="372"/>
                    <a:pt x="44" y="372"/>
                  </a:cubicBezTo>
                  <a:cubicBezTo>
                    <a:pt x="13" y="446"/>
                    <a:pt x="13" y="446"/>
                    <a:pt x="13" y="446"/>
                  </a:cubicBezTo>
                  <a:cubicBezTo>
                    <a:pt x="13" y="446"/>
                    <a:pt x="83" y="486"/>
                    <a:pt x="195" y="486"/>
                  </a:cubicBezTo>
                  <a:cubicBezTo>
                    <a:pt x="276" y="486"/>
                    <a:pt x="387" y="454"/>
                    <a:pt x="391" y="345"/>
                  </a:cubicBezTo>
                  <a:cubicBezTo>
                    <a:pt x="396" y="238"/>
                    <a:pt x="322" y="203"/>
                    <a:pt x="245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AE8DB6E-B1F5-4293-BB50-9FC333A20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026025" y="4402138"/>
              <a:ext cx="700088" cy="742950"/>
            </a:xfrm>
            <a:custGeom>
              <a:avLst/>
              <a:gdLst>
                <a:gd name="T0" fmla="*/ 234 w 460"/>
                <a:gd name="T1" fmla="*/ 0 h 489"/>
                <a:gd name="T2" fmla="*/ 0 w 460"/>
                <a:gd name="T3" fmla="*/ 249 h 489"/>
                <a:gd name="T4" fmla="*/ 256 w 460"/>
                <a:gd name="T5" fmla="*/ 489 h 489"/>
                <a:gd name="T6" fmla="*/ 437 w 460"/>
                <a:gd name="T7" fmla="*/ 449 h 489"/>
                <a:gd name="T8" fmla="*/ 403 w 460"/>
                <a:gd name="T9" fmla="*/ 378 h 489"/>
                <a:gd name="T10" fmla="*/ 253 w 460"/>
                <a:gd name="T11" fmla="*/ 408 h 489"/>
                <a:gd name="T12" fmla="*/ 96 w 460"/>
                <a:gd name="T13" fmla="*/ 285 h 489"/>
                <a:gd name="T14" fmla="*/ 367 w 460"/>
                <a:gd name="T15" fmla="*/ 285 h 489"/>
                <a:gd name="T16" fmla="*/ 460 w 460"/>
                <a:gd name="T17" fmla="*/ 285 h 489"/>
                <a:gd name="T18" fmla="*/ 460 w 460"/>
                <a:gd name="T19" fmla="*/ 243 h 489"/>
                <a:gd name="T20" fmla="*/ 234 w 460"/>
                <a:gd name="T21" fmla="*/ 0 h 489"/>
                <a:gd name="T22" fmla="*/ 97 w 460"/>
                <a:gd name="T23" fmla="*/ 209 h 489"/>
                <a:gd name="T24" fmla="*/ 238 w 460"/>
                <a:gd name="T25" fmla="*/ 79 h 489"/>
                <a:gd name="T26" fmla="*/ 366 w 460"/>
                <a:gd name="T27" fmla="*/ 209 h 489"/>
                <a:gd name="T28" fmla="*/ 97 w 460"/>
                <a:gd name="T29" fmla="*/ 20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0" h="489">
                  <a:moveTo>
                    <a:pt x="234" y="0"/>
                  </a:moveTo>
                  <a:cubicBezTo>
                    <a:pt x="101" y="0"/>
                    <a:pt x="0" y="77"/>
                    <a:pt x="0" y="249"/>
                  </a:cubicBezTo>
                  <a:cubicBezTo>
                    <a:pt x="0" y="421"/>
                    <a:pt x="127" y="489"/>
                    <a:pt x="256" y="489"/>
                  </a:cubicBezTo>
                  <a:cubicBezTo>
                    <a:pt x="375" y="489"/>
                    <a:pt x="437" y="449"/>
                    <a:pt x="437" y="449"/>
                  </a:cubicBezTo>
                  <a:cubicBezTo>
                    <a:pt x="403" y="378"/>
                    <a:pt x="403" y="378"/>
                    <a:pt x="403" y="378"/>
                  </a:cubicBezTo>
                  <a:cubicBezTo>
                    <a:pt x="403" y="378"/>
                    <a:pt x="357" y="408"/>
                    <a:pt x="253" y="408"/>
                  </a:cubicBezTo>
                  <a:cubicBezTo>
                    <a:pt x="182" y="408"/>
                    <a:pt x="106" y="386"/>
                    <a:pt x="96" y="285"/>
                  </a:cubicBezTo>
                  <a:cubicBezTo>
                    <a:pt x="367" y="285"/>
                    <a:pt x="367" y="285"/>
                    <a:pt x="367" y="285"/>
                  </a:cubicBezTo>
                  <a:cubicBezTo>
                    <a:pt x="460" y="285"/>
                    <a:pt x="460" y="285"/>
                    <a:pt x="460" y="285"/>
                  </a:cubicBezTo>
                  <a:cubicBezTo>
                    <a:pt x="460" y="243"/>
                    <a:pt x="460" y="243"/>
                    <a:pt x="460" y="243"/>
                  </a:cubicBezTo>
                  <a:cubicBezTo>
                    <a:pt x="460" y="87"/>
                    <a:pt x="388" y="0"/>
                    <a:pt x="234" y="0"/>
                  </a:cubicBezTo>
                  <a:close/>
                  <a:moveTo>
                    <a:pt x="97" y="209"/>
                  </a:moveTo>
                  <a:cubicBezTo>
                    <a:pt x="108" y="108"/>
                    <a:pt x="159" y="79"/>
                    <a:pt x="238" y="79"/>
                  </a:cubicBezTo>
                  <a:cubicBezTo>
                    <a:pt x="322" y="79"/>
                    <a:pt x="360" y="119"/>
                    <a:pt x="366" y="209"/>
                  </a:cubicBezTo>
                  <a:lnTo>
                    <a:pt x="97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EC8E473-602C-4ABE-8E74-27DE0B2568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35463" y="4405313"/>
              <a:ext cx="600075" cy="738188"/>
            </a:xfrm>
            <a:custGeom>
              <a:avLst/>
              <a:gdLst>
                <a:gd name="T0" fmla="*/ 244 w 395"/>
                <a:gd name="T1" fmla="*/ 201 h 486"/>
                <a:gd name="T2" fmla="*/ 244 w 395"/>
                <a:gd name="T3" fmla="*/ 201 h 486"/>
                <a:gd name="T4" fmla="*/ 161 w 395"/>
                <a:gd name="T5" fmla="*/ 201 h 486"/>
                <a:gd name="T6" fmla="*/ 92 w 395"/>
                <a:gd name="T7" fmla="*/ 140 h 486"/>
                <a:gd name="T8" fmla="*/ 191 w 395"/>
                <a:gd name="T9" fmla="*/ 81 h 486"/>
                <a:gd name="T10" fmla="*/ 336 w 395"/>
                <a:gd name="T11" fmla="*/ 107 h 486"/>
                <a:gd name="T12" fmla="*/ 367 w 395"/>
                <a:gd name="T13" fmla="*/ 33 h 486"/>
                <a:gd name="T14" fmla="*/ 201 w 395"/>
                <a:gd name="T15" fmla="*/ 0 h 486"/>
                <a:gd name="T16" fmla="*/ 4 w 395"/>
                <a:gd name="T17" fmla="*/ 142 h 486"/>
                <a:gd name="T18" fmla="*/ 151 w 395"/>
                <a:gd name="T19" fmla="*/ 285 h 486"/>
                <a:gd name="T20" fmla="*/ 151 w 395"/>
                <a:gd name="T21" fmla="*/ 285 h 486"/>
                <a:gd name="T22" fmla="*/ 234 w 395"/>
                <a:gd name="T23" fmla="*/ 285 h 486"/>
                <a:gd name="T24" fmla="*/ 303 w 395"/>
                <a:gd name="T25" fmla="*/ 346 h 486"/>
                <a:gd name="T26" fmla="*/ 203 w 395"/>
                <a:gd name="T27" fmla="*/ 405 h 486"/>
                <a:gd name="T28" fmla="*/ 44 w 395"/>
                <a:gd name="T29" fmla="*/ 372 h 486"/>
                <a:gd name="T30" fmla="*/ 12 w 395"/>
                <a:gd name="T31" fmla="*/ 446 h 486"/>
                <a:gd name="T32" fmla="*/ 194 w 395"/>
                <a:gd name="T33" fmla="*/ 486 h 486"/>
                <a:gd name="T34" fmla="*/ 391 w 395"/>
                <a:gd name="T35" fmla="*/ 345 h 486"/>
                <a:gd name="T36" fmla="*/ 244 w 395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5" h="486">
                  <a:moveTo>
                    <a:pt x="244" y="201"/>
                  </a:moveTo>
                  <a:cubicBezTo>
                    <a:pt x="244" y="201"/>
                    <a:pt x="244" y="201"/>
                    <a:pt x="244" y="201"/>
                  </a:cubicBezTo>
                  <a:cubicBezTo>
                    <a:pt x="161" y="201"/>
                    <a:pt x="161" y="201"/>
                    <a:pt x="161" y="201"/>
                  </a:cubicBezTo>
                  <a:cubicBezTo>
                    <a:pt x="115" y="201"/>
                    <a:pt x="90" y="183"/>
                    <a:pt x="92" y="140"/>
                  </a:cubicBezTo>
                  <a:cubicBezTo>
                    <a:pt x="94" y="95"/>
                    <a:pt x="143" y="81"/>
                    <a:pt x="191" y="81"/>
                  </a:cubicBezTo>
                  <a:cubicBezTo>
                    <a:pt x="260" y="81"/>
                    <a:pt x="311" y="98"/>
                    <a:pt x="336" y="107"/>
                  </a:cubicBezTo>
                  <a:cubicBezTo>
                    <a:pt x="367" y="33"/>
                    <a:pt x="367" y="33"/>
                    <a:pt x="367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0" y="0"/>
                    <a:pt x="9" y="32"/>
                    <a:pt x="4" y="142"/>
                  </a:cubicBezTo>
                  <a:cubicBezTo>
                    <a:pt x="0" y="248"/>
                    <a:pt x="74" y="283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234" y="285"/>
                    <a:pt x="234" y="285"/>
                    <a:pt x="234" y="285"/>
                  </a:cubicBezTo>
                  <a:cubicBezTo>
                    <a:pt x="280" y="285"/>
                    <a:pt x="305" y="303"/>
                    <a:pt x="303" y="346"/>
                  </a:cubicBezTo>
                  <a:cubicBezTo>
                    <a:pt x="301" y="391"/>
                    <a:pt x="252" y="405"/>
                    <a:pt x="203" y="405"/>
                  </a:cubicBezTo>
                  <a:cubicBezTo>
                    <a:pt x="105" y="405"/>
                    <a:pt x="44" y="372"/>
                    <a:pt x="44" y="372"/>
                  </a:cubicBezTo>
                  <a:cubicBezTo>
                    <a:pt x="12" y="446"/>
                    <a:pt x="12" y="446"/>
                    <a:pt x="12" y="446"/>
                  </a:cubicBezTo>
                  <a:cubicBezTo>
                    <a:pt x="12" y="446"/>
                    <a:pt x="83" y="486"/>
                    <a:pt x="194" y="486"/>
                  </a:cubicBezTo>
                  <a:cubicBezTo>
                    <a:pt x="275" y="486"/>
                    <a:pt x="386" y="454"/>
                    <a:pt x="391" y="345"/>
                  </a:cubicBezTo>
                  <a:cubicBezTo>
                    <a:pt x="395" y="238"/>
                    <a:pt x="321" y="203"/>
                    <a:pt x="244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4FE414C-3DB9-4FE9-B834-0A39C9D48A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19388" y="4406900"/>
              <a:ext cx="671513" cy="735013"/>
            </a:xfrm>
            <a:custGeom>
              <a:avLst/>
              <a:gdLst>
                <a:gd name="T0" fmla="*/ 220 w 442"/>
                <a:gd name="T1" fmla="*/ 0 h 484"/>
                <a:gd name="T2" fmla="*/ 39 w 442"/>
                <a:gd name="T3" fmla="*/ 30 h 484"/>
                <a:gd name="T4" fmla="*/ 75 w 442"/>
                <a:gd name="T5" fmla="*/ 104 h 484"/>
                <a:gd name="T6" fmla="*/ 230 w 442"/>
                <a:gd name="T7" fmla="*/ 81 h 484"/>
                <a:gd name="T8" fmla="*/ 350 w 442"/>
                <a:gd name="T9" fmla="*/ 168 h 484"/>
                <a:gd name="T10" fmla="*/ 350 w 442"/>
                <a:gd name="T11" fmla="*/ 196 h 484"/>
                <a:gd name="T12" fmla="*/ 168 w 442"/>
                <a:gd name="T13" fmla="*/ 196 h 484"/>
                <a:gd name="T14" fmla="*/ 0 w 442"/>
                <a:gd name="T15" fmla="*/ 339 h 484"/>
                <a:gd name="T16" fmla="*/ 181 w 442"/>
                <a:gd name="T17" fmla="*/ 484 h 484"/>
                <a:gd name="T18" fmla="*/ 350 w 442"/>
                <a:gd name="T19" fmla="*/ 417 h 484"/>
                <a:gd name="T20" fmla="*/ 350 w 442"/>
                <a:gd name="T21" fmla="*/ 484 h 484"/>
                <a:gd name="T22" fmla="*/ 442 w 442"/>
                <a:gd name="T23" fmla="*/ 484 h 484"/>
                <a:gd name="T24" fmla="*/ 442 w 442"/>
                <a:gd name="T25" fmla="*/ 142 h 484"/>
                <a:gd name="T26" fmla="*/ 220 w 442"/>
                <a:gd name="T27" fmla="*/ 0 h 484"/>
                <a:gd name="T28" fmla="*/ 350 w 442"/>
                <a:gd name="T29" fmla="*/ 295 h 484"/>
                <a:gd name="T30" fmla="*/ 198 w 442"/>
                <a:gd name="T31" fmla="*/ 407 h 484"/>
                <a:gd name="T32" fmla="*/ 95 w 442"/>
                <a:gd name="T33" fmla="*/ 338 h 484"/>
                <a:gd name="T34" fmla="*/ 173 w 442"/>
                <a:gd name="T35" fmla="*/ 269 h 484"/>
                <a:gd name="T36" fmla="*/ 350 w 442"/>
                <a:gd name="T37" fmla="*/ 269 h 484"/>
                <a:gd name="T38" fmla="*/ 350 w 442"/>
                <a:gd name="T39" fmla="*/ 295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2" h="484">
                  <a:moveTo>
                    <a:pt x="220" y="0"/>
                  </a:moveTo>
                  <a:cubicBezTo>
                    <a:pt x="135" y="0"/>
                    <a:pt x="72" y="18"/>
                    <a:pt x="39" y="30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105" y="95"/>
                    <a:pt x="159" y="81"/>
                    <a:pt x="230" y="81"/>
                  </a:cubicBezTo>
                  <a:cubicBezTo>
                    <a:pt x="285" y="81"/>
                    <a:pt x="350" y="96"/>
                    <a:pt x="350" y="168"/>
                  </a:cubicBezTo>
                  <a:cubicBezTo>
                    <a:pt x="350" y="168"/>
                    <a:pt x="350" y="194"/>
                    <a:pt x="350" y="196"/>
                  </a:cubicBezTo>
                  <a:cubicBezTo>
                    <a:pt x="168" y="196"/>
                    <a:pt x="168" y="196"/>
                    <a:pt x="168" y="196"/>
                  </a:cubicBezTo>
                  <a:cubicBezTo>
                    <a:pt x="75" y="196"/>
                    <a:pt x="0" y="229"/>
                    <a:pt x="0" y="339"/>
                  </a:cubicBezTo>
                  <a:cubicBezTo>
                    <a:pt x="0" y="438"/>
                    <a:pt x="81" y="484"/>
                    <a:pt x="181" y="484"/>
                  </a:cubicBezTo>
                  <a:cubicBezTo>
                    <a:pt x="298" y="484"/>
                    <a:pt x="350" y="417"/>
                    <a:pt x="350" y="417"/>
                  </a:cubicBezTo>
                  <a:cubicBezTo>
                    <a:pt x="350" y="484"/>
                    <a:pt x="350" y="484"/>
                    <a:pt x="350" y="484"/>
                  </a:cubicBezTo>
                  <a:cubicBezTo>
                    <a:pt x="442" y="484"/>
                    <a:pt x="442" y="484"/>
                    <a:pt x="442" y="484"/>
                  </a:cubicBezTo>
                  <a:cubicBezTo>
                    <a:pt x="442" y="142"/>
                    <a:pt x="442" y="142"/>
                    <a:pt x="442" y="142"/>
                  </a:cubicBezTo>
                  <a:cubicBezTo>
                    <a:pt x="437" y="32"/>
                    <a:pt x="311" y="0"/>
                    <a:pt x="220" y="0"/>
                  </a:cubicBezTo>
                  <a:close/>
                  <a:moveTo>
                    <a:pt x="350" y="295"/>
                  </a:moveTo>
                  <a:cubicBezTo>
                    <a:pt x="350" y="366"/>
                    <a:pt x="258" y="407"/>
                    <a:pt x="198" y="407"/>
                  </a:cubicBezTo>
                  <a:cubicBezTo>
                    <a:pt x="153" y="407"/>
                    <a:pt x="95" y="392"/>
                    <a:pt x="95" y="338"/>
                  </a:cubicBezTo>
                  <a:cubicBezTo>
                    <a:pt x="95" y="284"/>
                    <a:pt x="126" y="269"/>
                    <a:pt x="173" y="269"/>
                  </a:cubicBezTo>
                  <a:cubicBezTo>
                    <a:pt x="350" y="269"/>
                    <a:pt x="350" y="269"/>
                    <a:pt x="350" y="269"/>
                  </a:cubicBezTo>
                  <a:lnTo>
                    <a:pt x="350" y="2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CCE5207A-3E84-4DC4-A07C-47027DA0FF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5850" y="0"/>
              <a:ext cx="1914525" cy="965200"/>
            </a:xfrm>
            <a:custGeom>
              <a:avLst/>
              <a:gdLst>
                <a:gd name="T0" fmla="*/ 1260 w 1260"/>
                <a:gd name="T1" fmla="*/ 183 h 636"/>
                <a:gd name="T2" fmla="*/ 632 w 1260"/>
                <a:gd name="T3" fmla="*/ 0 h 636"/>
                <a:gd name="T4" fmla="*/ 0 w 1260"/>
                <a:gd name="T5" fmla="*/ 174 h 636"/>
                <a:gd name="T6" fmla="*/ 630 w 1260"/>
                <a:gd name="T7" fmla="*/ 635 h 636"/>
                <a:gd name="T8" fmla="*/ 1260 w 1260"/>
                <a:gd name="T9" fmla="*/ 183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0" h="636">
                  <a:moveTo>
                    <a:pt x="1260" y="183"/>
                  </a:moveTo>
                  <a:cubicBezTo>
                    <a:pt x="1088" y="73"/>
                    <a:pt x="862" y="0"/>
                    <a:pt x="632" y="0"/>
                  </a:cubicBezTo>
                  <a:cubicBezTo>
                    <a:pt x="418" y="0"/>
                    <a:pt x="197" y="52"/>
                    <a:pt x="0" y="174"/>
                  </a:cubicBezTo>
                  <a:cubicBezTo>
                    <a:pt x="0" y="174"/>
                    <a:pt x="269" y="634"/>
                    <a:pt x="630" y="635"/>
                  </a:cubicBezTo>
                  <a:cubicBezTo>
                    <a:pt x="992" y="636"/>
                    <a:pt x="1260" y="183"/>
                    <a:pt x="1260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77B6E331-2620-41C0-B97C-1B12164FD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2563" y="436563"/>
              <a:ext cx="1201738" cy="1819275"/>
            </a:xfrm>
            <a:custGeom>
              <a:avLst/>
              <a:gdLst>
                <a:gd name="T0" fmla="*/ 438 w 791"/>
                <a:gd name="T1" fmla="*/ 0 h 1198"/>
                <a:gd name="T2" fmla="*/ 75 w 791"/>
                <a:gd name="T3" fmla="*/ 545 h 1198"/>
                <a:gd name="T4" fmla="*/ 52 w 791"/>
                <a:gd name="T5" fmla="*/ 1198 h 1198"/>
                <a:gd name="T6" fmla="*/ 679 w 791"/>
                <a:gd name="T7" fmla="*/ 742 h 1198"/>
                <a:gd name="T8" fmla="*/ 438 w 791"/>
                <a:gd name="T9" fmla="*/ 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1" h="1198">
                  <a:moveTo>
                    <a:pt x="438" y="0"/>
                  </a:moveTo>
                  <a:cubicBezTo>
                    <a:pt x="273" y="139"/>
                    <a:pt x="147" y="326"/>
                    <a:pt x="75" y="545"/>
                  </a:cubicBezTo>
                  <a:cubicBezTo>
                    <a:pt x="4" y="764"/>
                    <a:pt x="0" y="981"/>
                    <a:pt x="52" y="1198"/>
                  </a:cubicBezTo>
                  <a:cubicBezTo>
                    <a:pt x="52" y="1198"/>
                    <a:pt x="566" y="1086"/>
                    <a:pt x="679" y="742"/>
                  </a:cubicBezTo>
                  <a:cubicBezTo>
                    <a:pt x="791" y="399"/>
                    <a:pt x="438" y="0"/>
                    <a:pt x="4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DA1FDC7C-42C8-4041-B97D-F2CA92B557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82900" y="2185988"/>
              <a:ext cx="1622425" cy="1447800"/>
            </a:xfrm>
            <a:custGeom>
              <a:avLst/>
              <a:gdLst>
                <a:gd name="T0" fmla="*/ 0 w 1067"/>
                <a:gd name="T1" fmla="*/ 211 h 954"/>
                <a:gd name="T2" fmla="*/ 401 w 1067"/>
                <a:gd name="T3" fmla="*/ 726 h 954"/>
                <a:gd name="T4" fmla="*/ 1016 w 1067"/>
                <a:gd name="T5" fmla="*/ 954 h 954"/>
                <a:gd name="T6" fmla="*/ 775 w 1067"/>
                <a:gd name="T7" fmla="*/ 213 h 954"/>
                <a:gd name="T8" fmla="*/ 0 w 1067"/>
                <a:gd name="T9" fmla="*/ 211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7" h="954">
                  <a:moveTo>
                    <a:pt x="0" y="211"/>
                  </a:moveTo>
                  <a:cubicBezTo>
                    <a:pt x="84" y="414"/>
                    <a:pt x="218" y="590"/>
                    <a:pt x="401" y="726"/>
                  </a:cubicBezTo>
                  <a:cubicBezTo>
                    <a:pt x="586" y="863"/>
                    <a:pt x="810" y="941"/>
                    <a:pt x="1016" y="954"/>
                  </a:cubicBezTo>
                  <a:cubicBezTo>
                    <a:pt x="1016" y="954"/>
                    <a:pt x="1067" y="426"/>
                    <a:pt x="775" y="213"/>
                  </a:cubicBezTo>
                  <a:cubicBezTo>
                    <a:pt x="483" y="0"/>
                    <a:pt x="0" y="211"/>
                    <a:pt x="0" y="2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7F7052C-55C2-4219-9B97-3B0041EC6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5500" y="2182813"/>
              <a:ext cx="1627188" cy="1450975"/>
            </a:xfrm>
            <a:custGeom>
              <a:avLst/>
              <a:gdLst>
                <a:gd name="T0" fmla="*/ 58 w 1071"/>
                <a:gd name="T1" fmla="*/ 956 h 956"/>
                <a:gd name="T2" fmla="*/ 669 w 1071"/>
                <a:gd name="T3" fmla="*/ 725 h 956"/>
                <a:gd name="T4" fmla="*/ 1071 w 1071"/>
                <a:gd name="T5" fmla="*/ 207 h 956"/>
                <a:gd name="T6" fmla="*/ 291 w 1071"/>
                <a:gd name="T7" fmla="*/ 215 h 956"/>
                <a:gd name="T8" fmla="*/ 58 w 1071"/>
                <a:gd name="T9" fmla="*/ 956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1" h="956">
                  <a:moveTo>
                    <a:pt x="58" y="956"/>
                  </a:moveTo>
                  <a:cubicBezTo>
                    <a:pt x="289" y="933"/>
                    <a:pt x="482" y="860"/>
                    <a:pt x="669" y="725"/>
                  </a:cubicBezTo>
                  <a:cubicBezTo>
                    <a:pt x="850" y="594"/>
                    <a:pt x="987" y="409"/>
                    <a:pt x="1071" y="207"/>
                  </a:cubicBezTo>
                  <a:cubicBezTo>
                    <a:pt x="1071" y="207"/>
                    <a:pt x="581" y="0"/>
                    <a:pt x="291" y="215"/>
                  </a:cubicBezTo>
                  <a:cubicBezTo>
                    <a:pt x="0" y="431"/>
                    <a:pt x="58" y="956"/>
                    <a:pt x="58" y="9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CD66E80E-6FF0-460D-B6F3-3BFD4976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9700" y="439738"/>
              <a:ext cx="1195388" cy="1819275"/>
            </a:xfrm>
            <a:custGeom>
              <a:avLst/>
              <a:gdLst>
                <a:gd name="T0" fmla="*/ 737 w 787"/>
                <a:gd name="T1" fmla="*/ 1198 h 1198"/>
                <a:gd name="T2" fmla="*/ 715 w 787"/>
                <a:gd name="T3" fmla="*/ 544 h 1198"/>
                <a:gd name="T4" fmla="*/ 355 w 787"/>
                <a:gd name="T5" fmla="*/ 0 h 1198"/>
                <a:gd name="T6" fmla="*/ 111 w 787"/>
                <a:gd name="T7" fmla="*/ 739 h 1198"/>
                <a:gd name="T8" fmla="*/ 737 w 787"/>
                <a:gd name="T9" fmla="*/ 1198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7" h="1198">
                  <a:moveTo>
                    <a:pt x="737" y="1198"/>
                  </a:moveTo>
                  <a:cubicBezTo>
                    <a:pt x="787" y="991"/>
                    <a:pt x="786" y="764"/>
                    <a:pt x="715" y="544"/>
                  </a:cubicBezTo>
                  <a:cubicBezTo>
                    <a:pt x="645" y="325"/>
                    <a:pt x="518" y="144"/>
                    <a:pt x="355" y="0"/>
                  </a:cubicBezTo>
                  <a:cubicBezTo>
                    <a:pt x="355" y="0"/>
                    <a:pt x="0" y="395"/>
                    <a:pt x="111" y="739"/>
                  </a:cubicBezTo>
                  <a:cubicBezTo>
                    <a:pt x="222" y="1083"/>
                    <a:pt x="737" y="1198"/>
                    <a:pt x="737" y="1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14A9D647-00F2-4C4B-BEB2-D75043DB8D0E}"/>
              </a:ext>
            </a:extLst>
          </p:cNvPr>
          <p:cNvGrpSpPr/>
          <p:nvPr userDrawn="1"/>
        </p:nvGrpSpPr>
        <p:grpSpPr>
          <a:xfrm>
            <a:off x="7002138" y="1700147"/>
            <a:ext cx="3394929" cy="3339213"/>
            <a:chOff x="2019290" y="61899"/>
            <a:chExt cx="5102087" cy="5018353"/>
          </a:xfrm>
          <a:solidFill>
            <a:srgbClr val="5770BE"/>
          </a:solidFill>
        </p:grpSpPr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0A3EC673-E299-4D73-87EC-841B629A6F7B}"/>
                </a:ext>
              </a:extLst>
            </p:cNvPr>
            <p:cNvSpPr/>
            <p:nvPr/>
          </p:nvSpPr>
          <p:spPr>
            <a:xfrm>
              <a:off x="3946207" y="61899"/>
              <a:ext cx="1278731" cy="636387"/>
            </a:xfrm>
            <a:custGeom>
              <a:avLst/>
              <a:gdLst>
                <a:gd name="connsiteX0" fmla="*/ 636651 w 1278731"/>
                <a:gd name="connsiteY0" fmla="*/ 636378 h 636387"/>
                <a:gd name="connsiteX1" fmla="*/ 1278731 w 1278731"/>
                <a:gd name="connsiteY1" fmla="*/ 184226 h 636387"/>
                <a:gd name="connsiteX2" fmla="*/ 637127 w 1278731"/>
                <a:gd name="connsiteY2" fmla="*/ 13 h 636387"/>
                <a:gd name="connsiteX3" fmla="*/ 0 w 1278731"/>
                <a:gd name="connsiteY3" fmla="*/ 174987 h 636387"/>
                <a:gd name="connsiteX4" fmla="*/ 636651 w 1278731"/>
                <a:gd name="connsiteY4" fmla="*/ 636378 h 636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8731" h="636387">
                  <a:moveTo>
                    <a:pt x="636651" y="636378"/>
                  </a:moveTo>
                  <a:cubicBezTo>
                    <a:pt x="994505" y="638759"/>
                    <a:pt x="1259015" y="216516"/>
                    <a:pt x="1278731" y="184226"/>
                  </a:cubicBezTo>
                  <a:cubicBezTo>
                    <a:pt x="1092422" y="68402"/>
                    <a:pt x="872681" y="1060"/>
                    <a:pt x="637127" y="13"/>
                  </a:cubicBezTo>
                  <a:cubicBezTo>
                    <a:pt x="404146" y="-1035"/>
                    <a:pt x="186023" y="63068"/>
                    <a:pt x="0" y="174987"/>
                  </a:cubicBezTo>
                  <a:cubicBezTo>
                    <a:pt x="15145" y="200609"/>
                    <a:pt x="275558" y="633997"/>
                    <a:pt x="636651" y="63637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CF3A35DC-7A8C-4C7B-88C4-1FD4E5E65E5A}"/>
                </a:ext>
              </a:extLst>
            </p:cNvPr>
            <p:cNvSpPr/>
            <p:nvPr/>
          </p:nvSpPr>
          <p:spPr>
            <a:xfrm>
              <a:off x="2019290" y="1219294"/>
              <a:ext cx="690590" cy="1213103"/>
            </a:xfrm>
            <a:custGeom>
              <a:avLst/>
              <a:gdLst>
                <a:gd name="connsiteX0" fmla="*/ 666569 w 690590"/>
                <a:gd name="connsiteY0" fmla="*/ 750189 h 1213103"/>
                <a:gd name="connsiteX1" fmla="*/ 435207 w 690590"/>
                <a:gd name="connsiteY1" fmla="*/ 0 h 1213103"/>
                <a:gd name="connsiteX2" fmla="*/ 10 w 690590"/>
                <a:gd name="connsiteY2" fmla="*/ 932021 h 1213103"/>
                <a:gd name="connsiteX3" fmla="*/ 31157 w 690590"/>
                <a:gd name="connsiteY3" fmla="*/ 1213104 h 1213103"/>
                <a:gd name="connsiteX4" fmla="*/ 666569 w 690590"/>
                <a:gd name="connsiteY4" fmla="*/ 750189 h 1213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590" h="1213103">
                  <a:moveTo>
                    <a:pt x="666569" y="750189"/>
                  </a:moveTo>
                  <a:cubicBezTo>
                    <a:pt x="779060" y="411575"/>
                    <a:pt x="461401" y="30575"/>
                    <a:pt x="435207" y="0"/>
                  </a:cubicBezTo>
                  <a:cubicBezTo>
                    <a:pt x="170412" y="223933"/>
                    <a:pt x="1629" y="558070"/>
                    <a:pt x="10" y="932021"/>
                  </a:cubicBezTo>
                  <a:cubicBezTo>
                    <a:pt x="-371" y="1028700"/>
                    <a:pt x="10392" y="1122712"/>
                    <a:pt x="31157" y="1213104"/>
                  </a:cubicBezTo>
                  <a:cubicBezTo>
                    <a:pt x="60970" y="1206532"/>
                    <a:pt x="552841" y="1092613"/>
                    <a:pt x="666569" y="7501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5D2C7748-445A-4908-A98D-8C1800ABBEA7}"/>
                </a:ext>
              </a:extLst>
            </p:cNvPr>
            <p:cNvSpPr/>
            <p:nvPr/>
          </p:nvSpPr>
          <p:spPr>
            <a:xfrm>
              <a:off x="2496692" y="4219701"/>
              <a:ext cx="1029858" cy="848932"/>
            </a:xfrm>
            <a:custGeom>
              <a:avLst/>
              <a:gdLst>
                <a:gd name="connsiteX0" fmla="*/ 782003 w 1029858"/>
                <a:gd name="connsiteY0" fmla="*/ 100934 h 848932"/>
                <a:gd name="connsiteX1" fmla="*/ 0 w 1029858"/>
                <a:gd name="connsiteY1" fmla="*/ 87980 h 848932"/>
                <a:gd name="connsiteX2" fmla="*/ 1025843 w 1029858"/>
                <a:gd name="connsiteY2" fmla="*/ 848932 h 848932"/>
                <a:gd name="connsiteX3" fmla="*/ 782003 w 1029858"/>
                <a:gd name="connsiteY3" fmla="*/ 100934 h 8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9858" h="848932">
                  <a:moveTo>
                    <a:pt x="782003" y="100934"/>
                  </a:moveTo>
                  <a:cubicBezTo>
                    <a:pt x="500824" y="-106140"/>
                    <a:pt x="53912" y="65977"/>
                    <a:pt x="0" y="87980"/>
                  </a:cubicBezTo>
                  <a:cubicBezTo>
                    <a:pt x="168783" y="504127"/>
                    <a:pt x="559403" y="806927"/>
                    <a:pt x="1025843" y="848932"/>
                  </a:cubicBezTo>
                  <a:cubicBezTo>
                    <a:pt x="1028033" y="826358"/>
                    <a:pt x="1074896" y="316770"/>
                    <a:pt x="782003" y="1009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D5AF26B3-A801-478A-995F-0DB30CC90980}"/>
                </a:ext>
              </a:extLst>
            </p:cNvPr>
            <p:cNvSpPr/>
            <p:nvPr/>
          </p:nvSpPr>
          <p:spPr>
            <a:xfrm>
              <a:off x="5578922" y="4238632"/>
              <a:ext cx="1038571" cy="841620"/>
            </a:xfrm>
            <a:custGeom>
              <a:avLst/>
              <a:gdLst>
                <a:gd name="connsiteX0" fmla="*/ 256474 w 1038571"/>
                <a:gd name="connsiteY0" fmla="*/ 96385 h 841620"/>
                <a:gd name="connsiteX1" fmla="*/ 2918 w 1038571"/>
                <a:gd name="connsiteY1" fmla="*/ 841621 h 841620"/>
                <a:gd name="connsiteX2" fmla="*/ 1038572 w 1038571"/>
                <a:gd name="connsiteY2" fmla="*/ 93623 h 841620"/>
                <a:gd name="connsiteX3" fmla="*/ 256474 w 1038571"/>
                <a:gd name="connsiteY3" fmla="*/ 96385 h 841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571" h="841620">
                  <a:moveTo>
                    <a:pt x="256474" y="96385"/>
                  </a:moveTo>
                  <a:cubicBezTo>
                    <a:pt x="-42040" y="310221"/>
                    <a:pt x="1680" y="828095"/>
                    <a:pt x="2918" y="841621"/>
                  </a:cubicBezTo>
                  <a:cubicBezTo>
                    <a:pt x="470215" y="805521"/>
                    <a:pt x="864550" y="507484"/>
                    <a:pt x="1038572" y="93623"/>
                  </a:cubicBezTo>
                  <a:cubicBezTo>
                    <a:pt x="984660" y="70953"/>
                    <a:pt x="540224" y="-106879"/>
                    <a:pt x="256474" y="9638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D7071253-7A44-447C-B7DF-70C0E1AD248E}"/>
                </a:ext>
              </a:extLst>
            </p:cNvPr>
            <p:cNvSpPr/>
            <p:nvPr/>
          </p:nvSpPr>
          <p:spPr>
            <a:xfrm>
              <a:off x="6435072" y="1236916"/>
              <a:ext cx="686305" cy="1214342"/>
            </a:xfrm>
            <a:custGeom>
              <a:avLst/>
              <a:gdLst>
                <a:gd name="connsiteX0" fmla="*/ 22020 w 686305"/>
                <a:gd name="connsiteY0" fmla="*/ 742855 h 1214342"/>
                <a:gd name="connsiteX1" fmla="*/ 652766 w 686305"/>
                <a:gd name="connsiteY1" fmla="*/ 1214342 h 1214342"/>
                <a:gd name="connsiteX2" fmla="*/ 655338 w 686305"/>
                <a:gd name="connsiteY2" fmla="*/ 1205008 h 1214342"/>
                <a:gd name="connsiteX3" fmla="*/ 686294 w 686305"/>
                <a:gd name="connsiteY3" fmla="*/ 935355 h 1214342"/>
                <a:gd name="connsiteX4" fmla="*/ 259574 w 686305"/>
                <a:gd name="connsiteY4" fmla="*/ 0 h 1214342"/>
                <a:gd name="connsiteX5" fmla="*/ 22020 w 686305"/>
                <a:gd name="connsiteY5" fmla="*/ 742855 h 121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6305" h="1214342">
                  <a:moveTo>
                    <a:pt x="22020" y="742855"/>
                  </a:moveTo>
                  <a:cubicBezTo>
                    <a:pt x="134701" y="1097471"/>
                    <a:pt x="652766" y="1214342"/>
                    <a:pt x="652766" y="1214342"/>
                  </a:cubicBezTo>
                  <a:cubicBezTo>
                    <a:pt x="653718" y="1211199"/>
                    <a:pt x="654480" y="1208056"/>
                    <a:pt x="655338" y="1205008"/>
                  </a:cubicBezTo>
                  <a:cubicBezTo>
                    <a:pt x="675149" y="1118235"/>
                    <a:pt x="685913" y="1028033"/>
                    <a:pt x="686294" y="935355"/>
                  </a:cubicBezTo>
                  <a:cubicBezTo>
                    <a:pt x="687913" y="561594"/>
                    <a:pt x="522178" y="226219"/>
                    <a:pt x="259574" y="0"/>
                  </a:cubicBezTo>
                  <a:cubicBezTo>
                    <a:pt x="215378" y="51530"/>
                    <a:pt x="-82278" y="414242"/>
                    <a:pt x="22020" y="7428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23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noFill/>
          </a:ln>
        </p:spPr>
        <p:txBody>
          <a:bodyPr lIns="0" bIns="360000" anchor="ctr" anchorCtr="0"/>
          <a:lstStyle>
            <a:lvl1pPr marL="527987" indent="-527987">
              <a:buFont typeface="+mj-lt"/>
              <a:buNone/>
              <a:defRPr sz="4333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1. Titre de partie</a:t>
            </a:r>
          </a:p>
        </p:txBody>
      </p:sp>
      <p:sp>
        <p:nvSpPr>
          <p:cNvPr id="35" name="Espace réservé de la date 4">
            <a:extLst>
              <a:ext uri="{FF2B5EF4-FFF2-40B4-BE49-F238E27FC236}">
                <a16:creationId xmlns:a16="http://schemas.microsoft.com/office/drawing/2014/main" id="{979B2E0D-EA57-4BD7-9C3E-D26051B48C1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1"/>
            <a:ext cx="1560000" cy="2825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36" name="Espace réservé du pied de page 8">
            <a:extLst>
              <a:ext uri="{FF2B5EF4-FFF2-40B4-BE49-F238E27FC236}">
                <a16:creationId xmlns:a16="http://schemas.microsoft.com/office/drawing/2014/main" id="{FFFB696E-EECC-4454-8ED3-CA5C36E3B32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SVEPM 2026   -   UNVEILING TEMPORAL AND REGIONAL FACTORS OF ANTIBIOTIC RESISTANCE   -   BAREILLE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3135208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 avec titre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BA039719-59E1-499E-AE38-46FC3D06F2F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4460079-5C05-4907-83D0-F6C237D493D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SVEPM 2026   -   UNVEILING TEMPORAL AND REGIONAL FACTORS OF ANTIBIOTIC RESISTANCE   -   BAREILLE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72E177FF-2AD8-4CAF-A3FD-3CF7C14C521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67242" y="1316765"/>
            <a:ext cx="11459060" cy="4580259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800"/>
              </a:spcAft>
              <a:buFontTx/>
              <a:buNone/>
              <a:defRPr b="1">
                <a:solidFill>
                  <a:srgbClr val="262626"/>
                </a:solidFill>
                <a:latin typeface="+mn-lt"/>
              </a:defRPr>
            </a:lvl1pPr>
            <a:lvl2pPr marL="179992" indent="0">
              <a:spcBef>
                <a:spcPts val="600"/>
              </a:spcBef>
              <a:spcAft>
                <a:spcPts val="800"/>
              </a:spcAft>
              <a:buFontTx/>
              <a:buNone/>
              <a:defRPr>
                <a:solidFill>
                  <a:srgbClr val="262626"/>
                </a:solidFill>
              </a:defRPr>
            </a:lvl2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</p:txBody>
      </p: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D839141D-2A12-43BD-965E-1AFB5ACCCEC3}"/>
              </a:ext>
            </a:extLst>
          </p:cNvPr>
          <p:cNvGrpSpPr/>
          <p:nvPr userDrawn="1"/>
        </p:nvGrpSpPr>
        <p:grpSpPr>
          <a:xfrm>
            <a:off x="11337925" y="238141"/>
            <a:ext cx="365127" cy="507984"/>
            <a:chOff x="2724335" y="0"/>
            <a:chExt cx="3694565" cy="5140087"/>
          </a:xfrm>
        </p:grpSpPr>
        <p:grpSp>
          <p:nvGrpSpPr>
            <p:cNvPr id="30" name="Groupe 29">
              <a:extLst>
                <a:ext uri="{FF2B5EF4-FFF2-40B4-BE49-F238E27FC236}">
                  <a16:creationId xmlns:a16="http://schemas.microsoft.com/office/drawing/2014/main" id="{CD0A93DE-EBFB-4986-A4EA-7F8D18937CD7}"/>
                </a:ext>
              </a:extLst>
            </p:cNvPr>
            <p:cNvGrpSpPr/>
            <p:nvPr userDrawn="1"/>
          </p:nvGrpSpPr>
          <p:grpSpPr>
            <a:xfrm>
              <a:off x="2724335" y="4398358"/>
              <a:ext cx="3694565" cy="741729"/>
              <a:chOff x="2724335" y="4398358"/>
              <a:chExt cx="3694565" cy="741729"/>
            </a:xfrm>
          </p:grpSpPr>
          <p:sp>
            <p:nvSpPr>
              <p:cNvPr id="37" name="Forme libre : forme 34">
                <a:extLst>
                  <a:ext uri="{FF2B5EF4-FFF2-40B4-BE49-F238E27FC236}">
                    <a16:creationId xmlns:a16="http://schemas.microsoft.com/office/drawing/2014/main" id="{C293E0C5-6117-4F1F-A38B-DC8D3CF89800}"/>
                  </a:ext>
                </a:extLst>
              </p:cNvPr>
              <p:cNvSpPr/>
              <p:nvPr/>
            </p:nvSpPr>
            <p:spPr>
              <a:xfrm>
                <a:off x="3554785" y="4412423"/>
                <a:ext cx="659499" cy="722420"/>
              </a:xfrm>
              <a:custGeom>
                <a:avLst/>
                <a:gdLst>
                  <a:gd name="connsiteX0" fmla="*/ 391256 w 659499"/>
                  <a:gd name="connsiteY0" fmla="*/ 0 h 722420"/>
                  <a:gd name="connsiteX1" fmla="*/ 139990 w 659499"/>
                  <a:gd name="connsiteY1" fmla="*/ 100540 h 722420"/>
                  <a:gd name="connsiteX2" fmla="*/ 139990 w 659499"/>
                  <a:gd name="connsiteY2" fmla="*/ 0 h 722420"/>
                  <a:gd name="connsiteX3" fmla="*/ 0 w 659499"/>
                  <a:gd name="connsiteY3" fmla="*/ 0 h 722420"/>
                  <a:gd name="connsiteX4" fmla="*/ 0 w 659499"/>
                  <a:gd name="connsiteY4" fmla="*/ 722421 h 722420"/>
                  <a:gd name="connsiteX5" fmla="*/ 140073 w 659499"/>
                  <a:gd name="connsiteY5" fmla="*/ 722421 h 722420"/>
                  <a:gd name="connsiteX6" fmla="*/ 140073 w 659499"/>
                  <a:gd name="connsiteY6" fmla="*/ 283142 h 722420"/>
                  <a:gd name="connsiteX7" fmla="*/ 366037 w 659499"/>
                  <a:gd name="connsiteY7" fmla="*/ 115438 h 722420"/>
                  <a:gd name="connsiteX8" fmla="*/ 518928 w 659499"/>
                  <a:gd name="connsiteY8" fmla="*/ 243442 h 722420"/>
                  <a:gd name="connsiteX9" fmla="*/ 519427 w 659499"/>
                  <a:gd name="connsiteY9" fmla="*/ 243442 h 722420"/>
                  <a:gd name="connsiteX10" fmla="*/ 519427 w 659499"/>
                  <a:gd name="connsiteY10" fmla="*/ 722421 h 722420"/>
                  <a:gd name="connsiteX11" fmla="*/ 659500 w 659499"/>
                  <a:gd name="connsiteY11" fmla="*/ 722421 h 722420"/>
                  <a:gd name="connsiteX12" fmla="*/ 659500 w 659499"/>
                  <a:gd name="connsiteY12" fmla="*/ 243442 h 722420"/>
                  <a:gd name="connsiteX13" fmla="*/ 391256 w 659499"/>
                  <a:gd name="connsiteY13" fmla="*/ 0 h 722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59499" h="722420">
                    <a:moveTo>
                      <a:pt x="391256" y="0"/>
                    </a:moveTo>
                    <a:cubicBezTo>
                      <a:pt x="218141" y="0"/>
                      <a:pt x="141488" y="98626"/>
                      <a:pt x="139990" y="100540"/>
                    </a:cubicBezTo>
                    <a:lnTo>
                      <a:pt x="139990" y="0"/>
                    </a:lnTo>
                    <a:lnTo>
                      <a:pt x="0" y="0"/>
                    </a:lnTo>
                    <a:lnTo>
                      <a:pt x="0" y="722421"/>
                    </a:lnTo>
                    <a:lnTo>
                      <a:pt x="140073" y="722421"/>
                    </a:lnTo>
                    <a:lnTo>
                      <a:pt x="140073" y="283142"/>
                    </a:lnTo>
                    <a:cubicBezTo>
                      <a:pt x="143069" y="177026"/>
                      <a:pt x="276567" y="115438"/>
                      <a:pt x="366037" y="115438"/>
                    </a:cubicBezTo>
                    <a:cubicBezTo>
                      <a:pt x="432870" y="115438"/>
                      <a:pt x="518928" y="161213"/>
                      <a:pt x="518928" y="243442"/>
                    </a:cubicBezTo>
                    <a:lnTo>
                      <a:pt x="519427" y="243442"/>
                    </a:lnTo>
                    <a:lnTo>
                      <a:pt x="519427" y="722421"/>
                    </a:lnTo>
                    <a:lnTo>
                      <a:pt x="659500" y="722421"/>
                    </a:lnTo>
                    <a:lnTo>
                      <a:pt x="659500" y="243442"/>
                    </a:lnTo>
                    <a:cubicBezTo>
                      <a:pt x="659417" y="80981"/>
                      <a:pt x="538986" y="0"/>
                      <a:pt x="391256" y="0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8" name="Forme libre : forme 35">
                <a:extLst>
                  <a:ext uri="{FF2B5EF4-FFF2-40B4-BE49-F238E27FC236}">
                    <a16:creationId xmlns:a16="http://schemas.microsoft.com/office/drawing/2014/main" id="{4E707777-18DA-470E-8544-86B82A204996}"/>
                  </a:ext>
                </a:extLst>
              </p:cNvPr>
              <p:cNvSpPr/>
              <p:nvPr/>
            </p:nvSpPr>
            <p:spPr>
              <a:xfrm>
                <a:off x="5832180" y="4401770"/>
                <a:ext cx="586720" cy="736485"/>
              </a:xfrm>
              <a:custGeom>
                <a:avLst/>
                <a:gdLst>
                  <a:gd name="connsiteX0" fmla="*/ 363684 w 586720"/>
                  <a:gd name="connsiteY0" fmla="*/ 304532 h 736485"/>
                  <a:gd name="connsiteX1" fmla="*/ 363684 w 586720"/>
                  <a:gd name="connsiteY1" fmla="*/ 304365 h 736485"/>
                  <a:gd name="connsiteX2" fmla="*/ 237760 w 586720"/>
                  <a:gd name="connsiteY2" fmla="*/ 304365 h 736485"/>
                  <a:gd name="connsiteX3" fmla="*/ 133309 w 586720"/>
                  <a:gd name="connsiteY3" fmla="*/ 212565 h 736485"/>
                  <a:gd name="connsiteX4" fmla="*/ 284285 w 586720"/>
                  <a:gd name="connsiteY4" fmla="*/ 122512 h 736485"/>
                  <a:gd name="connsiteX5" fmla="*/ 503008 w 586720"/>
                  <a:gd name="connsiteY5" fmla="*/ 162128 h 736485"/>
                  <a:gd name="connsiteX6" fmla="*/ 551031 w 586720"/>
                  <a:gd name="connsiteY6" fmla="*/ 49188 h 736485"/>
                  <a:gd name="connsiteX7" fmla="*/ 298267 w 586720"/>
                  <a:gd name="connsiteY7" fmla="*/ 0 h 736485"/>
                  <a:gd name="connsiteX8" fmla="*/ 310 w 586720"/>
                  <a:gd name="connsiteY8" fmla="*/ 214313 h 736485"/>
                  <a:gd name="connsiteX9" fmla="*/ 223029 w 586720"/>
                  <a:gd name="connsiteY9" fmla="*/ 432037 h 736485"/>
                  <a:gd name="connsiteX10" fmla="*/ 223029 w 586720"/>
                  <a:gd name="connsiteY10" fmla="*/ 432204 h 736485"/>
                  <a:gd name="connsiteX11" fmla="*/ 348953 w 586720"/>
                  <a:gd name="connsiteY11" fmla="*/ 432204 h 736485"/>
                  <a:gd name="connsiteX12" fmla="*/ 453404 w 586720"/>
                  <a:gd name="connsiteY12" fmla="*/ 524005 h 736485"/>
                  <a:gd name="connsiteX13" fmla="*/ 302428 w 586720"/>
                  <a:gd name="connsiteY13" fmla="*/ 614057 h 736485"/>
                  <a:gd name="connsiteX14" fmla="*/ 59818 w 586720"/>
                  <a:gd name="connsiteY14" fmla="*/ 563704 h 736485"/>
                  <a:gd name="connsiteX15" fmla="*/ 12212 w 586720"/>
                  <a:gd name="connsiteY15" fmla="*/ 676062 h 736485"/>
                  <a:gd name="connsiteX16" fmla="*/ 288446 w 586720"/>
                  <a:gd name="connsiteY16" fmla="*/ 736486 h 736485"/>
                  <a:gd name="connsiteX17" fmla="*/ 586403 w 586720"/>
                  <a:gd name="connsiteY17" fmla="*/ 522173 h 736485"/>
                  <a:gd name="connsiteX18" fmla="*/ 363684 w 586720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20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8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8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477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9" name="Forme libre : forme 36">
                <a:extLst>
                  <a:ext uri="{FF2B5EF4-FFF2-40B4-BE49-F238E27FC236}">
                    <a16:creationId xmlns:a16="http://schemas.microsoft.com/office/drawing/2014/main" id="{AA931412-BFE0-468C-AAB4-DAC8C26F821C}"/>
                  </a:ext>
                </a:extLst>
              </p:cNvPr>
              <p:cNvSpPr/>
              <p:nvPr/>
            </p:nvSpPr>
            <p:spPr>
              <a:xfrm>
                <a:off x="5027341" y="4398358"/>
                <a:ext cx="698034" cy="741729"/>
              </a:xfrm>
              <a:custGeom>
                <a:avLst/>
                <a:gdLst>
                  <a:gd name="connsiteX0" fmla="*/ 355135 w 698034"/>
                  <a:gd name="connsiteY0" fmla="*/ 0 h 741729"/>
                  <a:gd name="connsiteX1" fmla="*/ 0 w 698034"/>
                  <a:gd name="connsiteY1" fmla="*/ 377856 h 741729"/>
                  <a:gd name="connsiteX2" fmla="*/ 387594 w 698034"/>
                  <a:gd name="connsiteY2" fmla="*/ 741730 h 741729"/>
                  <a:gd name="connsiteX3" fmla="*/ 662996 w 698034"/>
                  <a:gd name="connsiteY3" fmla="*/ 681306 h 741729"/>
                  <a:gd name="connsiteX4" fmla="*/ 611394 w 698034"/>
                  <a:gd name="connsiteY4" fmla="*/ 573609 h 741729"/>
                  <a:gd name="connsiteX5" fmla="*/ 383266 w 698034"/>
                  <a:gd name="connsiteY5" fmla="*/ 618386 h 741729"/>
                  <a:gd name="connsiteX6" fmla="*/ 145233 w 698034"/>
                  <a:gd name="connsiteY6" fmla="*/ 432121 h 741729"/>
                  <a:gd name="connsiteX7" fmla="*/ 556297 w 698034"/>
                  <a:gd name="connsiteY7" fmla="*/ 432121 h 741729"/>
                  <a:gd name="connsiteX8" fmla="*/ 698035 w 698034"/>
                  <a:gd name="connsiteY8" fmla="*/ 432121 h 741729"/>
                  <a:gd name="connsiteX9" fmla="*/ 698035 w 698034"/>
                  <a:gd name="connsiteY9" fmla="*/ 369200 h 741729"/>
                  <a:gd name="connsiteX10" fmla="*/ 355135 w 698034"/>
                  <a:gd name="connsiteY10" fmla="*/ 0 h 741729"/>
                  <a:gd name="connsiteX11" fmla="*/ 146981 w 698034"/>
                  <a:gd name="connsiteY11" fmla="*/ 316684 h 741729"/>
                  <a:gd name="connsiteX12" fmla="*/ 360378 w 698034"/>
                  <a:gd name="connsiteY12" fmla="*/ 119017 h 741729"/>
                  <a:gd name="connsiteX13" fmla="*/ 554549 w 698034"/>
                  <a:gd name="connsiteY13" fmla="*/ 316684 h 741729"/>
                  <a:gd name="connsiteX14" fmla="*/ 146981 w 698034"/>
                  <a:gd name="connsiteY14" fmla="*/ 316684 h 741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8034" h="741729">
                    <a:moveTo>
                      <a:pt x="355135" y="0"/>
                    </a:moveTo>
                    <a:cubicBezTo>
                      <a:pt x="152224" y="0"/>
                      <a:pt x="0" y="117185"/>
                      <a:pt x="0" y="377856"/>
                    </a:cubicBezTo>
                    <a:cubicBezTo>
                      <a:pt x="0" y="638443"/>
                      <a:pt x="191924" y="741730"/>
                      <a:pt x="387594" y="741730"/>
                    </a:cubicBezTo>
                    <a:cubicBezTo>
                      <a:pt x="568199" y="741730"/>
                      <a:pt x="662996" y="681306"/>
                      <a:pt x="662996" y="681306"/>
                    </a:cubicBezTo>
                    <a:lnTo>
                      <a:pt x="611394" y="573609"/>
                    </a:lnTo>
                    <a:cubicBezTo>
                      <a:pt x="611394" y="573609"/>
                      <a:pt x="541482" y="618386"/>
                      <a:pt x="383266" y="618386"/>
                    </a:cubicBezTo>
                    <a:cubicBezTo>
                      <a:pt x="276234" y="618386"/>
                      <a:pt x="160963" y="586010"/>
                      <a:pt x="145233" y="432121"/>
                    </a:cubicBezTo>
                    <a:lnTo>
                      <a:pt x="556297" y="432121"/>
                    </a:lnTo>
                    <a:lnTo>
                      <a:pt x="698035" y="432121"/>
                    </a:lnTo>
                    <a:lnTo>
                      <a:pt x="698035" y="369200"/>
                    </a:lnTo>
                    <a:cubicBezTo>
                      <a:pt x="698035" y="131251"/>
                      <a:pt x="587757" y="0"/>
                      <a:pt x="355135" y="0"/>
                    </a:cubicBezTo>
                    <a:close/>
                    <a:moveTo>
                      <a:pt x="146981" y="316684"/>
                    </a:moveTo>
                    <a:cubicBezTo>
                      <a:pt x="162711" y="164459"/>
                      <a:pt x="241445" y="119017"/>
                      <a:pt x="360378" y="119017"/>
                    </a:cubicBezTo>
                    <a:cubicBezTo>
                      <a:pt x="488050" y="119017"/>
                      <a:pt x="545810" y="180272"/>
                      <a:pt x="554549" y="316684"/>
                    </a:cubicBezTo>
                    <a:lnTo>
                      <a:pt x="146981" y="316684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4" name="Forme libre : forme 37">
                <a:extLst>
                  <a:ext uri="{FF2B5EF4-FFF2-40B4-BE49-F238E27FC236}">
                    <a16:creationId xmlns:a16="http://schemas.microsoft.com/office/drawing/2014/main" id="{46479C13-EE3B-4BD6-82FD-2CF84A6EE778}"/>
                  </a:ext>
                </a:extLst>
              </p:cNvPr>
              <p:cNvSpPr/>
              <p:nvPr/>
            </p:nvSpPr>
            <p:spPr>
              <a:xfrm>
                <a:off x="4342812" y="4401770"/>
                <a:ext cx="586713" cy="736485"/>
              </a:xfrm>
              <a:custGeom>
                <a:avLst/>
                <a:gdLst>
                  <a:gd name="connsiteX0" fmla="*/ 363684 w 586713"/>
                  <a:gd name="connsiteY0" fmla="*/ 304532 h 736485"/>
                  <a:gd name="connsiteX1" fmla="*/ 363684 w 586713"/>
                  <a:gd name="connsiteY1" fmla="*/ 304365 h 736485"/>
                  <a:gd name="connsiteX2" fmla="*/ 237760 w 586713"/>
                  <a:gd name="connsiteY2" fmla="*/ 304365 h 736485"/>
                  <a:gd name="connsiteX3" fmla="*/ 133309 w 586713"/>
                  <a:gd name="connsiteY3" fmla="*/ 212565 h 736485"/>
                  <a:gd name="connsiteX4" fmla="*/ 284285 w 586713"/>
                  <a:gd name="connsiteY4" fmla="*/ 122512 h 736485"/>
                  <a:gd name="connsiteX5" fmla="*/ 503008 w 586713"/>
                  <a:gd name="connsiteY5" fmla="*/ 162128 h 736485"/>
                  <a:gd name="connsiteX6" fmla="*/ 551031 w 586713"/>
                  <a:gd name="connsiteY6" fmla="*/ 49188 h 736485"/>
                  <a:gd name="connsiteX7" fmla="*/ 298267 w 586713"/>
                  <a:gd name="connsiteY7" fmla="*/ 0 h 736485"/>
                  <a:gd name="connsiteX8" fmla="*/ 310 w 586713"/>
                  <a:gd name="connsiteY8" fmla="*/ 214313 h 736485"/>
                  <a:gd name="connsiteX9" fmla="*/ 223029 w 586713"/>
                  <a:gd name="connsiteY9" fmla="*/ 432037 h 736485"/>
                  <a:gd name="connsiteX10" fmla="*/ 223029 w 586713"/>
                  <a:gd name="connsiteY10" fmla="*/ 432204 h 736485"/>
                  <a:gd name="connsiteX11" fmla="*/ 348953 w 586713"/>
                  <a:gd name="connsiteY11" fmla="*/ 432204 h 736485"/>
                  <a:gd name="connsiteX12" fmla="*/ 453404 w 586713"/>
                  <a:gd name="connsiteY12" fmla="*/ 524005 h 736485"/>
                  <a:gd name="connsiteX13" fmla="*/ 302429 w 586713"/>
                  <a:gd name="connsiteY13" fmla="*/ 614057 h 736485"/>
                  <a:gd name="connsiteX14" fmla="*/ 59818 w 586713"/>
                  <a:gd name="connsiteY14" fmla="*/ 563704 h 736485"/>
                  <a:gd name="connsiteX15" fmla="*/ 12212 w 586713"/>
                  <a:gd name="connsiteY15" fmla="*/ 676062 h 736485"/>
                  <a:gd name="connsiteX16" fmla="*/ 288446 w 586713"/>
                  <a:gd name="connsiteY16" fmla="*/ 736486 h 736485"/>
                  <a:gd name="connsiteX17" fmla="*/ 586403 w 586713"/>
                  <a:gd name="connsiteY17" fmla="*/ 522173 h 736485"/>
                  <a:gd name="connsiteX18" fmla="*/ 363684 w 586713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13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9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9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394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5" name="Forme libre : forme 38">
                <a:extLst>
                  <a:ext uri="{FF2B5EF4-FFF2-40B4-BE49-F238E27FC236}">
                    <a16:creationId xmlns:a16="http://schemas.microsoft.com/office/drawing/2014/main" id="{55C86DF5-F03A-4F69-B538-9C9E3D12D49A}"/>
                  </a:ext>
                </a:extLst>
              </p:cNvPr>
              <p:cNvSpPr/>
              <p:nvPr/>
            </p:nvSpPr>
            <p:spPr>
              <a:xfrm>
                <a:off x="2724335" y="4403352"/>
                <a:ext cx="669903" cy="732990"/>
              </a:xfrm>
              <a:custGeom>
                <a:avLst/>
                <a:gdLst>
                  <a:gd name="connsiteX0" fmla="*/ 333079 w 669903"/>
                  <a:gd name="connsiteY0" fmla="*/ 0 h 732990"/>
                  <a:gd name="connsiteX1" fmla="*/ 58509 w 669903"/>
                  <a:gd name="connsiteY1" fmla="*/ 45026 h 732990"/>
                  <a:gd name="connsiteX2" fmla="*/ 113856 w 669903"/>
                  <a:gd name="connsiteY2" fmla="*/ 157884 h 732990"/>
                  <a:gd name="connsiteX3" fmla="*/ 348976 w 669903"/>
                  <a:gd name="connsiteY3" fmla="*/ 122429 h 732990"/>
                  <a:gd name="connsiteX4" fmla="*/ 530080 w 669903"/>
                  <a:gd name="connsiteY4" fmla="*/ 253929 h 732990"/>
                  <a:gd name="connsiteX5" fmla="*/ 530080 w 669903"/>
                  <a:gd name="connsiteY5" fmla="*/ 297374 h 732990"/>
                  <a:gd name="connsiteX6" fmla="*/ 253596 w 669903"/>
                  <a:gd name="connsiteY6" fmla="*/ 297374 h 732990"/>
                  <a:gd name="connsiteX7" fmla="*/ 0 w 669903"/>
                  <a:gd name="connsiteY7" fmla="*/ 514267 h 732990"/>
                  <a:gd name="connsiteX8" fmla="*/ 273571 w 669903"/>
                  <a:gd name="connsiteY8" fmla="*/ 732990 h 732990"/>
                  <a:gd name="connsiteX9" fmla="*/ 529997 w 669903"/>
                  <a:gd name="connsiteY9" fmla="*/ 632284 h 732990"/>
                  <a:gd name="connsiteX10" fmla="*/ 529997 w 669903"/>
                  <a:gd name="connsiteY10" fmla="*/ 732990 h 732990"/>
                  <a:gd name="connsiteX11" fmla="*/ 669903 w 669903"/>
                  <a:gd name="connsiteY11" fmla="*/ 732990 h 732990"/>
                  <a:gd name="connsiteX12" fmla="*/ 669903 w 669903"/>
                  <a:gd name="connsiteY12" fmla="*/ 214313 h 732990"/>
                  <a:gd name="connsiteX13" fmla="*/ 333079 w 669903"/>
                  <a:gd name="connsiteY13" fmla="*/ 0 h 732990"/>
                  <a:gd name="connsiteX14" fmla="*/ 529997 w 669903"/>
                  <a:gd name="connsiteY14" fmla="*/ 446269 h 732990"/>
                  <a:gd name="connsiteX15" fmla="*/ 299288 w 669903"/>
                  <a:gd name="connsiteY15" fmla="*/ 617553 h 732990"/>
                  <a:gd name="connsiteX16" fmla="*/ 143319 w 669903"/>
                  <a:gd name="connsiteY16" fmla="*/ 512602 h 732990"/>
                  <a:gd name="connsiteX17" fmla="*/ 262335 w 669903"/>
                  <a:gd name="connsiteY17" fmla="*/ 407651 h 732990"/>
                  <a:gd name="connsiteX18" fmla="*/ 529997 w 669903"/>
                  <a:gd name="connsiteY18" fmla="*/ 407651 h 732990"/>
                  <a:gd name="connsiteX19" fmla="*/ 529997 w 669903"/>
                  <a:gd name="connsiteY19" fmla="*/ 446269 h 732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69903" h="732990">
                    <a:moveTo>
                      <a:pt x="333079" y="0"/>
                    </a:moveTo>
                    <a:cubicBezTo>
                      <a:pt x="204741" y="0"/>
                      <a:pt x="108197" y="27132"/>
                      <a:pt x="58509" y="45026"/>
                    </a:cubicBezTo>
                    <a:lnTo>
                      <a:pt x="113856" y="157884"/>
                    </a:lnTo>
                    <a:cubicBezTo>
                      <a:pt x="159132" y="143069"/>
                      <a:pt x="241278" y="122429"/>
                      <a:pt x="348976" y="122429"/>
                    </a:cubicBezTo>
                    <a:cubicBezTo>
                      <a:pt x="432037" y="122429"/>
                      <a:pt x="530080" y="145067"/>
                      <a:pt x="530080" y="253929"/>
                    </a:cubicBezTo>
                    <a:cubicBezTo>
                      <a:pt x="530080" y="253929"/>
                      <a:pt x="529914" y="293712"/>
                      <a:pt x="530080" y="297374"/>
                    </a:cubicBezTo>
                    <a:lnTo>
                      <a:pt x="253596" y="297374"/>
                    </a:lnTo>
                    <a:cubicBezTo>
                      <a:pt x="113690" y="297374"/>
                      <a:pt x="0" y="346396"/>
                      <a:pt x="0" y="514267"/>
                    </a:cubicBezTo>
                    <a:cubicBezTo>
                      <a:pt x="0" y="664411"/>
                      <a:pt x="122928" y="732990"/>
                      <a:pt x="273571" y="732990"/>
                    </a:cubicBezTo>
                    <a:cubicBezTo>
                      <a:pt x="451929" y="732990"/>
                      <a:pt x="529997" y="632284"/>
                      <a:pt x="529997" y="632284"/>
                    </a:cubicBezTo>
                    <a:lnTo>
                      <a:pt x="529997" y="732990"/>
                    </a:lnTo>
                    <a:lnTo>
                      <a:pt x="669903" y="732990"/>
                    </a:lnTo>
                    <a:lnTo>
                      <a:pt x="669903" y="214313"/>
                    </a:lnTo>
                    <a:cubicBezTo>
                      <a:pt x="661830" y="48605"/>
                      <a:pt x="471488" y="0"/>
                      <a:pt x="333079" y="0"/>
                    </a:cubicBezTo>
                    <a:close/>
                    <a:moveTo>
                      <a:pt x="529997" y="446269"/>
                    </a:moveTo>
                    <a:cubicBezTo>
                      <a:pt x="529997" y="554633"/>
                      <a:pt x="391672" y="617553"/>
                      <a:pt x="299288" y="617553"/>
                    </a:cubicBezTo>
                    <a:cubicBezTo>
                      <a:pt x="231125" y="617553"/>
                      <a:pt x="143319" y="594749"/>
                      <a:pt x="143319" y="512602"/>
                    </a:cubicBezTo>
                    <a:cubicBezTo>
                      <a:pt x="143319" y="430373"/>
                      <a:pt x="190592" y="407651"/>
                      <a:pt x="262335" y="407651"/>
                    </a:cubicBezTo>
                    <a:lnTo>
                      <a:pt x="529997" y="407651"/>
                    </a:lnTo>
                    <a:lnTo>
                      <a:pt x="529997" y="446269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  <p:grpSp>
          <p:nvGrpSpPr>
            <p:cNvPr id="31" name="Groupe 30">
              <a:extLst>
                <a:ext uri="{FF2B5EF4-FFF2-40B4-BE49-F238E27FC236}">
                  <a16:creationId xmlns:a16="http://schemas.microsoft.com/office/drawing/2014/main" id="{3D15C3A9-D5ED-46AD-B105-728671E40E8E}"/>
                </a:ext>
              </a:extLst>
            </p:cNvPr>
            <p:cNvGrpSpPr/>
            <p:nvPr userDrawn="1"/>
          </p:nvGrpSpPr>
          <p:grpSpPr>
            <a:xfrm>
              <a:off x="2752472" y="0"/>
              <a:ext cx="3638377" cy="3631244"/>
              <a:chOff x="2752472" y="0"/>
              <a:chExt cx="3638377" cy="3631244"/>
            </a:xfrm>
          </p:grpSpPr>
          <p:sp>
            <p:nvSpPr>
              <p:cNvPr id="32" name="Forme libre : forme 29">
                <a:extLst>
                  <a:ext uri="{FF2B5EF4-FFF2-40B4-BE49-F238E27FC236}">
                    <a16:creationId xmlns:a16="http://schemas.microsoft.com/office/drawing/2014/main" id="{20FC994F-7484-4476-883E-735BC71E1E41}"/>
                  </a:ext>
                </a:extLst>
              </p:cNvPr>
              <p:cNvSpPr/>
              <p:nvPr/>
            </p:nvSpPr>
            <p:spPr>
              <a:xfrm>
                <a:off x="3627443" y="0"/>
                <a:ext cx="1911500" cy="962868"/>
              </a:xfrm>
              <a:custGeom>
                <a:avLst/>
                <a:gdLst>
                  <a:gd name="connsiteX0" fmla="*/ 1911501 w 1911500"/>
                  <a:gd name="connsiteY0" fmla="*/ 277816 h 962868"/>
                  <a:gd name="connsiteX1" fmla="*/ 958955 w 1911500"/>
                  <a:gd name="connsiteY1" fmla="*/ 0 h 962868"/>
                  <a:gd name="connsiteX2" fmla="*/ 0 w 1911500"/>
                  <a:gd name="connsiteY2" fmla="*/ 264499 h 962868"/>
                  <a:gd name="connsiteX3" fmla="*/ 956791 w 1911500"/>
                  <a:gd name="connsiteY3" fmla="*/ 962867 h 962868"/>
                  <a:gd name="connsiteX4" fmla="*/ 1911501 w 1911500"/>
                  <a:gd name="connsiteY4" fmla="*/ 277816 h 962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11500" h="962868">
                    <a:moveTo>
                      <a:pt x="1911501" y="277816"/>
                    </a:moveTo>
                    <a:cubicBezTo>
                      <a:pt x="1651163" y="110610"/>
                      <a:pt x="1308430" y="0"/>
                      <a:pt x="958955" y="0"/>
                    </a:cubicBezTo>
                    <a:cubicBezTo>
                      <a:pt x="634199" y="0"/>
                      <a:pt x="299621" y="79316"/>
                      <a:pt x="0" y="264499"/>
                    </a:cubicBezTo>
                    <a:cubicBezTo>
                      <a:pt x="0" y="264499"/>
                      <a:pt x="408317" y="961618"/>
                      <a:pt x="956791" y="962867"/>
                    </a:cubicBezTo>
                    <a:cubicBezTo>
                      <a:pt x="1505264" y="964115"/>
                      <a:pt x="1911501" y="277816"/>
                      <a:pt x="1911501" y="277816"/>
                    </a:cubicBezTo>
                    <a:close/>
                  </a:path>
                </a:pathLst>
              </a:custGeom>
              <a:solidFill>
                <a:srgbClr val="FFE80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3" name="Forme libre : forme 30">
                <a:extLst>
                  <a:ext uri="{FF2B5EF4-FFF2-40B4-BE49-F238E27FC236}">
                    <a16:creationId xmlns:a16="http://schemas.microsoft.com/office/drawing/2014/main" id="{3CA22ED6-1495-4E0E-B586-B3B64C1137CE}"/>
                  </a:ext>
                </a:extLst>
              </p:cNvPr>
              <p:cNvSpPr/>
              <p:nvPr/>
            </p:nvSpPr>
            <p:spPr>
              <a:xfrm>
                <a:off x="2752472" y="435699"/>
                <a:ext cx="1037602" cy="1816620"/>
              </a:xfrm>
              <a:custGeom>
                <a:avLst/>
                <a:gdLst>
                  <a:gd name="connsiteX0" fmla="*/ 638936 w 1037602"/>
                  <a:gd name="connsiteY0" fmla="*/ 0 h 1816620"/>
                  <a:gd name="connsiteX1" fmla="*/ 88964 w 1037602"/>
                  <a:gd name="connsiteY1" fmla="*/ 826040 h 1816620"/>
                  <a:gd name="connsiteX2" fmla="*/ 53675 w 1037602"/>
                  <a:gd name="connsiteY2" fmla="*/ 1816621 h 1816620"/>
                  <a:gd name="connsiteX3" fmla="*/ 1004058 w 1037602"/>
                  <a:gd name="connsiteY3" fmla="*/ 1125578 h 1816620"/>
                  <a:gd name="connsiteX4" fmla="*/ 638936 w 1037602"/>
                  <a:gd name="connsiteY4" fmla="*/ 0 h 1816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7602" h="1816620">
                    <a:moveTo>
                      <a:pt x="638936" y="0"/>
                    </a:moveTo>
                    <a:cubicBezTo>
                      <a:pt x="389085" y="210151"/>
                      <a:pt x="197660" y="493876"/>
                      <a:pt x="88964" y="826040"/>
                    </a:cubicBezTo>
                    <a:cubicBezTo>
                      <a:pt x="-19732" y="1158203"/>
                      <a:pt x="-25558" y="1487787"/>
                      <a:pt x="53675" y="1816621"/>
                    </a:cubicBezTo>
                    <a:cubicBezTo>
                      <a:pt x="53675" y="1816621"/>
                      <a:pt x="833440" y="1646919"/>
                      <a:pt x="1004058" y="1125578"/>
                    </a:cubicBezTo>
                    <a:cubicBezTo>
                      <a:pt x="1174675" y="604236"/>
                      <a:pt x="638936" y="0"/>
                      <a:pt x="638936" y="0"/>
                    </a:cubicBezTo>
                    <a:close/>
                  </a:path>
                </a:pathLst>
              </a:custGeom>
              <a:solidFill>
                <a:srgbClr val="FF994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4" name="Forme libre : forme 31">
                <a:extLst>
                  <a:ext uri="{FF2B5EF4-FFF2-40B4-BE49-F238E27FC236}">
                    <a16:creationId xmlns:a16="http://schemas.microsoft.com/office/drawing/2014/main" id="{1A912585-892A-484D-AC23-F343EFBF516D}"/>
                  </a:ext>
                </a:extLst>
              </p:cNvPr>
              <p:cNvSpPr/>
              <p:nvPr/>
            </p:nvSpPr>
            <p:spPr>
              <a:xfrm>
                <a:off x="2887295" y="2362027"/>
                <a:ext cx="1547103" cy="1269217"/>
              </a:xfrm>
              <a:custGeom>
                <a:avLst/>
                <a:gdLst>
                  <a:gd name="connsiteX0" fmla="*/ 0 w 1547103"/>
                  <a:gd name="connsiteY0" fmla="*/ 140976 h 1269217"/>
                  <a:gd name="connsiteX1" fmla="*/ 609064 w 1547103"/>
                  <a:gd name="connsiteY1" fmla="*/ 922489 h 1269217"/>
                  <a:gd name="connsiteX2" fmla="*/ 1541802 w 1547103"/>
                  <a:gd name="connsiteY2" fmla="*/ 1269217 h 1269217"/>
                  <a:gd name="connsiteX3" fmla="*/ 1176846 w 1547103"/>
                  <a:gd name="connsiteY3" fmla="*/ 144722 h 1269217"/>
                  <a:gd name="connsiteX4" fmla="*/ 0 w 1547103"/>
                  <a:gd name="connsiteY4" fmla="*/ 140976 h 1269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7103" h="1269217">
                    <a:moveTo>
                      <a:pt x="0" y="140976"/>
                    </a:moveTo>
                    <a:cubicBezTo>
                      <a:pt x="127755" y="449503"/>
                      <a:pt x="330998" y="715833"/>
                      <a:pt x="609064" y="922489"/>
                    </a:cubicBezTo>
                    <a:cubicBezTo>
                      <a:pt x="889543" y="1130976"/>
                      <a:pt x="1229030" y="1248660"/>
                      <a:pt x="1541802" y="1269217"/>
                    </a:cubicBezTo>
                    <a:cubicBezTo>
                      <a:pt x="1541802" y="1269217"/>
                      <a:pt x="1619870" y="468146"/>
                      <a:pt x="1176846" y="144722"/>
                    </a:cubicBezTo>
                    <a:cubicBezTo>
                      <a:pt x="733823" y="-178703"/>
                      <a:pt x="0" y="140976"/>
                      <a:pt x="0" y="140976"/>
                    </a:cubicBezTo>
                    <a:close/>
                  </a:path>
                </a:pathLst>
              </a:custGeom>
              <a:solidFill>
                <a:srgbClr val="E1000F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5" name="Forme libre : forme 32">
                <a:extLst>
                  <a:ext uri="{FF2B5EF4-FFF2-40B4-BE49-F238E27FC236}">
                    <a16:creationId xmlns:a16="http://schemas.microsoft.com/office/drawing/2014/main" id="{5B692C3C-082C-4FC6-B8F1-D9A13E759C3D}"/>
                  </a:ext>
                </a:extLst>
              </p:cNvPr>
              <p:cNvSpPr/>
              <p:nvPr/>
            </p:nvSpPr>
            <p:spPr>
              <a:xfrm>
                <a:off x="4718054" y="2358044"/>
                <a:ext cx="1543227" cy="1272450"/>
              </a:xfrm>
              <a:custGeom>
                <a:avLst/>
                <a:gdLst>
                  <a:gd name="connsiteX0" fmla="*/ 7086 w 1543227"/>
                  <a:gd name="connsiteY0" fmla="*/ 1272451 h 1272450"/>
                  <a:gd name="connsiteX1" fmla="*/ 933915 w 1543227"/>
                  <a:gd name="connsiteY1" fmla="*/ 921977 h 1272450"/>
                  <a:gd name="connsiteX2" fmla="*/ 1543228 w 1543227"/>
                  <a:gd name="connsiteY2" fmla="*/ 135637 h 1272450"/>
                  <a:gd name="connsiteX3" fmla="*/ 359973 w 1543227"/>
                  <a:gd name="connsiteY3" fmla="*/ 148787 h 1272450"/>
                  <a:gd name="connsiteX4" fmla="*/ 7086 w 1543227"/>
                  <a:gd name="connsiteY4" fmla="*/ 1272451 h 127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3227" h="1272450">
                    <a:moveTo>
                      <a:pt x="7086" y="1272451"/>
                    </a:moveTo>
                    <a:cubicBezTo>
                      <a:pt x="357560" y="1237412"/>
                      <a:pt x="650856" y="1126885"/>
                      <a:pt x="933915" y="921977"/>
                    </a:cubicBezTo>
                    <a:cubicBezTo>
                      <a:pt x="1207902" y="723644"/>
                      <a:pt x="1416388" y="443082"/>
                      <a:pt x="1543228" y="135637"/>
                    </a:cubicBezTo>
                    <a:cubicBezTo>
                      <a:pt x="1543228" y="135637"/>
                      <a:pt x="800417" y="-178133"/>
                      <a:pt x="359973" y="148787"/>
                    </a:cubicBezTo>
                    <a:cubicBezTo>
                      <a:pt x="-80470" y="475708"/>
                      <a:pt x="7086" y="1272451"/>
                      <a:pt x="7086" y="1272451"/>
                    </a:cubicBezTo>
                    <a:close/>
                  </a:path>
                </a:pathLst>
              </a:custGeom>
              <a:solidFill>
                <a:srgbClr val="5770BE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6" name="Forme libre : forme 33">
                <a:extLst>
                  <a:ext uri="{FF2B5EF4-FFF2-40B4-BE49-F238E27FC236}">
                    <a16:creationId xmlns:a16="http://schemas.microsoft.com/office/drawing/2014/main" id="{5022E2A3-8DCC-4C7F-8702-3E6FE1C3F29B}"/>
                  </a:ext>
                </a:extLst>
              </p:cNvPr>
              <p:cNvSpPr/>
              <p:nvPr/>
            </p:nvSpPr>
            <p:spPr>
              <a:xfrm>
                <a:off x="5355803" y="439111"/>
                <a:ext cx="1035046" cy="1817120"/>
              </a:xfrm>
              <a:custGeom>
                <a:avLst/>
                <a:gdLst>
                  <a:gd name="connsiteX0" fmla="*/ 982049 w 1035046"/>
                  <a:gd name="connsiteY0" fmla="*/ 1817120 h 1817120"/>
                  <a:gd name="connsiteX1" fmla="*/ 949090 w 1035046"/>
                  <a:gd name="connsiteY1" fmla="*/ 825207 h 1817120"/>
                  <a:gd name="connsiteX2" fmla="*/ 401615 w 1035046"/>
                  <a:gd name="connsiteY2" fmla="*/ 0 h 1817120"/>
                  <a:gd name="connsiteX3" fmla="*/ 32665 w 1035046"/>
                  <a:gd name="connsiteY3" fmla="*/ 1120667 h 1817120"/>
                  <a:gd name="connsiteX4" fmla="*/ 982049 w 1035046"/>
                  <a:gd name="connsiteY4" fmla="*/ 1817120 h 1817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5046" h="1817120">
                    <a:moveTo>
                      <a:pt x="982049" y="1817120"/>
                    </a:moveTo>
                    <a:cubicBezTo>
                      <a:pt x="1058369" y="1502268"/>
                      <a:pt x="1056371" y="1157787"/>
                      <a:pt x="949090" y="825207"/>
                    </a:cubicBezTo>
                    <a:cubicBezTo>
                      <a:pt x="841809" y="492627"/>
                      <a:pt x="649718" y="217642"/>
                      <a:pt x="401615" y="0"/>
                    </a:cubicBezTo>
                    <a:cubicBezTo>
                      <a:pt x="401615" y="0"/>
                      <a:pt x="-135706" y="598660"/>
                      <a:pt x="32665" y="1120667"/>
                    </a:cubicBezTo>
                    <a:cubicBezTo>
                      <a:pt x="200952" y="1642674"/>
                      <a:pt x="982049" y="1817120"/>
                      <a:pt x="982049" y="1817120"/>
                    </a:cubicBezTo>
                    <a:close/>
                  </a:path>
                </a:pathLst>
              </a:custGeom>
              <a:solidFill>
                <a:srgbClr val="00AC8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</p:grpSp>
      <p:sp>
        <p:nvSpPr>
          <p:cNvPr id="24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67242" y="371400"/>
            <a:ext cx="10876937" cy="849249"/>
          </a:xfrm>
        </p:spPr>
        <p:txBody>
          <a:bodyPr/>
          <a:lstStyle>
            <a:lvl1pPr>
              <a:defRPr sz="2547">
                <a:solidFill>
                  <a:srgbClr val="262626"/>
                </a:solidFill>
              </a:defRPr>
            </a:lvl1pPr>
          </a:lstStyle>
          <a:p>
            <a:r>
              <a:rPr lang="fr-FR" dirty="0"/>
              <a:t>Titre de la diapositive</a:t>
            </a:r>
          </a:p>
        </p:txBody>
      </p:sp>
    </p:spTree>
    <p:extLst>
      <p:ext uri="{BB962C8B-B14F-4D97-AF65-F5344CB8AC3E}">
        <p14:creationId xmlns:p14="http://schemas.microsoft.com/office/powerpoint/2010/main" val="89307071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texte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BD8E2D2A-F96C-4939-9C63-67C838C0FDF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03435" y="1316767"/>
            <a:ext cx="5397500" cy="3902936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bIns="50400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Sélectionner l’icône pour insérer une image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21CA591B-C37B-41A1-8191-C1F660677F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14499" y="5306485"/>
            <a:ext cx="5397503" cy="611715"/>
          </a:xfrm>
        </p:spPr>
        <p:txBody>
          <a:bodyPr/>
          <a:lstStyle>
            <a:lvl1pPr>
              <a:defRPr sz="95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Niveau 4 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endParaRPr lang="fr-FR" dirty="0"/>
          </a:p>
        </p:txBody>
      </p:sp>
      <p:sp>
        <p:nvSpPr>
          <p:cNvPr id="11" name="Espace réservé de la date 5">
            <a:extLst>
              <a:ext uri="{FF2B5EF4-FFF2-40B4-BE49-F238E27FC236}">
                <a16:creationId xmlns:a16="http://schemas.microsoft.com/office/drawing/2014/main" id="{BA039719-59E1-499E-AE38-46FC3D06F2F1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9"/>
            <a:ext cx="1560000" cy="282572"/>
          </a:xfrm>
        </p:spPr>
        <p:txBody>
          <a:bodyPr/>
          <a:lstStyle/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13" name="Espace réservé du pied de page 6">
            <a:extLst>
              <a:ext uri="{FF2B5EF4-FFF2-40B4-BE49-F238E27FC236}">
                <a16:creationId xmlns:a16="http://schemas.microsoft.com/office/drawing/2014/main" id="{54460079-5C05-4907-83D0-F6C237D493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/>
          <a:p>
            <a:r>
              <a:rPr lang="en-US"/>
              <a:t>SVEPM 2026   -   UNVEILING TEMPORAL AND REGIONAL FACTORS OF ANTIBIOTIC RESISTANCE   -   BAREILLE</a:t>
            </a:r>
            <a:endParaRPr lang="fr-FR" dirty="0"/>
          </a:p>
        </p:txBody>
      </p:sp>
      <p:sp>
        <p:nvSpPr>
          <p:cNvPr id="14" name="Espace réservé du numéro de diapositive 10">
            <a:extLst>
              <a:ext uri="{FF2B5EF4-FFF2-40B4-BE49-F238E27FC236}">
                <a16:creationId xmlns:a16="http://schemas.microsoft.com/office/drawing/2014/main" id="{72E177FF-2AD8-4CAF-A3FD-3CF7C14C521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8452756" y="6212906"/>
            <a:ext cx="1800000" cy="246221"/>
          </a:xfrm>
        </p:spPr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7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67241" y="1316765"/>
            <a:ext cx="5472731" cy="4580259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800"/>
              </a:spcAft>
              <a:buFontTx/>
              <a:buNone/>
              <a:defRPr b="1">
                <a:solidFill>
                  <a:srgbClr val="262626"/>
                </a:solidFill>
                <a:latin typeface="+mn-lt"/>
              </a:defRPr>
            </a:lvl1pPr>
            <a:lvl2pPr marL="179992" indent="0">
              <a:spcBef>
                <a:spcPts val="600"/>
              </a:spcBef>
              <a:spcAft>
                <a:spcPts val="800"/>
              </a:spcAft>
              <a:buFontTx/>
              <a:buNone/>
              <a:defRPr>
                <a:solidFill>
                  <a:srgbClr val="262626"/>
                </a:solidFill>
              </a:defRPr>
            </a:lvl2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D839141D-2A12-43BD-965E-1AFB5ACCCEC3}"/>
              </a:ext>
            </a:extLst>
          </p:cNvPr>
          <p:cNvGrpSpPr/>
          <p:nvPr userDrawn="1"/>
        </p:nvGrpSpPr>
        <p:grpSpPr>
          <a:xfrm>
            <a:off x="11337925" y="238141"/>
            <a:ext cx="365127" cy="507984"/>
            <a:chOff x="2724335" y="0"/>
            <a:chExt cx="3694565" cy="5140087"/>
          </a:xfrm>
        </p:grpSpPr>
        <p:grpSp>
          <p:nvGrpSpPr>
            <p:cNvPr id="32" name="Groupe 31">
              <a:extLst>
                <a:ext uri="{FF2B5EF4-FFF2-40B4-BE49-F238E27FC236}">
                  <a16:creationId xmlns:a16="http://schemas.microsoft.com/office/drawing/2014/main" id="{CD0A93DE-EBFB-4986-A4EA-7F8D18937CD7}"/>
                </a:ext>
              </a:extLst>
            </p:cNvPr>
            <p:cNvGrpSpPr/>
            <p:nvPr userDrawn="1"/>
          </p:nvGrpSpPr>
          <p:grpSpPr>
            <a:xfrm>
              <a:off x="2724335" y="4398358"/>
              <a:ext cx="3694565" cy="741729"/>
              <a:chOff x="2724335" y="4398358"/>
              <a:chExt cx="3694565" cy="741729"/>
            </a:xfrm>
          </p:grpSpPr>
          <p:sp>
            <p:nvSpPr>
              <p:cNvPr id="39" name="Forme libre : forme 34">
                <a:extLst>
                  <a:ext uri="{FF2B5EF4-FFF2-40B4-BE49-F238E27FC236}">
                    <a16:creationId xmlns:a16="http://schemas.microsoft.com/office/drawing/2014/main" id="{C293E0C5-6117-4F1F-A38B-DC8D3CF89800}"/>
                  </a:ext>
                </a:extLst>
              </p:cNvPr>
              <p:cNvSpPr/>
              <p:nvPr/>
            </p:nvSpPr>
            <p:spPr>
              <a:xfrm>
                <a:off x="3554785" y="4412423"/>
                <a:ext cx="659499" cy="722420"/>
              </a:xfrm>
              <a:custGeom>
                <a:avLst/>
                <a:gdLst>
                  <a:gd name="connsiteX0" fmla="*/ 391256 w 659499"/>
                  <a:gd name="connsiteY0" fmla="*/ 0 h 722420"/>
                  <a:gd name="connsiteX1" fmla="*/ 139990 w 659499"/>
                  <a:gd name="connsiteY1" fmla="*/ 100540 h 722420"/>
                  <a:gd name="connsiteX2" fmla="*/ 139990 w 659499"/>
                  <a:gd name="connsiteY2" fmla="*/ 0 h 722420"/>
                  <a:gd name="connsiteX3" fmla="*/ 0 w 659499"/>
                  <a:gd name="connsiteY3" fmla="*/ 0 h 722420"/>
                  <a:gd name="connsiteX4" fmla="*/ 0 w 659499"/>
                  <a:gd name="connsiteY4" fmla="*/ 722421 h 722420"/>
                  <a:gd name="connsiteX5" fmla="*/ 140073 w 659499"/>
                  <a:gd name="connsiteY5" fmla="*/ 722421 h 722420"/>
                  <a:gd name="connsiteX6" fmla="*/ 140073 w 659499"/>
                  <a:gd name="connsiteY6" fmla="*/ 283142 h 722420"/>
                  <a:gd name="connsiteX7" fmla="*/ 366037 w 659499"/>
                  <a:gd name="connsiteY7" fmla="*/ 115438 h 722420"/>
                  <a:gd name="connsiteX8" fmla="*/ 518928 w 659499"/>
                  <a:gd name="connsiteY8" fmla="*/ 243442 h 722420"/>
                  <a:gd name="connsiteX9" fmla="*/ 519427 w 659499"/>
                  <a:gd name="connsiteY9" fmla="*/ 243442 h 722420"/>
                  <a:gd name="connsiteX10" fmla="*/ 519427 w 659499"/>
                  <a:gd name="connsiteY10" fmla="*/ 722421 h 722420"/>
                  <a:gd name="connsiteX11" fmla="*/ 659500 w 659499"/>
                  <a:gd name="connsiteY11" fmla="*/ 722421 h 722420"/>
                  <a:gd name="connsiteX12" fmla="*/ 659500 w 659499"/>
                  <a:gd name="connsiteY12" fmla="*/ 243442 h 722420"/>
                  <a:gd name="connsiteX13" fmla="*/ 391256 w 659499"/>
                  <a:gd name="connsiteY13" fmla="*/ 0 h 722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59499" h="722420">
                    <a:moveTo>
                      <a:pt x="391256" y="0"/>
                    </a:moveTo>
                    <a:cubicBezTo>
                      <a:pt x="218141" y="0"/>
                      <a:pt x="141488" y="98626"/>
                      <a:pt x="139990" y="100540"/>
                    </a:cubicBezTo>
                    <a:lnTo>
                      <a:pt x="139990" y="0"/>
                    </a:lnTo>
                    <a:lnTo>
                      <a:pt x="0" y="0"/>
                    </a:lnTo>
                    <a:lnTo>
                      <a:pt x="0" y="722421"/>
                    </a:lnTo>
                    <a:lnTo>
                      <a:pt x="140073" y="722421"/>
                    </a:lnTo>
                    <a:lnTo>
                      <a:pt x="140073" y="283142"/>
                    </a:lnTo>
                    <a:cubicBezTo>
                      <a:pt x="143069" y="177026"/>
                      <a:pt x="276567" y="115438"/>
                      <a:pt x="366037" y="115438"/>
                    </a:cubicBezTo>
                    <a:cubicBezTo>
                      <a:pt x="432870" y="115438"/>
                      <a:pt x="518928" y="161213"/>
                      <a:pt x="518928" y="243442"/>
                    </a:cubicBezTo>
                    <a:lnTo>
                      <a:pt x="519427" y="243442"/>
                    </a:lnTo>
                    <a:lnTo>
                      <a:pt x="519427" y="722421"/>
                    </a:lnTo>
                    <a:lnTo>
                      <a:pt x="659500" y="722421"/>
                    </a:lnTo>
                    <a:lnTo>
                      <a:pt x="659500" y="243442"/>
                    </a:lnTo>
                    <a:cubicBezTo>
                      <a:pt x="659417" y="80981"/>
                      <a:pt x="538986" y="0"/>
                      <a:pt x="391256" y="0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0" name="Forme libre : forme 35">
                <a:extLst>
                  <a:ext uri="{FF2B5EF4-FFF2-40B4-BE49-F238E27FC236}">
                    <a16:creationId xmlns:a16="http://schemas.microsoft.com/office/drawing/2014/main" id="{4E707777-18DA-470E-8544-86B82A204996}"/>
                  </a:ext>
                </a:extLst>
              </p:cNvPr>
              <p:cNvSpPr/>
              <p:nvPr/>
            </p:nvSpPr>
            <p:spPr>
              <a:xfrm>
                <a:off x="5832180" y="4401770"/>
                <a:ext cx="586720" cy="736485"/>
              </a:xfrm>
              <a:custGeom>
                <a:avLst/>
                <a:gdLst>
                  <a:gd name="connsiteX0" fmla="*/ 363684 w 586720"/>
                  <a:gd name="connsiteY0" fmla="*/ 304532 h 736485"/>
                  <a:gd name="connsiteX1" fmla="*/ 363684 w 586720"/>
                  <a:gd name="connsiteY1" fmla="*/ 304365 h 736485"/>
                  <a:gd name="connsiteX2" fmla="*/ 237760 w 586720"/>
                  <a:gd name="connsiteY2" fmla="*/ 304365 h 736485"/>
                  <a:gd name="connsiteX3" fmla="*/ 133309 w 586720"/>
                  <a:gd name="connsiteY3" fmla="*/ 212565 h 736485"/>
                  <a:gd name="connsiteX4" fmla="*/ 284285 w 586720"/>
                  <a:gd name="connsiteY4" fmla="*/ 122512 h 736485"/>
                  <a:gd name="connsiteX5" fmla="*/ 503008 w 586720"/>
                  <a:gd name="connsiteY5" fmla="*/ 162128 h 736485"/>
                  <a:gd name="connsiteX6" fmla="*/ 551031 w 586720"/>
                  <a:gd name="connsiteY6" fmla="*/ 49188 h 736485"/>
                  <a:gd name="connsiteX7" fmla="*/ 298267 w 586720"/>
                  <a:gd name="connsiteY7" fmla="*/ 0 h 736485"/>
                  <a:gd name="connsiteX8" fmla="*/ 310 w 586720"/>
                  <a:gd name="connsiteY8" fmla="*/ 214313 h 736485"/>
                  <a:gd name="connsiteX9" fmla="*/ 223029 w 586720"/>
                  <a:gd name="connsiteY9" fmla="*/ 432037 h 736485"/>
                  <a:gd name="connsiteX10" fmla="*/ 223029 w 586720"/>
                  <a:gd name="connsiteY10" fmla="*/ 432204 h 736485"/>
                  <a:gd name="connsiteX11" fmla="*/ 348953 w 586720"/>
                  <a:gd name="connsiteY11" fmla="*/ 432204 h 736485"/>
                  <a:gd name="connsiteX12" fmla="*/ 453404 w 586720"/>
                  <a:gd name="connsiteY12" fmla="*/ 524005 h 736485"/>
                  <a:gd name="connsiteX13" fmla="*/ 302428 w 586720"/>
                  <a:gd name="connsiteY13" fmla="*/ 614057 h 736485"/>
                  <a:gd name="connsiteX14" fmla="*/ 59818 w 586720"/>
                  <a:gd name="connsiteY14" fmla="*/ 563704 h 736485"/>
                  <a:gd name="connsiteX15" fmla="*/ 12212 w 586720"/>
                  <a:gd name="connsiteY15" fmla="*/ 676062 h 736485"/>
                  <a:gd name="connsiteX16" fmla="*/ 288446 w 586720"/>
                  <a:gd name="connsiteY16" fmla="*/ 736486 h 736485"/>
                  <a:gd name="connsiteX17" fmla="*/ 586403 w 586720"/>
                  <a:gd name="connsiteY17" fmla="*/ 522173 h 736485"/>
                  <a:gd name="connsiteX18" fmla="*/ 363684 w 586720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20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8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8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477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1" name="Forme libre : forme 36">
                <a:extLst>
                  <a:ext uri="{FF2B5EF4-FFF2-40B4-BE49-F238E27FC236}">
                    <a16:creationId xmlns:a16="http://schemas.microsoft.com/office/drawing/2014/main" id="{AA931412-BFE0-468C-AAB4-DAC8C26F821C}"/>
                  </a:ext>
                </a:extLst>
              </p:cNvPr>
              <p:cNvSpPr/>
              <p:nvPr/>
            </p:nvSpPr>
            <p:spPr>
              <a:xfrm>
                <a:off x="5027341" y="4398358"/>
                <a:ext cx="698034" cy="741729"/>
              </a:xfrm>
              <a:custGeom>
                <a:avLst/>
                <a:gdLst>
                  <a:gd name="connsiteX0" fmla="*/ 355135 w 698034"/>
                  <a:gd name="connsiteY0" fmla="*/ 0 h 741729"/>
                  <a:gd name="connsiteX1" fmla="*/ 0 w 698034"/>
                  <a:gd name="connsiteY1" fmla="*/ 377856 h 741729"/>
                  <a:gd name="connsiteX2" fmla="*/ 387594 w 698034"/>
                  <a:gd name="connsiteY2" fmla="*/ 741730 h 741729"/>
                  <a:gd name="connsiteX3" fmla="*/ 662996 w 698034"/>
                  <a:gd name="connsiteY3" fmla="*/ 681306 h 741729"/>
                  <a:gd name="connsiteX4" fmla="*/ 611394 w 698034"/>
                  <a:gd name="connsiteY4" fmla="*/ 573609 h 741729"/>
                  <a:gd name="connsiteX5" fmla="*/ 383266 w 698034"/>
                  <a:gd name="connsiteY5" fmla="*/ 618386 h 741729"/>
                  <a:gd name="connsiteX6" fmla="*/ 145233 w 698034"/>
                  <a:gd name="connsiteY6" fmla="*/ 432121 h 741729"/>
                  <a:gd name="connsiteX7" fmla="*/ 556297 w 698034"/>
                  <a:gd name="connsiteY7" fmla="*/ 432121 h 741729"/>
                  <a:gd name="connsiteX8" fmla="*/ 698035 w 698034"/>
                  <a:gd name="connsiteY8" fmla="*/ 432121 h 741729"/>
                  <a:gd name="connsiteX9" fmla="*/ 698035 w 698034"/>
                  <a:gd name="connsiteY9" fmla="*/ 369200 h 741729"/>
                  <a:gd name="connsiteX10" fmla="*/ 355135 w 698034"/>
                  <a:gd name="connsiteY10" fmla="*/ 0 h 741729"/>
                  <a:gd name="connsiteX11" fmla="*/ 146981 w 698034"/>
                  <a:gd name="connsiteY11" fmla="*/ 316684 h 741729"/>
                  <a:gd name="connsiteX12" fmla="*/ 360378 w 698034"/>
                  <a:gd name="connsiteY12" fmla="*/ 119017 h 741729"/>
                  <a:gd name="connsiteX13" fmla="*/ 554549 w 698034"/>
                  <a:gd name="connsiteY13" fmla="*/ 316684 h 741729"/>
                  <a:gd name="connsiteX14" fmla="*/ 146981 w 698034"/>
                  <a:gd name="connsiteY14" fmla="*/ 316684 h 741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8034" h="741729">
                    <a:moveTo>
                      <a:pt x="355135" y="0"/>
                    </a:moveTo>
                    <a:cubicBezTo>
                      <a:pt x="152224" y="0"/>
                      <a:pt x="0" y="117185"/>
                      <a:pt x="0" y="377856"/>
                    </a:cubicBezTo>
                    <a:cubicBezTo>
                      <a:pt x="0" y="638443"/>
                      <a:pt x="191924" y="741730"/>
                      <a:pt x="387594" y="741730"/>
                    </a:cubicBezTo>
                    <a:cubicBezTo>
                      <a:pt x="568199" y="741730"/>
                      <a:pt x="662996" y="681306"/>
                      <a:pt x="662996" y="681306"/>
                    </a:cubicBezTo>
                    <a:lnTo>
                      <a:pt x="611394" y="573609"/>
                    </a:lnTo>
                    <a:cubicBezTo>
                      <a:pt x="611394" y="573609"/>
                      <a:pt x="541482" y="618386"/>
                      <a:pt x="383266" y="618386"/>
                    </a:cubicBezTo>
                    <a:cubicBezTo>
                      <a:pt x="276234" y="618386"/>
                      <a:pt x="160963" y="586010"/>
                      <a:pt x="145233" y="432121"/>
                    </a:cubicBezTo>
                    <a:lnTo>
                      <a:pt x="556297" y="432121"/>
                    </a:lnTo>
                    <a:lnTo>
                      <a:pt x="698035" y="432121"/>
                    </a:lnTo>
                    <a:lnTo>
                      <a:pt x="698035" y="369200"/>
                    </a:lnTo>
                    <a:cubicBezTo>
                      <a:pt x="698035" y="131251"/>
                      <a:pt x="587757" y="0"/>
                      <a:pt x="355135" y="0"/>
                    </a:cubicBezTo>
                    <a:close/>
                    <a:moveTo>
                      <a:pt x="146981" y="316684"/>
                    </a:moveTo>
                    <a:cubicBezTo>
                      <a:pt x="162711" y="164459"/>
                      <a:pt x="241445" y="119017"/>
                      <a:pt x="360378" y="119017"/>
                    </a:cubicBezTo>
                    <a:cubicBezTo>
                      <a:pt x="488050" y="119017"/>
                      <a:pt x="545810" y="180272"/>
                      <a:pt x="554549" y="316684"/>
                    </a:cubicBezTo>
                    <a:lnTo>
                      <a:pt x="146981" y="316684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2" name="Forme libre : forme 37">
                <a:extLst>
                  <a:ext uri="{FF2B5EF4-FFF2-40B4-BE49-F238E27FC236}">
                    <a16:creationId xmlns:a16="http://schemas.microsoft.com/office/drawing/2014/main" id="{46479C13-EE3B-4BD6-82FD-2CF84A6EE778}"/>
                  </a:ext>
                </a:extLst>
              </p:cNvPr>
              <p:cNvSpPr/>
              <p:nvPr/>
            </p:nvSpPr>
            <p:spPr>
              <a:xfrm>
                <a:off x="4342812" y="4401770"/>
                <a:ext cx="586713" cy="736485"/>
              </a:xfrm>
              <a:custGeom>
                <a:avLst/>
                <a:gdLst>
                  <a:gd name="connsiteX0" fmla="*/ 363684 w 586713"/>
                  <a:gd name="connsiteY0" fmla="*/ 304532 h 736485"/>
                  <a:gd name="connsiteX1" fmla="*/ 363684 w 586713"/>
                  <a:gd name="connsiteY1" fmla="*/ 304365 h 736485"/>
                  <a:gd name="connsiteX2" fmla="*/ 237760 w 586713"/>
                  <a:gd name="connsiteY2" fmla="*/ 304365 h 736485"/>
                  <a:gd name="connsiteX3" fmla="*/ 133309 w 586713"/>
                  <a:gd name="connsiteY3" fmla="*/ 212565 h 736485"/>
                  <a:gd name="connsiteX4" fmla="*/ 284285 w 586713"/>
                  <a:gd name="connsiteY4" fmla="*/ 122512 h 736485"/>
                  <a:gd name="connsiteX5" fmla="*/ 503008 w 586713"/>
                  <a:gd name="connsiteY5" fmla="*/ 162128 h 736485"/>
                  <a:gd name="connsiteX6" fmla="*/ 551031 w 586713"/>
                  <a:gd name="connsiteY6" fmla="*/ 49188 h 736485"/>
                  <a:gd name="connsiteX7" fmla="*/ 298267 w 586713"/>
                  <a:gd name="connsiteY7" fmla="*/ 0 h 736485"/>
                  <a:gd name="connsiteX8" fmla="*/ 310 w 586713"/>
                  <a:gd name="connsiteY8" fmla="*/ 214313 h 736485"/>
                  <a:gd name="connsiteX9" fmla="*/ 223029 w 586713"/>
                  <a:gd name="connsiteY9" fmla="*/ 432037 h 736485"/>
                  <a:gd name="connsiteX10" fmla="*/ 223029 w 586713"/>
                  <a:gd name="connsiteY10" fmla="*/ 432204 h 736485"/>
                  <a:gd name="connsiteX11" fmla="*/ 348953 w 586713"/>
                  <a:gd name="connsiteY11" fmla="*/ 432204 h 736485"/>
                  <a:gd name="connsiteX12" fmla="*/ 453404 w 586713"/>
                  <a:gd name="connsiteY12" fmla="*/ 524005 h 736485"/>
                  <a:gd name="connsiteX13" fmla="*/ 302429 w 586713"/>
                  <a:gd name="connsiteY13" fmla="*/ 614057 h 736485"/>
                  <a:gd name="connsiteX14" fmla="*/ 59818 w 586713"/>
                  <a:gd name="connsiteY14" fmla="*/ 563704 h 736485"/>
                  <a:gd name="connsiteX15" fmla="*/ 12212 w 586713"/>
                  <a:gd name="connsiteY15" fmla="*/ 676062 h 736485"/>
                  <a:gd name="connsiteX16" fmla="*/ 288446 w 586713"/>
                  <a:gd name="connsiteY16" fmla="*/ 736486 h 736485"/>
                  <a:gd name="connsiteX17" fmla="*/ 586403 w 586713"/>
                  <a:gd name="connsiteY17" fmla="*/ 522173 h 736485"/>
                  <a:gd name="connsiteX18" fmla="*/ 363684 w 586713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13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9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9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394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3" name="Forme libre : forme 38">
                <a:extLst>
                  <a:ext uri="{FF2B5EF4-FFF2-40B4-BE49-F238E27FC236}">
                    <a16:creationId xmlns:a16="http://schemas.microsoft.com/office/drawing/2014/main" id="{55C86DF5-F03A-4F69-B538-9C9E3D12D49A}"/>
                  </a:ext>
                </a:extLst>
              </p:cNvPr>
              <p:cNvSpPr/>
              <p:nvPr/>
            </p:nvSpPr>
            <p:spPr>
              <a:xfrm>
                <a:off x="2724335" y="4403352"/>
                <a:ext cx="669903" cy="732990"/>
              </a:xfrm>
              <a:custGeom>
                <a:avLst/>
                <a:gdLst>
                  <a:gd name="connsiteX0" fmla="*/ 333079 w 669903"/>
                  <a:gd name="connsiteY0" fmla="*/ 0 h 732990"/>
                  <a:gd name="connsiteX1" fmla="*/ 58509 w 669903"/>
                  <a:gd name="connsiteY1" fmla="*/ 45026 h 732990"/>
                  <a:gd name="connsiteX2" fmla="*/ 113856 w 669903"/>
                  <a:gd name="connsiteY2" fmla="*/ 157884 h 732990"/>
                  <a:gd name="connsiteX3" fmla="*/ 348976 w 669903"/>
                  <a:gd name="connsiteY3" fmla="*/ 122429 h 732990"/>
                  <a:gd name="connsiteX4" fmla="*/ 530080 w 669903"/>
                  <a:gd name="connsiteY4" fmla="*/ 253929 h 732990"/>
                  <a:gd name="connsiteX5" fmla="*/ 530080 w 669903"/>
                  <a:gd name="connsiteY5" fmla="*/ 297374 h 732990"/>
                  <a:gd name="connsiteX6" fmla="*/ 253596 w 669903"/>
                  <a:gd name="connsiteY6" fmla="*/ 297374 h 732990"/>
                  <a:gd name="connsiteX7" fmla="*/ 0 w 669903"/>
                  <a:gd name="connsiteY7" fmla="*/ 514267 h 732990"/>
                  <a:gd name="connsiteX8" fmla="*/ 273571 w 669903"/>
                  <a:gd name="connsiteY8" fmla="*/ 732990 h 732990"/>
                  <a:gd name="connsiteX9" fmla="*/ 529997 w 669903"/>
                  <a:gd name="connsiteY9" fmla="*/ 632284 h 732990"/>
                  <a:gd name="connsiteX10" fmla="*/ 529997 w 669903"/>
                  <a:gd name="connsiteY10" fmla="*/ 732990 h 732990"/>
                  <a:gd name="connsiteX11" fmla="*/ 669903 w 669903"/>
                  <a:gd name="connsiteY11" fmla="*/ 732990 h 732990"/>
                  <a:gd name="connsiteX12" fmla="*/ 669903 w 669903"/>
                  <a:gd name="connsiteY12" fmla="*/ 214313 h 732990"/>
                  <a:gd name="connsiteX13" fmla="*/ 333079 w 669903"/>
                  <a:gd name="connsiteY13" fmla="*/ 0 h 732990"/>
                  <a:gd name="connsiteX14" fmla="*/ 529997 w 669903"/>
                  <a:gd name="connsiteY14" fmla="*/ 446269 h 732990"/>
                  <a:gd name="connsiteX15" fmla="*/ 299288 w 669903"/>
                  <a:gd name="connsiteY15" fmla="*/ 617553 h 732990"/>
                  <a:gd name="connsiteX16" fmla="*/ 143319 w 669903"/>
                  <a:gd name="connsiteY16" fmla="*/ 512602 h 732990"/>
                  <a:gd name="connsiteX17" fmla="*/ 262335 w 669903"/>
                  <a:gd name="connsiteY17" fmla="*/ 407651 h 732990"/>
                  <a:gd name="connsiteX18" fmla="*/ 529997 w 669903"/>
                  <a:gd name="connsiteY18" fmla="*/ 407651 h 732990"/>
                  <a:gd name="connsiteX19" fmla="*/ 529997 w 669903"/>
                  <a:gd name="connsiteY19" fmla="*/ 446269 h 732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69903" h="732990">
                    <a:moveTo>
                      <a:pt x="333079" y="0"/>
                    </a:moveTo>
                    <a:cubicBezTo>
                      <a:pt x="204741" y="0"/>
                      <a:pt x="108197" y="27132"/>
                      <a:pt x="58509" y="45026"/>
                    </a:cubicBezTo>
                    <a:lnTo>
                      <a:pt x="113856" y="157884"/>
                    </a:lnTo>
                    <a:cubicBezTo>
                      <a:pt x="159132" y="143069"/>
                      <a:pt x="241278" y="122429"/>
                      <a:pt x="348976" y="122429"/>
                    </a:cubicBezTo>
                    <a:cubicBezTo>
                      <a:pt x="432037" y="122429"/>
                      <a:pt x="530080" y="145067"/>
                      <a:pt x="530080" y="253929"/>
                    </a:cubicBezTo>
                    <a:cubicBezTo>
                      <a:pt x="530080" y="253929"/>
                      <a:pt x="529914" y="293712"/>
                      <a:pt x="530080" y="297374"/>
                    </a:cubicBezTo>
                    <a:lnTo>
                      <a:pt x="253596" y="297374"/>
                    </a:lnTo>
                    <a:cubicBezTo>
                      <a:pt x="113690" y="297374"/>
                      <a:pt x="0" y="346396"/>
                      <a:pt x="0" y="514267"/>
                    </a:cubicBezTo>
                    <a:cubicBezTo>
                      <a:pt x="0" y="664411"/>
                      <a:pt x="122928" y="732990"/>
                      <a:pt x="273571" y="732990"/>
                    </a:cubicBezTo>
                    <a:cubicBezTo>
                      <a:pt x="451929" y="732990"/>
                      <a:pt x="529997" y="632284"/>
                      <a:pt x="529997" y="632284"/>
                    </a:cubicBezTo>
                    <a:lnTo>
                      <a:pt x="529997" y="732990"/>
                    </a:lnTo>
                    <a:lnTo>
                      <a:pt x="669903" y="732990"/>
                    </a:lnTo>
                    <a:lnTo>
                      <a:pt x="669903" y="214313"/>
                    </a:lnTo>
                    <a:cubicBezTo>
                      <a:pt x="661830" y="48605"/>
                      <a:pt x="471488" y="0"/>
                      <a:pt x="333079" y="0"/>
                    </a:cubicBezTo>
                    <a:close/>
                    <a:moveTo>
                      <a:pt x="529997" y="446269"/>
                    </a:moveTo>
                    <a:cubicBezTo>
                      <a:pt x="529997" y="554633"/>
                      <a:pt x="391672" y="617553"/>
                      <a:pt x="299288" y="617553"/>
                    </a:cubicBezTo>
                    <a:cubicBezTo>
                      <a:pt x="231125" y="617553"/>
                      <a:pt x="143319" y="594749"/>
                      <a:pt x="143319" y="512602"/>
                    </a:cubicBezTo>
                    <a:cubicBezTo>
                      <a:pt x="143319" y="430373"/>
                      <a:pt x="190592" y="407651"/>
                      <a:pt x="262335" y="407651"/>
                    </a:cubicBezTo>
                    <a:lnTo>
                      <a:pt x="529997" y="407651"/>
                    </a:lnTo>
                    <a:lnTo>
                      <a:pt x="529997" y="446269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  <p:grpSp>
          <p:nvGrpSpPr>
            <p:cNvPr id="33" name="Groupe 32">
              <a:extLst>
                <a:ext uri="{FF2B5EF4-FFF2-40B4-BE49-F238E27FC236}">
                  <a16:creationId xmlns:a16="http://schemas.microsoft.com/office/drawing/2014/main" id="{3D15C3A9-D5ED-46AD-B105-728671E40E8E}"/>
                </a:ext>
              </a:extLst>
            </p:cNvPr>
            <p:cNvGrpSpPr/>
            <p:nvPr userDrawn="1"/>
          </p:nvGrpSpPr>
          <p:grpSpPr>
            <a:xfrm>
              <a:off x="2752472" y="0"/>
              <a:ext cx="3638377" cy="3631244"/>
              <a:chOff x="2752472" y="0"/>
              <a:chExt cx="3638377" cy="3631244"/>
            </a:xfrm>
          </p:grpSpPr>
          <p:sp>
            <p:nvSpPr>
              <p:cNvPr id="34" name="Forme libre : forme 29">
                <a:extLst>
                  <a:ext uri="{FF2B5EF4-FFF2-40B4-BE49-F238E27FC236}">
                    <a16:creationId xmlns:a16="http://schemas.microsoft.com/office/drawing/2014/main" id="{20FC994F-7484-4476-883E-735BC71E1E41}"/>
                  </a:ext>
                </a:extLst>
              </p:cNvPr>
              <p:cNvSpPr/>
              <p:nvPr/>
            </p:nvSpPr>
            <p:spPr>
              <a:xfrm>
                <a:off x="3627443" y="0"/>
                <a:ext cx="1911500" cy="962868"/>
              </a:xfrm>
              <a:custGeom>
                <a:avLst/>
                <a:gdLst>
                  <a:gd name="connsiteX0" fmla="*/ 1911501 w 1911500"/>
                  <a:gd name="connsiteY0" fmla="*/ 277816 h 962868"/>
                  <a:gd name="connsiteX1" fmla="*/ 958955 w 1911500"/>
                  <a:gd name="connsiteY1" fmla="*/ 0 h 962868"/>
                  <a:gd name="connsiteX2" fmla="*/ 0 w 1911500"/>
                  <a:gd name="connsiteY2" fmla="*/ 264499 h 962868"/>
                  <a:gd name="connsiteX3" fmla="*/ 956791 w 1911500"/>
                  <a:gd name="connsiteY3" fmla="*/ 962867 h 962868"/>
                  <a:gd name="connsiteX4" fmla="*/ 1911501 w 1911500"/>
                  <a:gd name="connsiteY4" fmla="*/ 277816 h 962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11500" h="962868">
                    <a:moveTo>
                      <a:pt x="1911501" y="277816"/>
                    </a:moveTo>
                    <a:cubicBezTo>
                      <a:pt x="1651163" y="110610"/>
                      <a:pt x="1308430" y="0"/>
                      <a:pt x="958955" y="0"/>
                    </a:cubicBezTo>
                    <a:cubicBezTo>
                      <a:pt x="634199" y="0"/>
                      <a:pt x="299621" y="79316"/>
                      <a:pt x="0" y="264499"/>
                    </a:cubicBezTo>
                    <a:cubicBezTo>
                      <a:pt x="0" y="264499"/>
                      <a:pt x="408317" y="961618"/>
                      <a:pt x="956791" y="962867"/>
                    </a:cubicBezTo>
                    <a:cubicBezTo>
                      <a:pt x="1505264" y="964115"/>
                      <a:pt x="1911501" y="277816"/>
                      <a:pt x="1911501" y="277816"/>
                    </a:cubicBezTo>
                    <a:close/>
                  </a:path>
                </a:pathLst>
              </a:custGeom>
              <a:solidFill>
                <a:srgbClr val="FFE80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5" name="Forme libre : forme 30">
                <a:extLst>
                  <a:ext uri="{FF2B5EF4-FFF2-40B4-BE49-F238E27FC236}">
                    <a16:creationId xmlns:a16="http://schemas.microsoft.com/office/drawing/2014/main" id="{3CA22ED6-1495-4E0E-B586-B3B64C1137CE}"/>
                  </a:ext>
                </a:extLst>
              </p:cNvPr>
              <p:cNvSpPr/>
              <p:nvPr/>
            </p:nvSpPr>
            <p:spPr>
              <a:xfrm>
                <a:off x="2752472" y="435699"/>
                <a:ext cx="1037602" cy="1816620"/>
              </a:xfrm>
              <a:custGeom>
                <a:avLst/>
                <a:gdLst>
                  <a:gd name="connsiteX0" fmla="*/ 638936 w 1037602"/>
                  <a:gd name="connsiteY0" fmla="*/ 0 h 1816620"/>
                  <a:gd name="connsiteX1" fmla="*/ 88964 w 1037602"/>
                  <a:gd name="connsiteY1" fmla="*/ 826040 h 1816620"/>
                  <a:gd name="connsiteX2" fmla="*/ 53675 w 1037602"/>
                  <a:gd name="connsiteY2" fmla="*/ 1816621 h 1816620"/>
                  <a:gd name="connsiteX3" fmla="*/ 1004058 w 1037602"/>
                  <a:gd name="connsiteY3" fmla="*/ 1125578 h 1816620"/>
                  <a:gd name="connsiteX4" fmla="*/ 638936 w 1037602"/>
                  <a:gd name="connsiteY4" fmla="*/ 0 h 1816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7602" h="1816620">
                    <a:moveTo>
                      <a:pt x="638936" y="0"/>
                    </a:moveTo>
                    <a:cubicBezTo>
                      <a:pt x="389085" y="210151"/>
                      <a:pt x="197660" y="493876"/>
                      <a:pt x="88964" y="826040"/>
                    </a:cubicBezTo>
                    <a:cubicBezTo>
                      <a:pt x="-19732" y="1158203"/>
                      <a:pt x="-25558" y="1487787"/>
                      <a:pt x="53675" y="1816621"/>
                    </a:cubicBezTo>
                    <a:cubicBezTo>
                      <a:pt x="53675" y="1816621"/>
                      <a:pt x="833440" y="1646919"/>
                      <a:pt x="1004058" y="1125578"/>
                    </a:cubicBezTo>
                    <a:cubicBezTo>
                      <a:pt x="1174675" y="604236"/>
                      <a:pt x="638936" y="0"/>
                      <a:pt x="638936" y="0"/>
                    </a:cubicBezTo>
                    <a:close/>
                  </a:path>
                </a:pathLst>
              </a:custGeom>
              <a:solidFill>
                <a:srgbClr val="FF994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6" name="Forme libre : forme 31">
                <a:extLst>
                  <a:ext uri="{FF2B5EF4-FFF2-40B4-BE49-F238E27FC236}">
                    <a16:creationId xmlns:a16="http://schemas.microsoft.com/office/drawing/2014/main" id="{1A912585-892A-484D-AC23-F343EFBF516D}"/>
                  </a:ext>
                </a:extLst>
              </p:cNvPr>
              <p:cNvSpPr/>
              <p:nvPr/>
            </p:nvSpPr>
            <p:spPr>
              <a:xfrm>
                <a:off x="2887295" y="2362027"/>
                <a:ext cx="1547103" cy="1269217"/>
              </a:xfrm>
              <a:custGeom>
                <a:avLst/>
                <a:gdLst>
                  <a:gd name="connsiteX0" fmla="*/ 0 w 1547103"/>
                  <a:gd name="connsiteY0" fmla="*/ 140976 h 1269217"/>
                  <a:gd name="connsiteX1" fmla="*/ 609064 w 1547103"/>
                  <a:gd name="connsiteY1" fmla="*/ 922489 h 1269217"/>
                  <a:gd name="connsiteX2" fmla="*/ 1541802 w 1547103"/>
                  <a:gd name="connsiteY2" fmla="*/ 1269217 h 1269217"/>
                  <a:gd name="connsiteX3" fmla="*/ 1176846 w 1547103"/>
                  <a:gd name="connsiteY3" fmla="*/ 144722 h 1269217"/>
                  <a:gd name="connsiteX4" fmla="*/ 0 w 1547103"/>
                  <a:gd name="connsiteY4" fmla="*/ 140976 h 1269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7103" h="1269217">
                    <a:moveTo>
                      <a:pt x="0" y="140976"/>
                    </a:moveTo>
                    <a:cubicBezTo>
                      <a:pt x="127755" y="449503"/>
                      <a:pt x="330998" y="715833"/>
                      <a:pt x="609064" y="922489"/>
                    </a:cubicBezTo>
                    <a:cubicBezTo>
                      <a:pt x="889543" y="1130976"/>
                      <a:pt x="1229030" y="1248660"/>
                      <a:pt x="1541802" y="1269217"/>
                    </a:cubicBezTo>
                    <a:cubicBezTo>
                      <a:pt x="1541802" y="1269217"/>
                      <a:pt x="1619870" y="468146"/>
                      <a:pt x="1176846" y="144722"/>
                    </a:cubicBezTo>
                    <a:cubicBezTo>
                      <a:pt x="733823" y="-178703"/>
                      <a:pt x="0" y="140976"/>
                      <a:pt x="0" y="140976"/>
                    </a:cubicBezTo>
                    <a:close/>
                  </a:path>
                </a:pathLst>
              </a:custGeom>
              <a:solidFill>
                <a:srgbClr val="E1000F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7" name="Forme libre : forme 32">
                <a:extLst>
                  <a:ext uri="{FF2B5EF4-FFF2-40B4-BE49-F238E27FC236}">
                    <a16:creationId xmlns:a16="http://schemas.microsoft.com/office/drawing/2014/main" id="{5B692C3C-082C-4FC6-B8F1-D9A13E759C3D}"/>
                  </a:ext>
                </a:extLst>
              </p:cNvPr>
              <p:cNvSpPr/>
              <p:nvPr/>
            </p:nvSpPr>
            <p:spPr>
              <a:xfrm>
                <a:off x="4718054" y="2358044"/>
                <a:ext cx="1543227" cy="1272450"/>
              </a:xfrm>
              <a:custGeom>
                <a:avLst/>
                <a:gdLst>
                  <a:gd name="connsiteX0" fmla="*/ 7086 w 1543227"/>
                  <a:gd name="connsiteY0" fmla="*/ 1272451 h 1272450"/>
                  <a:gd name="connsiteX1" fmla="*/ 933915 w 1543227"/>
                  <a:gd name="connsiteY1" fmla="*/ 921977 h 1272450"/>
                  <a:gd name="connsiteX2" fmla="*/ 1543228 w 1543227"/>
                  <a:gd name="connsiteY2" fmla="*/ 135637 h 1272450"/>
                  <a:gd name="connsiteX3" fmla="*/ 359973 w 1543227"/>
                  <a:gd name="connsiteY3" fmla="*/ 148787 h 1272450"/>
                  <a:gd name="connsiteX4" fmla="*/ 7086 w 1543227"/>
                  <a:gd name="connsiteY4" fmla="*/ 1272451 h 127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3227" h="1272450">
                    <a:moveTo>
                      <a:pt x="7086" y="1272451"/>
                    </a:moveTo>
                    <a:cubicBezTo>
                      <a:pt x="357560" y="1237412"/>
                      <a:pt x="650856" y="1126885"/>
                      <a:pt x="933915" y="921977"/>
                    </a:cubicBezTo>
                    <a:cubicBezTo>
                      <a:pt x="1207902" y="723644"/>
                      <a:pt x="1416388" y="443082"/>
                      <a:pt x="1543228" y="135637"/>
                    </a:cubicBezTo>
                    <a:cubicBezTo>
                      <a:pt x="1543228" y="135637"/>
                      <a:pt x="800417" y="-178133"/>
                      <a:pt x="359973" y="148787"/>
                    </a:cubicBezTo>
                    <a:cubicBezTo>
                      <a:pt x="-80470" y="475708"/>
                      <a:pt x="7086" y="1272451"/>
                      <a:pt x="7086" y="1272451"/>
                    </a:cubicBezTo>
                    <a:close/>
                  </a:path>
                </a:pathLst>
              </a:custGeom>
              <a:solidFill>
                <a:srgbClr val="5770BE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8" name="Forme libre : forme 33">
                <a:extLst>
                  <a:ext uri="{FF2B5EF4-FFF2-40B4-BE49-F238E27FC236}">
                    <a16:creationId xmlns:a16="http://schemas.microsoft.com/office/drawing/2014/main" id="{5022E2A3-8DCC-4C7F-8702-3E6FE1C3F29B}"/>
                  </a:ext>
                </a:extLst>
              </p:cNvPr>
              <p:cNvSpPr/>
              <p:nvPr/>
            </p:nvSpPr>
            <p:spPr>
              <a:xfrm>
                <a:off x="5355803" y="439111"/>
                <a:ext cx="1035046" cy="1817120"/>
              </a:xfrm>
              <a:custGeom>
                <a:avLst/>
                <a:gdLst>
                  <a:gd name="connsiteX0" fmla="*/ 982049 w 1035046"/>
                  <a:gd name="connsiteY0" fmla="*/ 1817120 h 1817120"/>
                  <a:gd name="connsiteX1" fmla="*/ 949090 w 1035046"/>
                  <a:gd name="connsiteY1" fmla="*/ 825207 h 1817120"/>
                  <a:gd name="connsiteX2" fmla="*/ 401615 w 1035046"/>
                  <a:gd name="connsiteY2" fmla="*/ 0 h 1817120"/>
                  <a:gd name="connsiteX3" fmla="*/ 32665 w 1035046"/>
                  <a:gd name="connsiteY3" fmla="*/ 1120667 h 1817120"/>
                  <a:gd name="connsiteX4" fmla="*/ 982049 w 1035046"/>
                  <a:gd name="connsiteY4" fmla="*/ 1817120 h 1817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5046" h="1817120">
                    <a:moveTo>
                      <a:pt x="982049" y="1817120"/>
                    </a:moveTo>
                    <a:cubicBezTo>
                      <a:pt x="1058369" y="1502268"/>
                      <a:pt x="1056371" y="1157787"/>
                      <a:pt x="949090" y="825207"/>
                    </a:cubicBezTo>
                    <a:cubicBezTo>
                      <a:pt x="841809" y="492627"/>
                      <a:pt x="649718" y="217642"/>
                      <a:pt x="401615" y="0"/>
                    </a:cubicBezTo>
                    <a:cubicBezTo>
                      <a:pt x="401615" y="0"/>
                      <a:pt x="-135706" y="598660"/>
                      <a:pt x="32665" y="1120667"/>
                    </a:cubicBezTo>
                    <a:cubicBezTo>
                      <a:pt x="200952" y="1642674"/>
                      <a:pt x="982049" y="1817120"/>
                      <a:pt x="982049" y="1817120"/>
                    </a:cubicBezTo>
                    <a:close/>
                  </a:path>
                </a:pathLst>
              </a:custGeom>
              <a:solidFill>
                <a:srgbClr val="00AC8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</p:grpSp>
      <p:sp>
        <p:nvSpPr>
          <p:cNvPr id="2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67242" y="371400"/>
            <a:ext cx="10876937" cy="849249"/>
          </a:xfrm>
        </p:spPr>
        <p:txBody>
          <a:bodyPr/>
          <a:lstStyle>
            <a:lvl1pPr>
              <a:defRPr sz="2547">
                <a:solidFill>
                  <a:srgbClr val="262626"/>
                </a:solidFill>
              </a:defRPr>
            </a:lvl1pPr>
          </a:lstStyle>
          <a:p>
            <a:r>
              <a:rPr lang="fr-FR" dirty="0"/>
              <a:t>Titre de la diapositive</a:t>
            </a:r>
          </a:p>
        </p:txBody>
      </p:sp>
    </p:spTree>
    <p:extLst>
      <p:ext uri="{BB962C8B-B14F-4D97-AF65-F5344CB8AC3E}">
        <p14:creationId xmlns:p14="http://schemas.microsoft.com/office/powerpoint/2010/main" val="256245866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BD8E2D2A-F96C-4939-9C63-67C838C0FDF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03435" y="1316767"/>
            <a:ext cx="5397500" cy="3902936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bIns="50400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Sélectionner l’icône pour insérer une image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21CA591B-C37B-41A1-8191-C1F660677F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14499" y="5306485"/>
            <a:ext cx="5397503" cy="611715"/>
          </a:xfrm>
        </p:spPr>
        <p:txBody>
          <a:bodyPr/>
          <a:lstStyle>
            <a:lvl1pPr>
              <a:defRPr sz="95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Niveau 4 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endParaRPr lang="fr-FR" dirty="0"/>
          </a:p>
        </p:txBody>
      </p:sp>
      <p:sp>
        <p:nvSpPr>
          <p:cNvPr id="11" name="Espace réservé de la date 5">
            <a:extLst>
              <a:ext uri="{FF2B5EF4-FFF2-40B4-BE49-F238E27FC236}">
                <a16:creationId xmlns:a16="http://schemas.microsoft.com/office/drawing/2014/main" id="{BA039719-59E1-499E-AE38-46FC3D06F2F1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9"/>
            <a:ext cx="1560000" cy="282572"/>
          </a:xfrm>
        </p:spPr>
        <p:txBody>
          <a:bodyPr/>
          <a:lstStyle/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13" name="Espace réservé du pied de page 6">
            <a:extLst>
              <a:ext uri="{FF2B5EF4-FFF2-40B4-BE49-F238E27FC236}">
                <a16:creationId xmlns:a16="http://schemas.microsoft.com/office/drawing/2014/main" id="{54460079-5C05-4907-83D0-F6C237D493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/>
          <a:p>
            <a:r>
              <a:rPr lang="en-US"/>
              <a:t>SVEPM 2026   -   UNVEILING TEMPORAL AND REGIONAL FACTORS OF ANTIBIOTIC RESISTANCE   -   BAREILLE</a:t>
            </a:r>
            <a:endParaRPr lang="fr-FR" dirty="0"/>
          </a:p>
        </p:txBody>
      </p:sp>
      <p:sp>
        <p:nvSpPr>
          <p:cNvPr id="14" name="Espace réservé du numéro de diapositive 10">
            <a:extLst>
              <a:ext uri="{FF2B5EF4-FFF2-40B4-BE49-F238E27FC236}">
                <a16:creationId xmlns:a16="http://schemas.microsoft.com/office/drawing/2014/main" id="{72E177FF-2AD8-4CAF-A3FD-3CF7C14C521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8452756" y="6212906"/>
            <a:ext cx="1800000" cy="246221"/>
          </a:xfrm>
        </p:spPr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33" name="Espace réservé pour une image  8">
            <a:extLst>
              <a:ext uri="{FF2B5EF4-FFF2-40B4-BE49-F238E27FC236}">
                <a16:creationId xmlns:a16="http://schemas.microsoft.com/office/drawing/2014/main" id="{BD8E2D2A-F96C-4939-9C63-67C838C0FDF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67242" y="1316765"/>
            <a:ext cx="5397500" cy="3902936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bIns="50400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Sélectionner l’icône pour insérer une image</a:t>
            </a:r>
          </a:p>
        </p:txBody>
      </p:sp>
      <p:sp>
        <p:nvSpPr>
          <p:cNvPr id="34" name="Espace réservé du texte 14">
            <a:extLst>
              <a:ext uri="{FF2B5EF4-FFF2-40B4-BE49-F238E27FC236}">
                <a16:creationId xmlns:a16="http://schemas.microsoft.com/office/drawing/2014/main" id="{21CA591B-C37B-41A1-8191-C1F660677F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8306" y="5306484"/>
            <a:ext cx="5397503" cy="611715"/>
          </a:xfrm>
        </p:spPr>
        <p:txBody>
          <a:bodyPr/>
          <a:lstStyle>
            <a:lvl1pPr>
              <a:defRPr sz="95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Niveau 4 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endParaRPr lang="fr-FR" dirty="0"/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D839141D-2A12-43BD-965E-1AFB5ACCCEC3}"/>
              </a:ext>
            </a:extLst>
          </p:cNvPr>
          <p:cNvGrpSpPr/>
          <p:nvPr userDrawn="1"/>
        </p:nvGrpSpPr>
        <p:grpSpPr>
          <a:xfrm>
            <a:off x="11337925" y="238141"/>
            <a:ext cx="365127" cy="507984"/>
            <a:chOff x="2724335" y="0"/>
            <a:chExt cx="3694565" cy="5140087"/>
          </a:xfrm>
        </p:grpSpPr>
        <p:grpSp>
          <p:nvGrpSpPr>
            <p:cNvPr id="32" name="Groupe 31">
              <a:extLst>
                <a:ext uri="{FF2B5EF4-FFF2-40B4-BE49-F238E27FC236}">
                  <a16:creationId xmlns:a16="http://schemas.microsoft.com/office/drawing/2014/main" id="{CD0A93DE-EBFB-4986-A4EA-7F8D18937CD7}"/>
                </a:ext>
              </a:extLst>
            </p:cNvPr>
            <p:cNvGrpSpPr/>
            <p:nvPr userDrawn="1"/>
          </p:nvGrpSpPr>
          <p:grpSpPr>
            <a:xfrm>
              <a:off x="2724335" y="4398358"/>
              <a:ext cx="3694565" cy="741729"/>
              <a:chOff x="2724335" y="4398358"/>
              <a:chExt cx="3694565" cy="741729"/>
            </a:xfrm>
          </p:grpSpPr>
          <p:sp>
            <p:nvSpPr>
              <p:cNvPr id="41" name="Forme libre : forme 34">
                <a:extLst>
                  <a:ext uri="{FF2B5EF4-FFF2-40B4-BE49-F238E27FC236}">
                    <a16:creationId xmlns:a16="http://schemas.microsoft.com/office/drawing/2014/main" id="{C293E0C5-6117-4F1F-A38B-DC8D3CF89800}"/>
                  </a:ext>
                </a:extLst>
              </p:cNvPr>
              <p:cNvSpPr/>
              <p:nvPr/>
            </p:nvSpPr>
            <p:spPr>
              <a:xfrm>
                <a:off x="3554785" y="4412423"/>
                <a:ext cx="659499" cy="722420"/>
              </a:xfrm>
              <a:custGeom>
                <a:avLst/>
                <a:gdLst>
                  <a:gd name="connsiteX0" fmla="*/ 391256 w 659499"/>
                  <a:gd name="connsiteY0" fmla="*/ 0 h 722420"/>
                  <a:gd name="connsiteX1" fmla="*/ 139990 w 659499"/>
                  <a:gd name="connsiteY1" fmla="*/ 100540 h 722420"/>
                  <a:gd name="connsiteX2" fmla="*/ 139990 w 659499"/>
                  <a:gd name="connsiteY2" fmla="*/ 0 h 722420"/>
                  <a:gd name="connsiteX3" fmla="*/ 0 w 659499"/>
                  <a:gd name="connsiteY3" fmla="*/ 0 h 722420"/>
                  <a:gd name="connsiteX4" fmla="*/ 0 w 659499"/>
                  <a:gd name="connsiteY4" fmla="*/ 722421 h 722420"/>
                  <a:gd name="connsiteX5" fmla="*/ 140073 w 659499"/>
                  <a:gd name="connsiteY5" fmla="*/ 722421 h 722420"/>
                  <a:gd name="connsiteX6" fmla="*/ 140073 w 659499"/>
                  <a:gd name="connsiteY6" fmla="*/ 283142 h 722420"/>
                  <a:gd name="connsiteX7" fmla="*/ 366037 w 659499"/>
                  <a:gd name="connsiteY7" fmla="*/ 115438 h 722420"/>
                  <a:gd name="connsiteX8" fmla="*/ 518928 w 659499"/>
                  <a:gd name="connsiteY8" fmla="*/ 243442 h 722420"/>
                  <a:gd name="connsiteX9" fmla="*/ 519427 w 659499"/>
                  <a:gd name="connsiteY9" fmla="*/ 243442 h 722420"/>
                  <a:gd name="connsiteX10" fmla="*/ 519427 w 659499"/>
                  <a:gd name="connsiteY10" fmla="*/ 722421 h 722420"/>
                  <a:gd name="connsiteX11" fmla="*/ 659500 w 659499"/>
                  <a:gd name="connsiteY11" fmla="*/ 722421 h 722420"/>
                  <a:gd name="connsiteX12" fmla="*/ 659500 w 659499"/>
                  <a:gd name="connsiteY12" fmla="*/ 243442 h 722420"/>
                  <a:gd name="connsiteX13" fmla="*/ 391256 w 659499"/>
                  <a:gd name="connsiteY13" fmla="*/ 0 h 722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59499" h="722420">
                    <a:moveTo>
                      <a:pt x="391256" y="0"/>
                    </a:moveTo>
                    <a:cubicBezTo>
                      <a:pt x="218141" y="0"/>
                      <a:pt x="141488" y="98626"/>
                      <a:pt x="139990" y="100540"/>
                    </a:cubicBezTo>
                    <a:lnTo>
                      <a:pt x="139990" y="0"/>
                    </a:lnTo>
                    <a:lnTo>
                      <a:pt x="0" y="0"/>
                    </a:lnTo>
                    <a:lnTo>
                      <a:pt x="0" y="722421"/>
                    </a:lnTo>
                    <a:lnTo>
                      <a:pt x="140073" y="722421"/>
                    </a:lnTo>
                    <a:lnTo>
                      <a:pt x="140073" y="283142"/>
                    </a:lnTo>
                    <a:cubicBezTo>
                      <a:pt x="143069" y="177026"/>
                      <a:pt x="276567" y="115438"/>
                      <a:pt x="366037" y="115438"/>
                    </a:cubicBezTo>
                    <a:cubicBezTo>
                      <a:pt x="432870" y="115438"/>
                      <a:pt x="518928" y="161213"/>
                      <a:pt x="518928" y="243442"/>
                    </a:cubicBezTo>
                    <a:lnTo>
                      <a:pt x="519427" y="243442"/>
                    </a:lnTo>
                    <a:lnTo>
                      <a:pt x="519427" y="722421"/>
                    </a:lnTo>
                    <a:lnTo>
                      <a:pt x="659500" y="722421"/>
                    </a:lnTo>
                    <a:lnTo>
                      <a:pt x="659500" y="243442"/>
                    </a:lnTo>
                    <a:cubicBezTo>
                      <a:pt x="659417" y="80981"/>
                      <a:pt x="538986" y="0"/>
                      <a:pt x="391256" y="0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2" name="Forme libre : forme 35">
                <a:extLst>
                  <a:ext uri="{FF2B5EF4-FFF2-40B4-BE49-F238E27FC236}">
                    <a16:creationId xmlns:a16="http://schemas.microsoft.com/office/drawing/2014/main" id="{4E707777-18DA-470E-8544-86B82A204996}"/>
                  </a:ext>
                </a:extLst>
              </p:cNvPr>
              <p:cNvSpPr/>
              <p:nvPr/>
            </p:nvSpPr>
            <p:spPr>
              <a:xfrm>
                <a:off x="5832180" y="4401770"/>
                <a:ext cx="586720" cy="736485"/>
              </a:xfrm>
              <a:custGeom>
                <a:avLst/>
                <a:gdLst>
                  <a:gd name="connsiteX0" fmla="*/ 363684 w 586720"/>
                  <a:gd name="connsiteY0" fmla="*/ 304532 h 736485"/>
                  <a:gd name="connsiteX1" fmla="*/ 363684 w 586720"/>
                  <a:gd name="connsiteY1" fmla="*/ 304365 h 736485"/>
                  <a:gd name="connsiteX2" fmla="*/ 237760 w 586720"/>
                  <a:gd name="connsiteY2" fmla="*/ 304365 h 736485"/>
                  <a:gd name="connsiteX3" fmla="*/ 133309 w 586720"/>
                  <a:gd name="connsiteY3" fmla="*/ 212565 h 736485"/>
                  <a:gd name="connsiteX4" fmla="*/ 284285 w 586720"/>
                  <a:gd name="connsiteY4" fmla="*/ 122512 h 736485"/>
                  <a:gd name="connsiteX5" fmla="*/ 503008 w 586720"/>
                  <a:gd name="connsiteY5" fmla="*/ 162128 h 736485"/>
                  <a:gd name="connsiteX6" fmla="*/ 551031 w 586720"/>
                  <a:gd name="connsiteY6" fmla="*/ 49188 h 736485"/>
                  <a:gd name="connsiteX7" fmla="*/ 298267 w 586720"/>
                  <a:gd name="connsiteY7" fmla="*/ 0 h 736485"/>
                  <a:gd name="connsiteX8" fmla="*/ 310 w 586720"/>
                  <a:gd name="connsiteY8" fmla="*/ 214313 h 736485"/>
                  <a:gd name="connsiteX9" fmla="*/ 223029 w 586720"/>
                  <a:gd name="connsiteY9" fmla="*/ 432037 h 736485"/>
                  <a:gd name="connsiteX10" fmla="*/ 223029 w 586720"/>
                  <a:gd name="connsiteY10" fmla="*/ 432204 h 736485"/>
                  <a:gd name="connsiteX11" fmla="*/ 348953 w 586720"/>
                  <a:gd name="connsiteY11" fmla="*/ 432204 h 736485"/>
                  <a:gd name="connsiteX12" fmla="*/ 453404 w 586720"/>
                  <a:gd name="connsiteY12" fmla="*/ 524005 h 736485"/>
                  <a:gd name="connsiteX13" fmla="*/ 302428 w 586720"/>
                  <a:gd name="connsiteY13" fmla="*/ 614057 h 736485"/>
                  <a:gd name="connsiteX14" fmla="*/ 59818 w 586720"/>
                  <a:gd name="connsiteY14" fmla="*/ 563704 h 736485"/>
                  <a:gd name="connsiteX15" fmla="*/ 12212 w 586720"/>
                  <a:gd name="connsiteY15" fmla="*/ 676062 h 736485"/>
                  <a:gd name="connsiteX16" fmla="*/ 288446 w 586720"/>
                  <a:gd name="connsiteY16" fmla="*/ 736486 h 736485"/>
                  <a:gd name="connsiteX17" fmla="*/ 586403 w 586720"/>
                  <a:gd name="connsiteY17" fmla="*/ 522173 h 736485"/>
                  <a:gd name="connsiteX18" fmla="*/ 363684 w 586720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20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8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8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477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3" name="Forme libre : forme 36">
                <a:extLst>
                  <a:ext uri="{FF2B5EF4-FFF2-40B4-BE49-F238E27FC236}">
                    <a16:creationId xmlns:a16="http://schemas.microsoft.com/office/drawing/2014/main" id="{AA931412-BFE0-468C-AAB4-DAC8C26F821C}"/>
                  </a:ext>
                </a:extLst>
              </p:cNvPr>
              <p:cNvSpPr/>
              <p:nvPr/>
            </p:nvSpPr>
            <p:spPr>
              <a:xfrm>
                <a:off x="5027341" y="4398358"/>
                <a:ext cx="698034" cy="741729"/>
              </a:xfrm>
              <a:custGeom>
                <a:avLst/>
                <a:gdLst>
                  <a:gd name="connsiteX0" fmla="*/ 355135 w 698034"/>
                  <a:gd name="connsiteY0" fmla="*/ 0 h 741729"/>
                  <a:gd name="connsiteX1" fmla="*/ 0 w 698034"/>
                  <a:gd name="connsiteY1" fmla="*/ 377856 h 741729"/>
                  <a:gd name="connsiteX2" fmla="*/ 387594 w 698034"/>
                  <a:gd name="connsiteY2" fmla="*/ 741730 h 741729"/>
                  <a:gd name="connsiteX3" fmla="*/ 662996 w 698034"/>
                  <a:gd name="connsiteY3" fmla="*/ 681306 h 741729"/>
                  <a:gd name="connsiteX4" fmla="*/ 611394 w 698034"/>
                  <a:gd name="connsiteY4" fmla="*/ 573609 h 741729"/>
                  <a:gd name="connsiteX5" fmla="*/ 383266 w 698034"/>
                  <a:gd name="connsiteY5" fmla="*/ 618386 h 741729"/>
                  <a:gd name="connsiteX6" fmla="*/ 145233 w 698034"/>
                  <a:gd name="connsiteY6" fmla="*/ 432121 h 741729"/>
                  <a:gd name="connsiteX7" fmla="*/ 556297 w 698034"/>
                  <a:gd name="connsiteY7" fmla="*/ 432121 h 741729"/>
                  <a:gd name="connsiteX8" fmla="*/ 698035 w 698034"/>
                  <a:gd name="connsiteY8" fmla="*/ 432121 h 741729"/>
                  <a:gd name="connsiteX9" fmla="*/ 698035 w 698034"/>
                  <a:gd name="connsiteY9" fmla="*/ 369200 h 741729"/>
                  <a:gd name="connsiteX10" fmla="*/ 355135 w 698034"/>
                  <a:gd name="connsiteY10" fmla="*/ 0 h 741729"/>
                  <a:gd name="connsiteX11" fmla="*/ 146981 w 698034"/>
                  <a:gd name="connsiteY11" fmla="*/ 316684 h 741729"/>
                  <a:gd name="connsiteX12" fmla="*/ 360378 w 698034"/>
                  <a:gd name="connsiteY12" fmla="*/ 119017 h 741729"/>
                  <a:gd name="connsiteX13" fmla="*/ 554549 w 698034"/>
                  <a:gd name="connsiteY13" fmla="*/ 316684 h 741729"/>
                  <a:gd name="connsiteX14" fmla="*/ 146981 w 698034"/>
                  <a:gd name="connsiteY14" fmla="*/ 316684 h 741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8034" h="741729">
                    <a:moveTo>
                      <a:pt x="355135" y="0"/>
                    </a:moveTo>
                    <a:cubicBezTo>
                      <a:pt x="152224" y="0"/>
                      <a:pt x="0" y="117185"/>
                      <a:pt x="0" y="377856"/>
                    </a:cubicBezTo>
                    <a:cubicBezTo>
                      <a:pt x="0" y="638443"/>
                      <a:pt x="191924" y="741730"/>
                      <a:pt x="387594" y="741730"/>
                    </a:cubicBezTo>
                    <a:cubicBezTo>
                      <a:pt x="568199" y="741730"/>
                      <a:pt x="662996" y="681306"/>
                      <a:pt x="662996" y="681306"/>
                    </a:cubicBezTo>
                    <a:lnTo>
                      <a:pt x="611394" y="573609"/>
                    </a:lnTo>
                    <a:cubicBezTo>
                      <a:pt x="611394" y="573609"/>
                      <a:pt x="541482" y="618386"/>
                      <a:pt x="383266" y="618386"/>
                    </a:cubicBezTo>
                    <a:cubicBezTo>
                      <a:pt x="276234" y="618386"/>
                      <a:pt x="160963" y="586010"/>
                      <a:pt x="145233" y="432121"/>
                    </a:cubicBezTo>
                    <a:lnTo>
                      <a:pt x="556297" y="432121"/>
                    </a:lnTo>
                    <a:lnTo>
                      <a:pt x="698035" y="432121"/>
                    </a:lnTo>
                    <a:lnTo>
                      <a:pt x="698035" y="369200"/>
                    </a:lnTo>
                    <a:cubicBezTo>
                      <a:pt x="698035" y="131251"/>
                      <a:pt x="587757" y="0"/>
                      <a:pt x="355135" y="0"/>
                    </a:cubicBezTo>
                    <a:close/>
                    <a:moveTo>
                      <a:pt x="146981" y="316684"/>
                    </a:moveTo>
                    <a:cubicBezTo>
                      <a:pt x="162711" y="164459"/>
                      <a:pt x="241445" y="119017"/>
                      <a:pt x="360378" y="119017"/>
                    </a:cubicBezTo>
                    <a:cubicBezTo>
                      <a:pt x="488050" y="119017"/>
                      <a:pt x="545810" y="180272"/>
                      <a:pt x="554549" y="316684"/>
                    </a:cubicBezTo>
                    <a:lnTo>
                      <a:pt x="146981" y="316684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4" name="Forme libre : forme 37">
                <a:extLst>
                  <a:ext uri="{FF2B5EF4-FFF2-40B4-BE49-F238E27FC236}">
                    <a16:creationId xmlns:a16="http://schemas.microsoft.com/office/drawing/2014/main" id="{46479C13-EE3B-4BD6-82FD-2CF84A6EE778}"/>
                  </a:ext>
                </a:extLst>
              </p:cNvPr>
              <p:cNvSpPr/>
              <p:nvPr/>
            </p:nvSpPr>
            <p:spPr>
              <a:xfrm>
                <a:off x="4342812" y="4401770"/>
                <a:ext cx="586713" cy="736485"/>
              </a:xfrm>
              <a:custGeom>
                <a:avLst/>
                <a:gdLst>
                  <a:gd name="connsiteX0" fmla="*/ 363684 w 586713"/>
                  <a:gd name="connsiteY0" fmla="*/ 304532 h 736485"/>
                  <a:gd name="connsiteX1" fmla="*/ 363684 w 586713"/>
                  <a:gd name="connsiteY1" fmla="*/ 304365 h 736485"/>
                  <a:gd name="connsiteX2" fmla="*/ 237760 w 586713"/>
                  <a:gd name="connsiteY2" fmla="*/ 304365 h 736485"/>
                  <a:gd name="connsiteX3" fmla="*/ 133309 w 586713"/>
                  <a:gd name="connsiteY3" fmla="*/ 212565 h 736485"/>
                  <a:gd name="connsiteX4" fmla="*/ 284285 w 586713"/>
                  <a:gd name="connsiteY4" fmla="*/ 122512 h 736485"/>
                  <a:gd name="connsiteX5" fmla="*/ 503008 w 586713"/>
                  <a:gd name="connsiteY5" fmla="*/ 162128 h 736485"/>
                  <a:gd name="connsiteX6" fmla="*/ 551031 w 586713"/>
                  <a:gd name="connsiteY6" fmla="*/ 49188 h 736485"/>
                  <a:gd name="connsiteX7" fmla="*/ 298267 w 586713"/>
                  <a:gd name="connsiteY7" fmla="*/ 0 h 736485"/>
                  <a:gd name="connsiteX8" fmla="*/ 310 w 586713"/>
                  <a:gd name="connsiteY8" fmla="*/ 214313 h 736485"/>
                  <a:gd name="connsiteX9" fmla="*/ 223029 w 586713"/>
                  <a:gd name="connsiteY9" fmla="*/ 432037 h 736485"/>
                  <a:gd name="connsiteX10" fmla="*/ 223029 w 586713"/>
                  <a:gd name="connsiteY10" fmla="*/ 432204 h 736485"/>
                  <a:gd name="connsiteX11" fmla="*/ 348953 w 586713"/>
                  <a:gd name="connsiteY11" fmla="*/ 432204 h 736485"/>
                  <a:gd name="connsiteX12" fmla="*/ 453404 w 586713"/>
                  <a:gd name="connsiteY12" fmla="*/ 524005 h 736485"/>
                  <a:gd name="connsiteX13" fmla="*/ 302429 w 586713"/>
                  <a:gd name="connsiteY13" fmla="*/ 614057 h 736485"/>
                  <a:gd name="connsiteX14" fmla="*/ 59818 w 586713"/>
                  <a:gd name="connsiteY14" fmla="*/ 563704 h 736485"/>
                  <a:gd name="connsiteX15" fmla="*/ 12212 w 586713"/>
                  <a:gd name="connsiteY15" fmla="*/ 676062 h 736485"/>
                  <a:gd name="connsiteX16" fmla="*/ 288446 w 586713"/>
                  <a:gd name="connsiteY16" fmla="*/ 736486 h 736485"/>
                  <a:gd name="connsiteX17" fmla="*/ 586403 w 586713"/>
                  <a:gd name="connsiteY17" fmla="*/ 522173 h 736485"/>
                  <a:gd name="connsiteX18" fmla="*/ 363684 w 586713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13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9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9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394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5" name="Forme libre : forme 38">
                <a:extLst>
                  <a:ext uri="{FF2B5EF4-FFF2-40B4-BE49-F238E27FC236}">
                    <a16:creationId xmlns:a16="http://schemas.microsoft.com/office/drawing/2014/main" id="{55C86DF5-F03A-4F69-B538-9C9E3D12D49A}"/>
                  </a:ext>
                </a:extLst>
              </p:cNvPr>
              <p:cNvSpPr/>
              <p:nvPr/>
            </p:nvSpPr>
            <p:spPr>
              <a:xfrm>
                <a:off x="2724335" y="4403352"/>
                <a:ext cx="669903" cy="732990"/>
              </a:xfrm>
              <a:custGeom>
                <a:avLst/>
                <a:gdLst>
                  <a:gd name="connsiteX0" fmla="*/ 333079 w 669903"/>
                  <a:gd name="connsiteY0" fmla="*/ 0 h 732990"/>
                  <a:gd name="connsiteX1" fmla="*/ 58509 w 669903"/>
                  <a:gd name="connsiteY1" fmla="*/ 45026 h 732990"/>
                  <a:gd name="connsiteX2" fmla="*/ 113856 w 669903"/>
                  <a:gd name="connsiteY2" fmla="*/ 157884 h 732990"/>
                  <a:gd name="connsiteX3" fmla="*/ 348976 w 669903"/>
                  <a:gd name="connsiteY3" fmla="*/ 122429 h 732990"/>
                  <a:gd name="connsiteX4" fmla="*/ 530080 w 669903"/>
                  <a:gd name="connsiteY4" fmla="*/ 253929 h 732990"/>
                  <a:gd name="connsiteX5" fmla="*/ 530080 w 669903"/>
                  <a:gd name="connsiteY5" fmla="*/ 297374 h 732990"/>
                  <a:gd name="connsiteX6" fmla="*/ 253596 w 669903"/>
                  <a:gd name="connsiteY6" fmla="*/ 297374 h 732990"/>
                  <a:gd name="connsiteX7" fmla="*/ 0 w 669903"/>
                  <a:gd name="connsiteY7" fmla="*/ 514267 h 732990"/>
                  <a:gd name="connsiteX8" fmla="*/ 273571 w 669903"/>
                  <a:gd name="connsiteY8" fmla="*/ 732990 h 732990"/>
                  <a:gd name="connsiteX9" fmla="*/ 529997 w 669903"/>
                  <a:gd name="connsiteY9" fmla="*/ 632284 h 732990"/>
                  <a:gd name="connsiteX10" fmla="*/ 529997 w 669903"/>
                  <a:gd name="connsiteY10" fmla="*/ 732990 h 732990"/>
                  <a:gd name="connsiteX11" fmla="*/ 669903 w 669903"/>
                  <a:gd name="connsiteY11" fmla="*/ 732990 h 732990"/>
                  <a:gd name="connsiteX12" fmla="*/ 669903 w 669903"/>
                  <a:gd name="connsiteY12" fmla="*/ 214313 h 732990"/>
                  <a:gd name="connsiteX13" fmla="*/ 333079 w 669903"/>
                  <a:gd name="connsiteY13" fmla="*/ 0 h 732990"/>
                  <a:gd name="connsiteX14" fmla="*/ 529997 w 669903"/>
                  <a:gd name="connsiteY14" fmla="*/ 446269 h 732990"/>
                  <a:gd name="connsiteX15" fmla="*/ 299288 w 669903"/>
                  <a:gd name="connsiteY15" fmla="*/ 617553 h 732990"/>
                  <a:gd name="connsiteX16" fmla="*/ 143319 w 669903"/>
                  <a:gd name="connsiteY16" fmla="*/ 512602 h 732990"/>
                  <a:gd name="connsiteX17" fmla="*/ 262335 w 669903"/>
                  <a:gd name="connsiteY17" fmla="*/ 407651 h 732990"/>
                  <a:gd name="connsiteX18" fmla="*/ 529997 w 669903"/>
                  <a:gd name="connsiteY18" fmla="*/ 407651 h 732990"/>
                  <a:gd name="connsiteX19" fmla="*/ 529997 w 669903"/>
                  <a:gd name="connsiteY19" fmla="*/ 446269 h 732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69903" h="732990">
                    <a:moveTo>
                      <a:pt x="333079" y="0"/>
                    </a:moveTo>
                    <a:cubicBezTo>
                      <a:pt x="204741" y="0"/>
                      <a:pt x="108197" y="27132"/>
                      <a:pt x="58509" y="45026"/>
                    </a:cubicBezTo>
                    <a:lnTo>
                      <a:pt x="113856" y="157884"/>
                    </a:lnTo>
                    <a:cubicBezTo>
                      <a:pt x="159132" y="143069"/>
                      <a:pt x="241278" y="122429"/>
                      <a:pt x="348976" y="122429"/>
                    </a:cubicBezTo>
                    <a:cubicBezTo>
                      <a:pt x="432037" y="122429"/>
                      <a:pt x="530080" y="145067"/>
                      <a:pt x="530080" y="253929"/>
                    </a:cubicBezTo>
                    <a:cubicBezTo>
                      <a:pt x="530080" y="253929"/>
                      <a:pt x="529914" y="293712"/>
                      <a:pt x="530080" y="297374"/>
                    </a:cubicBezTo>
                    <a:lnTo>
                      <a:pt x="253596" y="297374"/>
                    </a:lnTo>
                    <a:cubicBezTo>
                      <a:pt x="113690" y="297374"/>
                      <a:pt x="0" y="346396"/>
                      <a:pt x="0" y="514267"/>
                    </a:cubicBezTo>
                    <a:cubicBezTo>
                      <a:pt x="0" y="664411"/>
                      <a:pt x="122928" y="732990"/>
                      <a:pt x="273571" y="732990"/>
                    </a:cubicBezTo>
                    <a:cubicBezTo>
                      <a:pt x="451929" y="732990"/>
                      <a:pt x="529997" y="632284"/>
                      <a:pt x="529997" y="632284"/>
                    </a:cubicBezTo>
                    <a:lnTo>
                      <a:pt x="529997" y="732990"/>
                    </a:lnTo>
                    <a:lnTo>
                      <a:pt x="669903" y="732990"/>
                    </a:lnTo>
                    <a:lnTo>
                      <a:pt x="669903" y="214313"/>
                    </a:lnTo>
                    <a:cubicBezTo>
                      <a:pt x="661830" y="48605"/>
                      <a:pt x="471488" y="0"/>
                      <a:pt x="333079" y="0"/>
                    </a:cubicBezTo>
                    <a:close/>
                    <a:moveTo>
                      <a:pt x="529997" y="446269"/>
                    </a:moveTo>
                    <a:cubicBezTo>
                      <a:pt x="529997" y="554633"/>
                      <a:pt x="391672" y="617553"/>
                      <a:pt x="299288" y="617553"/>
                    </a:cubicBezTo>
                    <a:cubicBezTo>
                      <a:pt x="231125" y="617553"/>
                      <a:pt x="143319" y="594749"/>
                      <a:pt x="143319" y="512602"/>
                    </a:cubicBezTo>
                    <a:cubicBezTo>
                      <a:pt x="143319" y="430373"/>
                      <a:pt x="190592" y="407651"/>
                      <a:pt x="262335" y="407651"/>
                    </a:cubicBezTo>
                    <a:lnTo>
                      <a:pt x="529997" y="407651"/>
                    </a:lnTo>
                    <a:lnTo>
                      <a:pt x="529997" y="446269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  <p:grpSp>
          <p:nvGrpSpPr>
            <p:cNvPr id="35" name="Groupe 34">
              <a:extLst>
                <a:ext uri="{FF2B5EF4-FFF2-40B4-BE49-F238E27FC236}">
                  <a16:creationId xmlns:a16="http://schemas.microsoft.com/office/drawing/2014/main" id="{3D15C3A9-D5ED-46AD-B105-728671E40E8E}"/>
                </a:ext>
              </a:extLst>
            </p:cNvPr>
            <p:cNvGrpSpPr/>
            <p:nvPr userDrawn="1"/>
          </p:nvGrpSpPr>
          <p:grpSpPr>
            <a:xfrm>
              <a:off x="2752472" y="0"/>
              <a:ext cx="3638377" cy="3631244"/>
              <a:chOff x="2752472" y="0"/>
              <a:chExt cx="3638377" cy="3631244"/>
            </a:xfrm>
          </p:grpSpPr>
          <p:sp>
            <p:nvSpPr>
              <p:cNvPr id="36" name="Forme libre : forme 29">
                <a:extLst>
                  <a:ext uri="{FF2B5EF4-FFF2-40B4-BE49-F238E27FC236}">
                    <a16:creationId xmlns:a16="http://schemas.microsoft.com/office/drawing/2014/main" id="{20FC994F-7484-4476-883E-735BC71E1E41}"/>
                  </a:ext>
                </a:extLst>
              </p:cNvPr>
              <p:cNvSpPr/>
              <p:nvPr/>
            </p:nvSpPr>
            <p:spPr>
              <a:xfrm>
                <a:off x="3627443" y="0"/>
                <a:ext cx="1911500" cy="962868"/>
              </a:xfrm>
              <a:custGeom>
                <a:avLst/>
                <a:gdLst>
                  <a:gd name="connsiteX0" fmla="*/ 1911501 w 1911500"/>
                  <a:gd name="connsiteY0" fmla="*/ 277816 h 962868"/>
                  <a:gd name="connsiteX1" fmla="*/ 958955 w 1911500"/>
                  <a:gd name="connsiteY1" fmla="*/ 0 h 962868"/>
                  <a:gd name="connsiteX2" fmla="*/ 0 w 1911500"/>
                  <a:gd name="connsiteY2" fmla="*/ 264499 h 962868"/>
                  <a:gd name="connsiteX3" fmla="*/ 956791 w 1911500"/>
                  <a:gd name="connsiteY3" fmla="*/ 962867 h 962868"/>
                  <a:gd name="connsiteX4" fmla="*/ 1911501 w 1911500"/>
                  <a:gd name="connsiteY4" fmla="*/ 277816 h 962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11500" h="962868">
                    <a:moveTo>
                      <a:pt x="1911501" y="277816"/>
                    </a:moveTo>
                    <a:cubicBezTo>
                      <a:pt x="1651163" y="110610"/>
                      <a:pt x="1308430" y="0"/>
                      <a:pt x="958955" y="0"/>
                    </a:cubicBezTo>
                    <a:cubicBezTo>
                      <a:pt x="634199" y="0"/>
                      <a:pt x="299621" y="79316"/>
                      <a:pt x="0" y="264499"/>
                    </a:cubicBezTo>
                    <a:cubicBezTo>
                      <a:pt x="0" y="264499"/>
                      <a:pt x="408317" y="961618"/>
                      <a:pt x="956791" y="962867"/>
                    </a:cubicBezTo>
                    <a:cubicBezTo>
                      <a:pt x="1505264" y="964115"/>
                      <a:pt x="1911501" y="277816"/>
                      <a:pt x="1911501" y="277816"/>
                    </a:cubicBezTo>
                    <a:close/>
                  </a:path>
                </a:pathLst>
              </a:custGeom>
              <a:solidFill>
                <a:srgbClr val="FFE80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7" name="Forme libre : forme 30">
                <a:extLst>
                  <a:ext uri="{FF2B5EF4-FFF2-40B4-BE49-F238E27FC236}">
                    <a16:creationId xmlns:a16="http://schemas.microsoft.com/office/drawing/2014/main" id="{3CA22ED6-1495-4E0E-B586-B3B64C1137CE}"/>
                  </a:ext>
                </a:extLst>
              </p:cNvPr>
              <p:cNvSpPr/>
              <p:nvPr/>
            </p:nvSpPr>
            <p:spPr>
              <a:xfrm>
                <a:off x="2752472" y="435699"/>
                <a:ext cx="1037602" cy="1816620"/>
              </a:xfrm>
              <a:custGeom>
                <a:avLst/>
                <a:gdLst>
                  <a:gd name="connsiteX0" fmla="*/ 638936 w 1037602"/>
                  <a:gd name="connsiteY0" fmla="*/ 0 h 1816620"/>
                  <a:gd name="connsiteX1" fmla="*/ 88964 w 1037602"/>
                  <a:gd name="connsiteY1" fmla="*/ 826040 h 1816620"/>
                  <a:gd name="connsiteX2" fmla="*/ 53675 w 1037602"/>
                  <a:gd name="connsiteY2" fmla="*/ 1816621 h 1816620"/>
                  <a:gd name="connsiteX3" fmla="*/ 1004058 w 1037602"/>
                  <a:gd name="connsiteY3" fmla="*/ 1125578 h 1816620"/>
                  <a:gd name="connsiteX4" fmla="*/ 638936 w 1037602"/>
                  <a:gd name="connsiteY4" fmla="*/ 0 h 1816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7602" h="1816620">
                    <a:moveTo>
                      <a:pt x="638936" y="0"/>
                    </a:moveTo>
                    <a:cubicBezTo>
                      <a:pt x="389085" y="210151"/>
                      <a:pt x="197660" y="493876"/>
                      <a:pt x="88964" y="826040"/>
                    </a:cubicBezTo>
                    <a:cubicBezTo>
                      <a:pt x="-19732" y="1158203"/>
                      <a:pt x="-25558" y="1487787"/>
                      <a:pt x="53675" y="1816621"/>
                    </a:cubicBezTo>
                    <a:cubicBezTo>
                      <a:pt x="53675" y="1816621"/>
                      <a:pt x="833440" y="1646919"/>
                      <a:pt x="1004058" y="1125578"/>
                    </a:cubicBezTo>
                    <a:cubicBezTo>
                      <a:pt x="1174675" y="604236"/>
                      <a:pt x="638936" y="0"/>
                      <a:pt x="638936" y="0"/>
                    </a:cubicBezTo>
                    <a:close/>
                  </a:path>
                </a:pathLst>
              </a:custGeom>
              <a:solidFill>
                <a:srgbClr val="FF994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8" name="Forme libre : forme 31">
                <a:extLst>
                  <a:ext uri="{FF2B5EF4-FFF2-40B4-BE49-F238E27FC236}">
                    <a16:creationId xmlns:a16="http://schemas.microsoft.com/office/drawing/2014/main" id="{1A912585-892A-484D-AC23-F343EFBF516D}"/>
                  </a:ext>
                </a:extLst>
              </p:cNvPr>
              <p:cNvSpPr/>
              <p:nvPr/>
            </p:nvSpPr>
            <p:spPr>
              <a:xfrm>
                <a:off x="2887295" y="2362027"/>
                <a:ext cx="1547103" cy="1269217"/>
              </a:xfrm>
              <a:custGeom>
                <a:avLst/>
                <a:gdLst>
                  <a:gd name="connsiteX0" fmla="*/ 0 w 1547103"/>
                  <a:gd name="connsiteY0" fmla="*/ 140976 h 1269217"/>
                  <a:gd name="connsiteX1" fmla="*/ 609064 w 1547103"/>
                  <a:gd name="connsiteY1" fmla="*/ 922489 h 1269217"/>
                  <a:gd name="connsiteX2" fmla="*/ 1541802 w 1547103"/>
                  <a:gd name="connsiteY2" fmla="*/ 1269217 h 1269217"/>
                  <a:gd name="connsiteX3" fmla="*/ 1176846 w 1547103"/>
                  <a:gd name="connsiteY3" fmla="*/ 144722 h 1269217"/>
                  <a:gd name="connsiteX4" fmla="*/ 0 w 1547103"/>
                  <a:gd name="connsiteY4" fmla="*/ 140976 h 1269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7103" h="1269217">
                    <a:moveTo>
                      <a:pt x="0" y="140976"/>
                    </a:moveTo>
                    <a:cubicBezTo>
                      <a:pt x="127755" y="449503"/>
                      <a:pt x="330998" y="715833"/>
                      <a:pt x="609064" y="922489"/>
                    </a:cubicBezTo>
                    <a:cubicBezTo>
                      <a:pt x="889543" y="1130976"/>
                      <a:pt x="1229030" y="1248660"/>
                      <a:pt x="1541802" y="1269217"/>
                    </a:cubicBezTo>
                    <a:cubicBezTo>
                      <a:pt x="1541802" y="1269217"/>
                      <a:pt x="1619870" y="468146"/>
                      <a:pt x="1176846" y="144722"/>
                    </a:cubicBezTo>
                    <a:cubicBezTo>
                      <a:pt x="733823" y="-178703"/>
                      <a:pt x="0" y="140976"/>
                      <a:pt x="0" y="140976"/>
                    </a:cubicBezTo>
                    <a:close/>
                  </a:path>
                </a:pathLst>
              </a:custGeom>
              <a:solidFill>
                <a:srgbClr val="E1000F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9" name="Forme libre : forme 32">
                <a:extLst>
                  <a:ext uri="{FF2B5EF4-FFF2-40B4-BE49-F238E27FC236}">
                    <a16:creationId xmlns:a16="http://schemas.microsoft.com/office/drawing/2014/main" id="{5B692C3C-082C-4FC6-B8F1-D9A13E759C3D}"/>
                  </a:ext>
                </a:extLst>
              </p:cNvPr>
              <p:cNvSpPr/>
              <p:nvPr/>
            </p:nvSpPr>
            <p:spPr>
              <a:xfrm>
                <a:off x="4718054" y="2358044"/>
                <a:ext cx="1543227" cy="1272450"/>
              </a:xfrm>
              <a:custGeom>
                <a:avLst/>
                <a:gdLst>
                  <a:gd name="connsiteX0" fmla="*/ 7086 w 1543227"/>
                  <a:gd name="connsiteY0" fmla="*/ 1272451 h 1272450"/>
                  <a:gd name="connsiteX1" fmla="*/ 933915 w 1543227"/>
                  <a:gd name="connsiteY1" fmla="*/ 921977 h 1272450"/>
                  <a:gd name="connsiteX2" fmla="*/ 1543228 w 1543227"/>
                  <a:gd name="connsiteY2" fmla="*/ 135637 h 1272450"/>
                  <a:gd name="connsiteX3" fmla="*/ 359973 w 1543227"/>
                  <a:gd name="connsiteY3" fmla="*/ 148787 h 1272450"/>
                  <a:gd name="connsiteX4" fmla="*/ 7086 w 1543227"/>
                  <a:gd name="connsiteY4" fmla="*/ 1272451 h 127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3227" h="1272450">
                    <a:moveTo>
                      <a:pt x="7086" y="1272451"/>
                    </a:moveTo>
                    <a:cubicBezTo>
                      <a:pt x="357560" y="1237412"/>
                      <a:pt x="650856" y="1126885"/>
                      <a:pt x="933915" y="921977"/>
                    </a:cubicBezTo>
                    <a:cubicBezTo>
                      <a:pt x="1207902" y="723644"/>
                      <a:pt x="1416388" y="443082"/>
                      <a:pt x="1543228" y="135637"/>
                    </a:cubicBezTo>
                    <a:cubicBezTo>
                      <a:pt x="1543228" y="135637"/>
                      <a:pt x="800417" y="-178133"/>
                      <a:pt x="359973" y="148787"/>
                    </a:cubicBezTo>
                    <a:cubicBezTo>
                      <a:pt x="-80470" y="475708"/>
                      <a:pt x="7086" y="1272451"/>
                      <a:pt x="7086" y="1272451"/>
                    </a:cubicBezTo>
                    <a:close/>
                  </a:path>
                </a:pathLst>
              </a:custGeom>
              <a:solidFill>
                <a:srgbClr val="5770BE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0" name="Forme libre : forme 33">
                <a:extLst>
                  <a:ext uri="{FF2B5EF4-FFF2-40B4-BE49-F238E27FC236}">
                    <a16:creationId xmlns:a16="http://schemas.microsoft.com/office/drawing/2014/main" id="{5022E2A3-8DCC-4C7F-8702-3E6FE1C3F29B}"/>
                  </a:ext>
                </a:extLst>
              </p:cNvPr>
              <p:cNvSpPr/>
              <p:nvPr/>
            </p:nvSpPr>
            <p:spPr>
              <a:xfrm>
                <a:off x="5355803" y="439111"/>
                <a:ext cx="1035046" cy="1817120"/>
              </a:xfrm>
              <a:custGeom>
                <a:avLst/>
                <a:gdLst>
                  <a:gd name="connsiteX0" fmla="*/ 982049 w 1035046"/>
                  <a:gd name="connsiteY0" fmla="*/ 1817120 h 1817120"/>
                  <a:gd name="connsiteX1" fmla="*/ 949090 w 1035046"/>
                  <a:gd name="connsiteY1" fmla="*/ 825207 h 1817120"/>
                  <a:gd name="connsiteX2" fmla="*/ 401615 w 1035046"/>
                  <a:gd name="connsiteY2" fmla="*/ 0 h 1817120"/>
                  <a:gd name="connsiteX3" fmla="*/ 32665 w 1035046"/>
                  <a:gd name="connsiteY3" fmla="*/ 1120667 h 1817120"/>
                  <a:gd name="connsiteX4" fmla="*/ 982049 w 1035046"/>
                  <a:gd name="connsiteY4" fmla="*/ 1817120 h 1817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5046" h="1817120">
                    <a:moveTo>
                      <a:pt x="982049" y="1817120"/>
                    </a:moveTo>
                    <a:cubicBezTo>
                      <a:pt x="1058369" y="1502268"/>
                      <a:pt x="1056371" y="1157787"/>
                      <a:pt x="949090" y="825207"/>
                    </a:cubicBezTo>
                    <a:cubicBezTo>
                      <a:pt x="841809" y="492627"/>
                      <a:pt x="649718" y="217642"/>
                      <a:pt x="401615" y="0"/>
                    </a:cubicBezTo>
                    <a:cubicBezTo>
                      <a:pt x="401615" y="0"/>
                      <a:pt x="-135706" y="598660"/>
                      <a:pt x="32665" y="1120667"/>
                    </a:cubicBezTo>
                    <a:cubicBezTo>
                      <a:pt x="200952" y="1642674"/>
                      <a:pt x="982049" y="1817120"/>
                      <a:pt x="982049" y="1817120"/>
                    </a:cubicBezTo>
                    <a:close/>
                  </a:path>
                </a:pathLst>
              </a:custGeom>
              <a:solidFill>
                <a:srgbClr val="00AC8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</p:grpSp>
      <p:sp>
        <p:nvSpPr>
          <p:cNvPr id="23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67242" y="371400"/>
            <a:ext cx="10876937" cy="849249"/>
          </a:xfrm>
        </p:spPr>
        <p:txBody>
          <a:bodyPr/>
          <a:lstStyle>
            <a:lvl1pPr>
              <a:defRPr sz="2547">
                <a:solidFill>
                  <a:srgbClr val="262626"/>
                </a:solidFill>
              </a:defRPr>
            </a:lvl1pPr>
          </a:lstStyle>
          <a:p>
            <a:r>
              <a:rPr lang="fr-FR" dirty="0"/>
              <a:t>Titre de la diapositive</a:t>
            </a:r>
          </a:p>
        </p:txBody>
      </p:sp>
    </p:spTree>
    <p:extLst>
      <p:ext uri="{BB962C8B-B14F-4D97-AF65-F5344CB8AC3E}">
        <p14:creationId xmlns:p14="http://schemas.microsoft.com/office/powerpoint/2010/main" val="183719604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space réservé pour une image  8">
            <a:extLst>
              <a:ext uri="{FF2B5EF4-FFF2-40B4-BE49-F238E27FC236}">
                <a16:creationId xmlns:a16="http://schemas.microsoft.com/office/drawing/2014/main" id="{BD8E2D2A-F96C-4939-9C63-67C838C0FDF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35109" y="1316765"/>
            <a:ext cx="11299113" cy="3902936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bIns="50400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Sélectionner l’icône pour insérer une image</a:t>
            </a:r>
          </a:p>
        </p:txBody>
      </p:sp>
      <p:sp>
        <p:nvSpPr>
          <p:cNvPr id="11" name="Espace réservé de la date 5">
            <a:extLst>
              <a:ext uri="{FF2B5EF4-FFF2-40B4-BE49-F238E27FC236}">
                <a16:creationId xmlns:a16="http://schemas.microsoft.com/office/drawing/2014/main" id="{BA039719-59E1-499E-AE38-46FC3D06F2F1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9"/>
            <a:ext cx="1560000" cy="282572"/>
          </a:xfrm>
        </p:spPr>
        <p:txBody>
          <a:bodyPr/>
          <a:lstStyle/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13" name="Espace réservé du pied de page 6">
            <a:extLst>
              <a:ext uri="{FF2B5EF4-FFF2-40B4-BE49-F238E27FC236}">
                <a16:creationId xmlns:a16="http://schemas.microsoft.com/office/drawing/2014/main" id="{54460079-5C05-4907-83D0-F6C237D493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/>
          <a:p>
            <a:r>
              <a:rPr lang="en-US"/>
              <a:t>SVEPM 2026   -   UNVEILING TEMPORAL AND REGIONAL FACTORS OF ANTIBIOTIC RESISTANCE   -   BAREILLE</a:t>
            </a:r>
            <a:endParaRPr lang="fr-FR" dirty="0"/>
          </a:p>
        </p:txBody>
      </p:sp>
      <p:sp>
        <p:nvSpPr>
          <p:cNvPr id="14" name="Espace réservé du numéro de diapositive 10">
            <a:extLst>
              <a:ext uri="{FF2B5EF4-FFF2-40B4-BE49-F238E27FC236}">
                <a16:creationId xmlns:a16="http://schemas.microsoft.com/office/drawing/2014/main" id="{72E177FF-2AD8-4CAF-A3FD-3CF7C14C521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8452756" y="6212906"/>
            <a:ext cx="1800000" cy="246221"/>
          </a:xfrm>
        </p:spPr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34" name="Espace réservé du texte 14">
            <a:extLst>
              <a:ext uri="{FF2B5EF4-FFF2-40B4-BE49-F238E27FC236}">
                <a16:creationId xmlns:a16="http://schemas.microsoft.com/office/drawing/2014/main" id="{21CA591B-C37B-41A1-8191-C1F660677F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6172" y="5306484"/>
            <a:ext cx="11270976" cy="611715"/>
          </a:xfrm>
        </p:spPr>
        <p:txBody>
          <a:bodyPr/>
          <a:lstStyle>
            <a:lvl1pPr>
              <a:defRPr sz="95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Niveau 4 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endParaRPr lang="fr-FR" dirty="0"/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D839141D-2A12-43BD-965E-1AFB5ACCCEC3}"/>
              </a:ext>
            </a:extLst>
          </p:cNvPr>
          <p:cNvGrpSpPr/>
          <p:nvPr userDrawn="1"/>
        </p:nvGrpSpPr>
        <p:grpSpPr>
          <a:xfrm>
            <a:off x="11337925" y="238141"/>
            <a:ext cx="365127" cy="507984"/>
            <a:chOff x="2724335" y="0"/>
            <a:chExt cx="3694565" cy="5140087"/>
          </a:xfrm>
        </p:grpSpPr>
        <p:grpSp>
          <p:nvGrpSpPr>
            <p:cNvPr id="32" name="Groupe 31">
              <a:extLst>
                <a:ext uri="{FF2B5EF4-FFF2-40B4-BE49-F238E27FC236}">
                  <a16:creationId xmlns:a16="http://schemas.microsoft.com/office/drawing/2014/main" id="{CD0A93DE-EBFB-4986-A4EA-7F8D18937CD7}"/>
                </a:ext>
              </a:extLst>
            </p:cNvPr>
            <p:cNvGrpSpPr/>
            <p:nvPr userDrawn="1"/>
          </p:nvGrpSpPr>
          <p:grpSpPr>
            <a:xfrm>
              <a:off x="2724335" y="4398358"/>
              <a:ext cx="3694565" cy="741729"/>
              <a:chOff x="2724335" y="4398358"/>
              <a:chExt cx="3694565" cy="741729"/>
            </a:xfrm>
          </p:grpSpPr>
          <p:sp>
            <p:nvSpPr>
              <p:cNvPr id="41" name="Forme libre : forme 34">
                <a:extLst>
                  <a:ext uri="{FF2B5EF4-FFF2-40B4-BE49-F238E27FC236}">
                    <a16:creationId xmlns:a16="http://schemas.microsoft.com/office/drawing/2014/main" id="{C293E0C5-6117-4F1F-A38B-DC8D3CF89800}"/>
                  </a:ext>
                </a:extLst>
              </p:cNvPr>
              <p:cNvSpPr/>
              <p:nvPr/>
            </p:nvSpPr>
            <p:spPr>
              <a:xfrm>
                <a:off x="3554785" y="4412423"/>
                <a:ext cx="659499" cy="722420"/>
              </a:xfrm>
              <a:custGeom>
                <a:avLst/>
                <a:gdLst>
                  <a:gd name="connsiteX0" fmla="*/ 391256 w 659499"/>
                  <a:gd name="connsiteY0" fmla="*/ 0 h 722420"/>
                  <a:gd name="connsiteX1" fmla="*/ 139990 w 659499"/>
                  <a:gd name="connsiteY1" fmla="*/ 100540 h 722420"/>
                  <a:gd name="connsiteX2" fmla="*/ 139990 w 659499"/>
                  <a:gd name="connsiteY2" fmla="*/ 0 h 722420"/>
                  <a:gd name="connsiteX3" fmla="*/ 0 w 659499"/>
                  <a:gd name="connsiteY3" fmla="*/ 0 h 722420"/>
                  <a:gd name="connsiteX4" fmla="*/ 0 w 659499"/>
                  <a:gd name="connsiteY4" fmla="*/ 722421 h 722420"/>
                  <a:gd name="connsiteX5" fmla="*/ 140073 w 659499"/>
                  <a:gd name="connsiteY5" fmla="*/ 722421 h 722420"/>
                  <a:gd name="connsiteX6" fmla="*/ 140073 w 659499"/>
                  <a:gd name="connsiteY6" fmla="*/ 283142 h 722420"/>
                  <a:gd name="connsiteX7" fmla="*/ 366037 w 659499"/>
                  <a:gd name="connsiteY7" fmla="*/ 115438 h 722420"/>
                  <a:gd name="connsiteX8" fmla="*/ 518928 w 659499"/>
                  <a:gd name="connsiteY8" fmla="*/ 243442 h 722420"/>
                  <a:gd name="connsiteX9" fmla="*/ 519427 w 659499"/>
                  <a:gd name="connsiteY9" fmla="*/ 243442 h 722420"/>
                  <a:gd name="connsiteX10" fmla="*/ 519427 w 659499"/>
                  <a:gd name="connsiteY10" fmla="*/ 722421 h 722420"/>
                  <a:gd name="connsiteX11" fmla="*/ 659500 w 659499"/>
                  <a:gd name="connsiteY11" fmla="*/ 722421 h 722420"/>
                  <a:gd name="connsiteX12" fmla="*/ 659500 w 659499"/>
                  <a:gd name="connsiteY12" fmla="*/ 243442 h 722420"/>
                  <a:gd name="connsiteX13" fmla="*/ 391256 w 659499"/>
                  <a:gd name="connsiteY13" fmla="*/ 0 h 722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59499" h="722420">
                    <a:moveTo>
                      <a:pt x="391256" y="0"/>
                    </a:moveTo>
                    <a:cubicBezTo>
                      <a:pt x="218141" y="0"/>
                      <a:pt x="141488" y="98626"/>
                      <a:pt x="139990" y="100540"/>
                    </a:cubicBezTo>
                    <a:lnTo>
                      <a:pt x="139990" y="0"/>
                    </a:lnTo>
                    <a:lnTo>
                      <a:pt x="0" y="0"/>
                    </a:lnTo>
                    <a:lnTo>
                      <a:pt x="0" y="722421"/>
                    </a:lnTo>
                    <a:lnTo>
                      <a:pt x="140073" y="722421"/>
                    </a:lnTo>
                    <a:lnTo>
                      <a:pt x="140073" y="283142"/>
                    </a:lnTo>
                    <a:cubicBezTo>
                      <a:pt x="143069" y="177026"/>
                      <a:pt x="276567" y="115438"/>
                      <a:pt x="366037" y="115438"/>
                    </a:cubicBezTo>
                    <a:cubicBezTo>
                      <a:pt x="432870" y="115438"/>
                      <a:pt x="518928" y="161213"/>
                      <a:pt x="518928" y="243442"/>
                    </a:cubicBezTo>
                    <a:lnTo>
                      <a:pt x="519427" y="243442"/>
                    </a:lnTo>
                    <a:lnTo>
                      <a:pt x="519427" y="722421"/>
                    </a:lnTo>
                    <a:lnTo>
                      <a:pt x="659500" y="722421"/>
                    </a:lnTo>
                    <a:lnTo>
                      <a:pt x="659500" y="243442"/>
                    </a:lnTo>
                    <a:cubicBezTo>
                      <a:pt x="659417" y="80981"/>
                      <a:pt x="538986" y="0"/>
                      <a:pt x="391256" y="0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2" name="Forme libre : forme 35">
                <a:extLst>
                  <a:ext uri="{FF2B5EF4-FFF2-40B4-BE49-F238E27FC236}">
                    <a16:creationId xmlns:a16="http://schemas.microsoft.com/office/drawing/2014/main" id="{4E707777-18DA-470E-8544-86B82A204996}"/>
                  </a:ext>
                </a:extLst>
              </p:cNvPr>
              <p:cNvSpPr/>
              <p:nvPr/>
            </p:nvSpPr>
            <p:spPr>
              <a:xfrm>
                <a:off x="5832180" y="4401770"/>
                <a:ext cx="586720" cy="736485"/>
              </a:xfrm>
              <a:custGeom>
                <a:avLst/>
                <a:gdLst>
                  <a:gd name="connsiteX0" fmla="*/ 363684 w 586720"/>
                  <a:gd name="connsiteY0" fmla="*/ 304532 h 736485"/>
                  <a:gd name="connsiteX1" fmla="*/ 363684 w 586720"/>
                  <a:gd name="connsiteY1" fmla="*/ 304365 h 736485"/>
                  <a:gd name="connsiteX2" fmla="*/ 237760 w 586720"/>
                  <a:gd name="connsiteY2" fmla="*/ 304365 h 736485"/>
                  <a:gd name="connsiteX3" fmla="*/ 133309 w 586720"/>
                  <a:gd name="connsiteY3" fmla="*/ 212565 h 736485"/>
                  <a:gd name="connsiteX4" fmla="*/ 284285 w 586720"/>
                  <a:gd name="connsiteY4" fmla="*/ 122512 h 736485"/>
                  <a:gd name="connsiteX5" fmla="*/ 503008 w 586720"/>
                  <a:gd name="connsiteY5" fmla="*/ 162128 h 736485"/>
                  <a:gd name="connsiteX6" fmla="*/ 551031 w 586720"/>
                  <a:gd name="connsiteY6" fmla="*/ 49188 h 736485"/>
                  <a:gd name="connsiteX7" fmla="*/ 298267 w 586720"/>
                  <a:gd name="connsiteY7" fmla="*/ 0 h 736485"/>
                  <a:gd name="connsiteX8" fmla="*/ 310 w 586720"/>
                  <a:gd name="connsiteY8" fmla="*/ 214313 h 736485"/>
                  <a:gd name="connsiteX9" fmla="*/ 223029 w 586720"/>
                  <a:gd name="connsiteY9" fmla="*/ 432037 h 736485"/>
                  <a:gd name="connsiteX10" fmla="*/ 223029 w 586720"/>
                  <a:gd name="connsiteY10" fmla="*/ 432204 h 736485"/>
                  <a:gd name="connsiteX11" fmla="*/ 348953 w 586720"/>
                  <a:gd name="connsiteY11" fmla="*/ 432204 h 736485"/>
                  <a:gd name="connsiteX12" fmla="*/ 453404 w 586720"/>
                  <a:gd name="connsiteY12" fmla="*/ 524005 h 736485"/>
                  <a:gd name="connsiteX13" fmla="*/ 302428 w 586720"/>
                  <a:gd name="connsiteY13" fmla="*/ 614057 h 736485"/>
                  <a:gd name="connsiteX14" fmla="*/ 59818 w 586720"/>
                  <a:gd name="connsiteY14" fmla="*/ 563704 h 736485"/>
                  <a:gd name="connsiteX15" fmla="*/ 12212 w 586720"/>
                  <a:gd name="connsiteY15" fmla="*/ 676062 h 736485"/>
                  <a:gd name="connsiteX16" fmla="*/ 288446 w 586720"/>
                  <a:gd name="connsiteY16" fmla="*/ 736486 h 736485"/>
                  <a:gd name="connsiteX17" fmla="*/ 586403 w 586720"/>
                  <a:gd name="connsiteY17" fmla="*/ 522173 h 736485"/>
                  <a:gd name="connsiteX18" fmla="*/ 363684 w 586720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20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8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8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477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3" name="Forme libre : forme 36">
                <a:extLst>
                  <a:ext uri="{FF2B5EF4-FFF2-40B4-BE49-F238E27FC236}">
                    <a16:creationId xmlns:a16="http://schemas.microsoft.com/office/drawing/2014/main" id="{AA931412-BFE0-468C-AAB4-DAC8C26F821C}"/>
                  </a:ext>
                </a:extLst>
              </p:cNvPr>
              <p:cNvSpPr/>
              <p:nvPr/>
            </p:nvSpPr>
            <p:spPr>
              <a:xfrm>
                <a:off x="5027341" y="4398358"/>
                <a:ext cx="698034" cy="741729"/>
              </a:xfrm>
              <a:custGeom>
                <a:avLst/>
                <a:gdLst>
                  <a:gd name="connsiteX0" fmla="*/ 355135 w 698034"/>
                  <a:gd name="connsiteY0" fmla="*/ 0 h 741729"/>
                  <a:gd name="connsiteX1" fmla="*/ 0 w 698034"/>
                  <a:gd name="connsiteY1" fmla="*/ 377856 h 741729"/>
                  <a:gd name="connsiteX2" fmla="*/ 387594 w 698034"/>
                  <a:gd name="connsiteY2" fmla="*/ 741730 h 741729"/>
                  <a:gd name="connsiteX3" fmla="*/ 662996 w 698034"/>
                  <a:gd name="connsiteY3" fmla="*/ 681306 h 741729"/>
                  <a:gd name="connsiteX4" fmla="*/ 611394 w 698034"/>
                  <a:gd name="connsiteY4" fmla="*/ 573609 h 741729"/>
                  <a:gd name="connsiteX5" fmla="*/ 383266 w 698034"/>
                  <a:gd name="connsiteY5" fmla="*/ 618386 h 741729"/>
                  <a:gd name="connsiteX6" fmla="*/ 145233 w 698034"/>
                  <a:gd name="connsiteY6" fmla="*/ 432121 h 741729"/>
                  <a:gd name="connsiteX7" fmla="*/ 556297 w 698034"/>
                  <a:gd name="connsiteY7" fmla="*/ 432121 h 741729"/>
                  <a:gd name="connsiteX8" fmla="*/ 698035 w 698034"/>
                  <a:gd name="connsiteY8" fmla="*/ 432121 h 741729"/>
                  <a:gd name="connsiteX9" fmla="*/ 698035 w 698034"/>
                  <a:gd name="connsiteY9" fmla="*/ 369200 h 741729"/>
                  <a:gd name="connsiteX10" fmla="*/ 355135 w 698034"/>
                  <a:gd name="connsiteY10" fmla="*/ 0 h 741729"/>
                  <a:gd name="connsiteX11" fmla="*/ 146981 w 698034"/>
                  <a:gd name="connsiteY11" fmla="*/ 316684 h 741729"/>
                  <a:gd name="connsiteX12" fmla="*/ 360378 w 698034"/>
                  <a:gd name="connsiteY12" fmla="*/ 119017 h 741729"/>
                  <a:gd name="connsiteX13" fmla="*/ 554549 w 698034"/>
                  <a:gd name="connsiteY13" fmla="*/ 316684 h 741729"/>
                  <a:gd name="connsiteX14" fmla="*/ 146981 w 698034"/>
                  <a:gd name="connsiteY14" fmla="*/ 316684 h 741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8034" h="741729">
                    <a:moveTo>
                      <a:pt x="355135" y="0"/>
                    </a:moveTo>
                    <a:cubicBezTo>
                      <a:pt x="152224" y="0"/>
                      <a:pt x="0" y="117185"/>
                      <a:pt x="0" y="377856"/>
                    </a:cubicBezTo>
                    <a:cubicBezTo>
                      <a:pt x="0" y="638443"/>
                      <a:pt x="191924" y="741730"/>
                      <a:pt x="387594" y="741730"/>
                    </a:cubicBezTo>
                    <a:cubicBezTo>
                      <a:pt x="568199" y="741730"/>
                      <a:pt x="662996" y="681306"/>
                      <a:pt x="662996" y="681306"/>
                    </a:cubicBezTo>
                    <a:lnTo>
                      <a:pt x="611394" y="573609"/>
                    </a:lnTo>
                    <a:cubicBezTo>
                      <a:pt x="611394" y="573609"/>
                      <a:pt x="541482" y="618386"/>
                      <a:pt x="383266" y="618386"/>
                    </a:cubicBezTo>
                    <a:cubicBezTo>
                      <a:pt x="276234" y="618386"/>
                      <a:pt x="160963" y="586010"/>
                      <a:pt x="145233" y="432121"/>
                    </a:cubicBezTo>
                    <a:lnTo>
                      <a:pt x="556297" y="432121"/>
                    </a:lnTo>
                    <a:lnTo>
                      <a:pt x="698035" y="432121"/>
                    </a:lnTo>
                    <a:lnTo>
                      <a:pt x="698035" y="369200"/>
                    </a:lnTo>
                    <a:cubicBezTo>
                      <a:pt x="698035" y="131251"/>
                      <a:pt x="587757" y="0"/>
                      <a:pt x="355135" y="0"/>
                    </a:cubicBezTo>
                    <a:close/>
                    <a:moveTo>
                      <a:pt x="146981" y="316684"/>
                    </a:moveTo>
                    <a:cubicBezTo>
                      <a:pt x="162711" y="164459"/>
                      <a:pt x="241445" y="119017"/>
                      <a:pt x="360378" y="119017"/>
                    </a:cubicBezTo>
                    <a:cubicBezTo>
                      <a:pt x="488050" y="119017"/>
                      <a:pt x="545810" y="180272"/>
                      <a:pt x="554549" y="316684"/>
                    </a:cubicBezTo>
                    <a:lnTo>
                      <a:pt x="146981" y="316684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4" name="Forme libre : forme 37">
                <a:extLst>
                  <a:ext uri="{FF2B5EF4-FFF2-40B4-BE49-F238E27FC236}">
                    <a16:creationId xmlns:a16="http://schemas.microsoft.com/office/drawing/2014/main" id="{46479C13-EE3B-4BD6-82FD-2CF84A6EE778}"/>
                  </a:ext>
                </a:extLst>
              </p:cNvPr>
              <p:cNvSpPr/>
              <p:nvPr/>
            </p:nvSpPr>
            <p:spPr>
              <a:xfrm>
                <a:off x="4342812" y="4401770"/>
                <a:ext cx="586713" cy="736485"/>
              </a:xfrm>
              <a:custGeom>
                <a:avLst/>
                <a:gdLst>
                  <a:gd name="connsiteX0" fmla="*/ 363684 w 586713"/>
                  <a:gd name="connsiteY0" fmla="*/ 304532 h 736485"/>
                  <a:gd name="connsiteX1" fmla="*/ 363684 w 586713"/>
                  <a:gd name="connsiteY1" fmla="*/ 304365 h 736485"/>
                  <a:gd name="connsiteX2" fmla="*/ 237760 w 586713"/>
                  <a:gd name="connsiteY2" fmla="*/ 304365 h 736485"/>
                  <a:gd name="connsiteX3" fmla="*/ 133309 w 586713"/>
                  <a:gd name="connsiteY3" fmla="*/ 212565 h 736485"/>
                  <a:gd name="connsiteX4" fmla="*/ 284285 w 586713"/>
                  <a:gd name="connsiteY4" fmla="*/ 122512 h 736485"/>
                  <a:gd name="connsiteX5" fmla="*/ 503008 w 586713"/>
                  <a:gd name="connsiteY5" fmla="*/ 162128 h 736485"/>
                  <a:gd name="connsiteX6" fmla="*/ 551031 w 586713"/>
                  <a:gd name="connsiteY6" fmla="*/ 49188 h 736485"/>
                  <a:gd name="connsiteX7" fmla="*/ 298267 w 586713"/>
                  <a:gd name="connsiteY7" fmla="*/ 0 h 736485"/>
                  <a:gd name="connsiteX8" fmla="*/ 310 w 586713"/>
                  <a:gd name="connsiteY8" fmla="*/ 214313 h 736485"/>
                  <a:gd name="connsiteX9" fmla="*/ 223029 w 586713"/>
                  <a:gd name="connsiteY9" fmla="*/ 432037 h 736485"/>
                  <a:gd name="connsiteX10" fmla="*/ 223029 w 586713"/>
                  <a:gd name="connsiteY10" fmla="*/ 432204 h 736485"/>
                  <a:gd name="connsiteX11" fmla="*/ 348953 w 586713"/>
                  <a:gd name="connsiteY11" fmla="*/ 432204 h 736485"/>
                  <a:gd name="connsiteX12" fmla="*/ 453404 w 586713"/>
                  <a:gd name="connsiteY12" fmla="*/ 524005 h 736485"/>
                  <a:gd name="connsiteX13" fmla="*/ 302429 w 586713"/>
                  <a:gd name="connsiteY13" fmla="*/ 614057 h 736485"/>
                  <a:gd name="connsiteX14" fmla="*/ 59818 w 586713"/>
                  <a:gd name="connsiteY14" fmla="*/ 563704 h 736485"/>
                  <a:gd name="connsiteX15" fmla="*/ 12212 w 586713"/>
                  <a:gd name="connsiteY15" fmla="*/ 676062 h 736485"/>
                  <a:gd name="connsiteX16" fmla="*/ 288446 w 586713"/>
                  <a:gd name="connsiteY16" fmla="*/ 736486 h 736485"/>
                  <a:gd name="connsiteX17" fmla="*/ 586403 w 586713"/>
                  <a:gd name="connsiteY17" fmla="*/ 522173 h 736485"/>
                  <a:gd name="connsiteX18" fmla="*/ 363684 w 586713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13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9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9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394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5" name="Forme libre : forme 38">
                <a:extLst>
                  <a:ext uri="{FF2B5EF4-FFF2-40B4-BE49-F238E27FC236}">
                    <a16:creationId xmlns:a16="http://schemas.microsoft.com/office/drawing/2014/main" id="{55C86DF5-F03A-4F69-B538-9C9E3D12D49A}"/>
                  </a:ext>
                </a:extLst>
              </p:cNvPr>
              <p:cNvSpPr/>
              <p:nvPr/>
            </p:nvSpPr>
            <p:spPr>
              <a:xfrm>
                <a:off x="2724335" y="4403352"/>
                <a:ext cx="669903" cy="732990"/>
              </a:xfrm>
              <a:custGeom>
                <a:avLst/>
                <a:gdLst>
                  <a:gd name="connsiteX0" fmla="*/ 333079 w 669903"/>
                  <a:gd name="connsiteY0" fmla="*/ 0 h 732990"/>
                  <a:gd name="connsiteX1" fmla="*/ 58509 w 669903"/>
                  <a:gd name="connsiteY1" fmla="*/ 45026 h 732990"/>
                  <a:gd name="connsiteX2" fmla="*/ 113856 w 669903"/>
                  <a:gd name="connsiteY2" fmla="*/ 157884 h 732990"/>
                  <a:gd name="connsiteX3" fmla="*/ 348976 w 669903"/>
                  <a:gd name="connsiteY3" fmla="*/ 122429 h 732990"/>
                  <a:gd name="connsiteX4" fmla="*/ 530080 w 669903"/>
                  <a:gd name="connsiteY4" fmla="*/ 253929 h 732990"/>
                  <a:gd name="connsiteX5" fmla="*/ 530080 w 669903"/>
                  <a:gd name="connsiteY5" fmla="*/ 297374 h 732990"/>
                  <a:gd name="connsiteX6" fmla="*/ 253596 w 669903"/>
                  <a:gd name="connsiteY6" fmla="*/ 297374 h 732990"/>
                  <a:gd name="connsiteX7" fmla="*/ 0 w 669903"/>
                  <a:gd name="connsiteY7" fmla="*/ 514267 h 732990"/>
                  <a:gd name="connsiteX8" fmla="*/ 273571 w 669903"/>
                  <a:gd name="connsiteY8" fmla="*/ 732990 h 732990"/>
                  <a:gd name="connsiteX9" fmla="*/ 529997 w 669903"/>
                  <a:gd name="connsiteY9" fmla="*/ 632284 h 732990"/>
                  <a:gd name="connsiteX10" fmla="*/ 529997 w 669903"/>
                  <a:gd name="connsiteY10" fmla="*/ 732990 h 732990"/>
                  <a:gd name="connsiteX11" fmla="*/ 669903 w 669903"/>
                  <a:gd name="connsiteY11" fmla="*/ 732990 h 732990"/>
                  <a:gd name="connsiteX12" fmla="*/ 669903 w 669903"/>
                  <a:gd name="connsiteY12" fmla="*/ 214313 h 732990"/>
                  <a:gd name="connsiteX13" fmla="*/ 333079 w 669903"/>
                  <a:gd name="connsiteY13" fmla="*/ 0 h 732990"/>
                  <a:gd name="connsiteX14" fmla="*/ 529997 w 669903"/>
                  <a:gd name="connsiteY14" fmla="*/ 446269 h 732990"/>
                  <a:gd name="connsiteX15" fmla="*/ 299288 w 669903"/>
                  <a:gd name="connsiteY15" fmla="*/ 617553 h 732990"/>
                  <a:gd name="connsiteX16" fmla="*/ 143319 w 669903"/>
                  <a:gd name="connsiteY16" fmla="*/ 512602 h 732990"/>
                  <a:gd name="connsiteX17" fmla="*/ 262335 w 669903"/>
                  <a:gd name="connsiteY17" fmla="*/ 407651 h 732990"/>
                  <a:gd name="connsiteX18" fmla="*/ 529997 w 669903"/>
                  <a:gd name="connsiteY18" fmla="*/ 407651 h 732990"/>
                  <a:gd name="connsiteX19" fmla="*/ 529997 w 669903"/>
                  <a:gd name="connsiteY19" fmla="*/ 446269 h 732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69903" h="732990">
                    <a:moveTo>
                      <a:pt x="333079" y="0"/>
                    </a:moveTo>
                    <a:cubicBezTo>
                      <a:pt x="204741" y="0"/>
                      <a:pt x="108197" y="27132"/>
                      <a:pt x="58509" y="45026"/>
                    </a:cubicBezTo>
                    <a:lnTo>
                      <a:pt x="113856" y="157884"/>
                    </a:lnTo>
                    <a:cubicBezTo>
                      <a:pt x="159132" y="143069"/>
                      <a:pt x="241278" y="122429"/>
                      <a:pt x="348976" y="122429"/>
                    </a:cubicBezTo>
                    <a:cubicBezTo>
                      <a:pt x="432037" y="122429"/>
                      <a:pt x="530080" y="145067"/>
                      <a:pt x="530080" y="253929"/>
                    </a:cubicBezTo>
                    <a:cubicBezTo>
                      <a:pt x="530080" y="253929"/>
                      <a:pt x="529914" y="293712"/>
                      <a:pt x="530080" y="297374"/>
                    </a:cubicBezTo>
                    <a:lnTo>
                      <a:pt x="253596" y="297374"/>
                    </a:lnTo>
                    <a:cubicBezTo>
                      <a:pt x="113690" y="297374"/>
                      <a:pt x="0" y="346396"/>
                      <a:pt x="0" y="514267"/>
                    </a:cubicBezTo>
                    <a:cubicBezTo>
                      <a:pt x="0" y="664411"/>
                      <a:pt x="122928" y="732990"/>
                      <a:pt x="273571" y="732990"/>
                    </a:cubicBezTo>
                    <a:cubicBezTo>
                      <a:pt x="451929" y="732990"/>
                      <a:pt x="529997" y="632284"/>
                      <a:pt x="529997" y="632284"/>
                    </a:cubicBezTo>
                    <a:lnTo>
                      <a:pt x="529997" y="732990"/>
                    </a:lnTo>
                    <a:lnTo>
                      <a:pt x="669903" y="732990"/>
                    </a:lnTo>
                    <a:lnTo>
                      <a:pt x="669903" y="214313"/>
                    </a:lnTo>
                    <a:cubicBezTo>
                      <a:pt x="661830" y="48605"/>
                      <a:pt x="471488" y="0"/>
                      <a:pt x="333079" y="0"/>
                    </a:cubicBezTo>
                    <a:close/>
                    <a:moveTo>
                      <a:pt x="529997" y="446269"/>
                    </a:moveTo>
                    <a:cubicBezTo>
                      <a:pt x="529997" y="554633"/>
                      <a:pt x="391672" y="617553"/>
                      <a:pt x="299288" y="617553"/>
                    </a:cubicBezTo>
                    <a:cubicBezTo>
                      <a:pt x="231125" y="617553"/>
                      <a:pt x="143319" y="594749"/>
                      <a:pt x="143319" y="512602"/>
                    </a:cubicBezTo>
                    <a:cubicBezTo>
                      <a:pt x="143319" y="430373"/>
                      <a:pt x="190592" y="407651"/>
                      <a:pt x="262335" y="407651"/>
                    </a:cubicBezTo>
                    <a:lnTo>
                      <a:pt x="529997" y="407651"/>
                    </a:lnTo>
                    <a:lnTo>
                      <a:pt x="529997" y="446269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  <p:grpSp>
          <p:nvGrpSpPr>
            <p:cNvPr id="35" name="Groupe 34">
              <a:extLst>
                <a:ext uri="{FF2B5EF4-FFF2-40B4-BE49-F238E27FC236}">
                  <a16:creationId xmlns:a16="http://schemas.microsoft.com/office/drawing/2014/main" id="{3D15C3A9-D5ED-46AD-B105-728671E40E8E}"/>
                </a:ext>
              </a:extLst>
            </p:cNvPr>
            <p:cNvGrpSpPr/>
            <p:nvPr userDrawn="1"/>
          </p:nvGrpSpPr>
          <p:grpSpPr>
            <a:xfrm>
              <a:off x="2752472" y="0"/>
              <a:ext cx="3638377" cy="3631244"/>
              <a:chOff x="2752472" y="0"/>
              <a:chExt cx="3638377" cy="3631244"/>
            </a:xfrm>
          </p:grpSpPr>
          <p:sp>
            <p:nvSpPr>
              <p:cNvPr id="36" name="Forme libre : forme 29">
                <a:extLst>
                  <a:ext uri="{FF2B5EF4-FFF2-40B4-BE49-F238E27FC236}">
                    <a16:creationId xmlns:a16="http://schemas.microsoft.com/office/drawing/2014/main" id="{20FC994F-7484-4476-883E-735BC71E1E41}"/>
                  </a:ext>
                </a:extLst>
              </p:cNvPr>
              <p:cNvSpPr/>
              <p:nvPr/>
            </p:nvSpPr>
            <p:spPr>
              <a:xfrm>
                <a:off x="3627443" y="0"/>
                <a:ext cx="1911500" cy="962868"/>
              </a:xfrm>
              <a:custGeom>
                <a:avLst/>
                <a:gdLst>
                  <a:gd name="connsiteX0" fmla="*/ 1911501 w 1911500"/>
                  <a:gd name="connsiteY0" fmla="*/ 277816 h 962868"/>
                  <a:gd name="connsiteX1" fmla="*/ 958955 w 1911500"/>
                  <a:gd name="connsiteY1" fmla="*/ 0 h 962868"/>
                  <a:gd name="connsiteX2" fmla="*/ 0 w 1911500"/>
                  <a:gd name="connsiteY2" fmla="*/ 264499 h 962868"/>
                  <a:gd name="connsiteX3" fmla="*/ 956791 w 1911500"/>
                  <a:gd name="connsiteY3" fmla="*/ 962867 h 962868"/>
                  <a:gd name="connsiteX4" fmla="*/ 1911501 w 1911500"/>
                  <a:gd name="connsiteY4" fmla="*/ 277816 h 962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11500" h="962868">
                    <a:moveTo>
                      <a:pt x="1911501" y="277816"/>
                    </a:moveTo>
                    <a:cubicBezTo>
                      <a:pt x="1651163" y="110610"/>
                      <a:pt x="1308430" y="0"/>
                      <a:pt x="958955" y="0"/>
                    </a:cubicBezTo>
                    <a:cubicBezTo>
                      <a:pt x="634199" y="0"/>
                      <a:pt x="299621" y="79316"/>
                      <a:pt x="0" y="264499"/>
                    </a:cubicBezTo>
                    <a:cubicBezTo>
                      <a:pt x="0" y="264499"/>
                      <a:pt x="408317" y="961618"/>
                      <a:pt x="956791" y="962867"/>
                    </a:cubicBezTo>
                    <a:cubicBezTo>
                      <a:pt x="1505264" y="964115"/>
                      <a:pt x="1911501" y="277816"/>
                      <a:pt x="1911501" y="277816"/>
                    </a:cubicBezTo>
                    <a:close/>
                  </a:path>
                </a:pathLst>
              </a:custGeom>
              <a:solidFill>
                <a:srgbClr val="FFE80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7" name="Forme libre : forme 30">
                <a:extLst>
                  <a:ext uri="{FF2B5EF4-FFF2-40B4-BE49-F238E27FC236}">
                    <a16:creationId xmlns:a16="http://schemas.microsoft.com/office/drawing/2014/main" id="{3CA22ED6-1495-4E0E-B586-B3B64C1137CE}"/>
                  </a:ext>
                </a:extLst>
              </p:cNvPr>
              <p:cNvSpPr/>
              <p:nvPr/>
            </p:nvSpPr>
            <p:spPr>
              <a:xfrm>
                <a:off x="2752472" y="435699"/>
                <a:ext cx="1037602" cy="1816620"/>
              </a:xfrm>
              <a:custGeom>
                <a:avLst/>
                <a:gdLst>
                  <a:gd name="connsiteX0" fmla="*/ 638936 w 1037602"/>
                  <a:gd name="connsiteY0" fmla="*/ 0 h 1816620"/>
                  <a:gd name="connsiteX1" fmla="*/ 88964 w 1037602"/>
                  <a:gd name="connsiteY1" fmla="*/ 826040 h 1816620"/>
                  <a:gd name="connsiteX2" fmla="*/ 53675 w 1037602"/>
                  <a:gd name="connsiteY2" fmla="*/ 1816621 h 1816620"/>
                  <a:gd name="connsiteX3" fmla="*/ 1004058 w 1037602"/>
                  <a:gd name="connsiteY3" fmla="*/ 1125578 h 1816620"/>
                  <a:gd name="connsiteX4" fmla="*/ 638936 w 1037602"/>
                  <a:gd name="connsiteY4" fmla="*/ 0 h 1816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7602" h="1816620">
                    <a:moveTo>
                      <a:pt x="638936" y="0"/>
                    </a:moveTo>
                    <a:cubicBezTo>
                      <a:pt x="389085" y="210151"/>
                      <a:pt x="197660" y="493876"/>
                      <a:pt x="88964" y="826040"/>
                    </a:cubicBezTo>
                    <a:cubicBezTo>
                      <a:pt x="-19732" y="1158203"/>
                      <a:pt x="-25558" y="1487787"/>
                      <a:pt x="53675" y="1816621"/>
                    </a:cubicBezTo>
                    <a:cubicBezTo>
                      <a:pt x="53675" y="1816621"/>
                      <a:pt x="833440" y="1646919"/>
                      <a:pt x="1004058" y="1125578"/>
                    </a:cubicBezTo>
                    <a:cubicBezTo>
                      <a:pt x="1174675" y="604236"/>
                      <a:pt x="638936" y="0"/>
                      <a:pt x="638936" y="0"/>
                    </a:cubicBezTo>
                    <a:close/>
                  </a:path>
                </a:pathLst>
              </a:custGeom>
              <a:solidFill>
                <a:srgbClr val="FF994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8" name="Forme libre : forme 31">
                <a:extLst>
                  <a:ext uri="{FF2B5EF4-FFF2-40B4-BE49-F238E27FC236}">
                    <a16:creationId xmlns:a16="http://schemas.microsoft.com/office/drawing/2014/main" id="{1A912585-892A-484D-AC23-F343EFBF516D}"/>
                  </a:ext>
                </a:extLst>
              </p:cNvPr>
              <p:cNvSpPr/>
              <p:nvPr/>
            </p:nvSpPr>
            <p:spPr>
              <a:xfrm>
                <a:off x="2887295" y="2362027"/>
                <a:ext cx="1547103" cy="1269217"/>
              </a:xfrm>
              <a:custGeom>
                <a:avLst/>
                <a:gdLst>
                  <a:gd name="connsiteX0" fmla="*/ 0 w 1547103"/>
                  <a:gd name="connsiteY0" fmla="*/ 140976 h 1269217"/>
                  <a:gd name="connsiteX1" fmla="*/ 609064 w 1547103"/>
                  <a:gd name="connsiteY1" fmla="*/ 922489 h 1269217"/>
                  <a:gd name="connsiteX2" fmla="*/ 1541802 w 1547103"/>
                  <a:gd name="connsiteY2" fmla="*/ 1269217 h 1269217"/>
                  <a:gd name="connsiteX3" fmla="*/ 1176846 w 1547103"/>
                  <a:gd name="connsiteY3" fmla="*/ 144722 h 1269217"/>
                  <a:gd name="connsiteX4" fmla="*/ 0 w 1547103"/>
                  <a:gd name="connsiteY4" fmla="*/ 140976 h 1269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7103" h="1269217">
                    <a:moveTo>
                      <a:pt x="0" y="140976"/>
                    </a:moveTo>
                    <a:cubicBezTo>
                      <a:pt x="127755" y="449503"/>
                      <a:pt x="330998" y="715833"/>
                      <a:pt x="609064" y="922489"/>
                    </a:cubicBezTo>
                    <a:cubicBezTo>
                      <a:pt x="889543" y="1130976"/>
                      <a:pt x="1229030" y="1248660"/>
                      <a:pt x="1541802" y="1269217"/>
                    </a:cubicBezTo>
                    <a:cubicBezTo>
                      <a:pt x="1541802" y="1269217"/>
                      <a:pt x="1619870" y="468146"/>
                      <a:pt x="1176846" y="144722"/>
                    </a:cubicBezTo>
                    <a:cubicBezTo>
                      <a:pt x="733823" y="-178703"/>
                      <a:pt x="0" y="140976"/>
                      <a:pt x="0" y="140976"/>
                    </a:cubicBezTo>
                    <a:close/>
                  </a:path>
                </a:pathLst>
              </a:custGeom>
              <a:solidFill>
                <a:srgbClr val="E1000F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9" name="Forme libre : forme 32">
                <a:extLst>
                  <a:ext uri="{FF2B5EF4-FFF2-40B4-BE49-F238E27FC236}">
                    <a16:creationId xmlns:a16="http://schemas.microsoft.com/office/drawing/2014/main" id="{5B692C3C-082C-4FC6-B8F1-D9A13E759C3D}"/>
                  </a:ext>
                </a:extLst>
              </p:cNvPr>
              <p:cNvSpPr/>
              <p:nvPr/>
            </p:nvSpPr>
            <p:spPr>
              <a:xfrm>
                <a:off x="4718054" y="2358044"/>
                <a:ext cx="1543227" cy="1272450"/>
              </a:xfrm>
              <a:custGeom>
                <a:avLst/>
                <a:gdLst>
                  <a:gd name="connsiteX0" fmla="*/ 7086 w 1543227"/>
                  <a:gd name="connsiteY0" fmla="*/ 1272451 h 1272450"/>
                  <a:gd name="connsiteX1" fmla="*/ 933915 w 1543227"/>
                  <a:gd name="connsiteY1" fmla="*/ 921977 h 1272450"/>
                  <a:gd name="connsiteX2" fmla="*/ 1543228 w 1543227"/>
                  <a:gd name="connsiteY2" fmla="*/ 135637 h 1272450"/>
                  <a:gd name="connsiteX3" fmla="*/ 359973 w 1543227"/>
                  <a:gd name="connsiteY3" fmla="*/ 148787 h 1272450"/>
                  <a:gd name="connsiteX4" fmla="*/ 7086 w 1543227"/>
                  <a:gd name="connsiteY4" fmla="*/ 1272451 h 127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3227" h="1272450">
                    <a:moveTo>
                      <a:pt x="7086" y="1272451"/>
                    </a:moveTo>
                    <a:cubicBezTo>
                      <a:pt x="357560" y="1237412"/>
                      <a:pt x="650856" y="1126885"/>
                      <a:pt x="933915" y="921977"/>
                    </a:cubicBezTo>
                    <a:cubicBezTo>
                      <a:pt x="1207902" y="723644"/>
                      <a:pt x="1416388" y="443082"/>
                      <a:pt x="1543228" y="135637"/>
                    </a:cubicBezTo>
                    <a:cubicBezTo>
                      <a:pt x="1543228" y="135637"/>
                      <a:pt x="800417" y="-178133"/>
                      <a:pt x="359973" y="148787"/>
                    </a:cubicBezTo>
                    <a:cubicBezTo>
                      <a:pt x="-80470" y="475708"/>
                      <a:pt x="7086" y="1272451"/>
                      <a:pt x="7086" y="1272451"/>
                    </a:cubicBezTo>
                    <a:close/>
                  </a:path>
                </a:pathLst>
              </a:custGeom>
              <a:solidFill>
                <a:srgbClr val="5770BE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0" name="Forme libre : forme 33">
                <a:extLst>
                  <a:ext uri="{FF2B5EF4-FFF2-40B4-BE49-F238E27FC236}">
                    <a16:creationId xmlns:a16="http://schemas.microsoft.com/office/drawing/2014/main" id="{5022E2A3-8DCC-4C7F-8702-3E6FE1C3F29B}"/>
                  </a:ext>
                </a:extLst>
              </p:cNvPr>
              <p:cNvSpPr/>
              <p:nvPr/>
            </p:nvSpPr>
            <p:spPr>
              <a:xfrm>
                <a:off x="5355803" y="439111"/>
                <a:ext cx="1035046" cy="1817120"/>
              </a:xfrm>
              <a:custGeom>
                <a:avLst/>
                <a:gdLst>
                  <a:gd name="connsiteX0" fmla="*/ 982049 w 1035046"/>
                  <a:gd name="connsiteY0" fmla="*/ 1817120 h 1817120"/>
                  <a:gd name="connsiteX1" fmla="*/ 949090 w 1035046"/>
                  <a:gd name="connsiteY1" fmla="*/ 825207 h 1817120"/>
                  <a:gd name="connsiteX2" fmla="*/ 401615 w 1035046"/>
                  <a:gd name="connsiteY2" fmla="*/ 0 h 1817120"/>
                  <a:gd name="connsiteX3" fmla="*/ 32665 w 1035046"/>
                  <a:gd name="connsiteY3" fmla="*/ 1120667 h 1817120"/>
                  <a:gd name="connsiteX4" fmla="*/ 982049 w 1035046"/>
                  <a:gd name="connsiteY4" fmla="*/ 1817120 h 1817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5046" h="1817120">
                    <a:moveTo>
                      <a:pt x="982049" y="1817120"/>
                    </a:moveTo>
                    <a:cubicBezTo>
                      <a:pt x="1058369" y="1502268"/>
                      <a:pt x="1056371" y="1157787"/>
                      <a:pt x="949090" y="825207"/>
                    </a:cubicBezTo>
                    <a:cubicBezTo>
                      <a:pt x="841809" y="492627"/>
                      <a:pt x="649718" y="217642"/>
                      <a:pt x="401615" y="0"/>
                    </a:cubicBezTo>
                    <a:cubicBezTo>
                      <a:pt x="401615" y="0"/>
                      <a:pt x="-135706" y="598660"/>
                      <a:pt x="32665" y="1120667"/>
                    </a:cubicBezTo>
                    <a:cubicBezTo>
                      <a:pt x="200952" y="1642674"/>
                      <a:pt x="982049" y="1817120"/>
                      <a:pt x="982049" y="1817120"/>
                    </a:cubicBezTo>
                    <a:close/>
                  </a:path>
                </a:pathLst>
              </a:custGeom>
              <a:solidFill>
                <a:srgbClr val="00AC8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</p:grpSp>
      <p:sp>
        <p:nvSpPr>
          <p:cNvPr id="21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35109" y="371400"/>
            <a:ext cx="10809071" cy="849249"/>
          </a:xfrm>
        </p:spPr>
        <p:txBody>
          <a:bodyPr/>
          <a:lstStyle>
            <a:lvl1pPr>
              <a:defRPr sz="2547">
                <a:solidFill>
                  <a:srgbClr val="262626"/>
                </a:solidFill>
              </a:defRPr>
            </a:lvl1pPr>
          </a:lstStyle>
          <a:p>
            <a:r>
              <a:rPr lang="fr-FR" dirty="0"/>
              <a:t>Titre de la diapositive</a:t>
            </a:r>
          </a:p>
        </p:txBody>
      </p:sp>
    </p:spTree>
    <p:extLst>
      <p:ext uri="{BB962C8B-B14F-4D97-AF65-F5344CB8AC3E}">
        <p14:creationId xmlns:p14="http://schemas.microsoft.com/office/powerpoint/2010/main" val="70336351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cour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BA039719-59E1-499E-AE38-46FC3D06F2F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4460079-5C05-4907-83D0-F6C237D493D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SVEPM 2026   -   UNVEILING TEMPORAL AND REGIONAL FACTORS OF ANTIBIOTIC RESISTANCE   -   BAREILLE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72E177FF-2AD8-4CAF-A3FD-3CF7C14C521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D839141D-2A12-43BD-965E-1AFB5ACCCEC3}"/>
              </a:ext>
            </a:extLst>
          </p:cNvPr>
          <p:cNvGrpSpPr/>
          <p:nvPr userDrawn="1"/>
        </p:nvGrpSpPr>
        <p:grpSpPr>
          <a:xfrm>
            <a:off x="11337925" y="238141"/>
            <a:ext cx="365127" cy="507984"/>
            <a:chOff x="2724335" y="0"/>
            <a:chExt cx="3694565" cy="5140087"/>
          </a:xfrm>
        </p:grpSpPr>
        <p:grpSp>
          <p:nvGrpSpPr>
            <p:cNvPr id="28" name="Groupe 27">
              <a:extLst>
                <a:ext uri="{FF2B5EF4-FFF2-40B4-BE49-F238E27FC236}">
                  <a16:creationId xmlns:a16="http://schemas.microsoft.com/office/drawing/2014/main" id="{CD0A93DE-EBFB-4986-A4EA-7F8D18937CD7}"/>
                </a:ext>
              </a:extLst>
            </p:cNvPr>
            <p:cNvGrpSpPr/>
            <p:nvPr userDrawn="1"/>
          </p:nvGrpSpPr>
          <p:grpSpPr>
            <a:xfrm>
              <a:off x="2724335" y="4398358"/>
              <a:ext cx="3694565" cy="741729"/>
              <a:chOff x="2724335" y="4398358"/>
              <a:chExt cx="3694565" cy="741729"/>
            </a:xfrm>
          </p:grpSpPr>
          <p:sp>
            <p:nvSpPr>
              <p:cNvPr id="35" name="Forme libre : forme 34">
                <a:extLst>
                  <a:ext uri="{FF2B5EF4-FFF2-40B4-BE49-F238E27FC236}">
                    <a16:creationId xmlns:a16="http://schemas.microsoft.com/office/drawing/2014/main" id="{C293E0C5-6117-4F1F-A38B-DC8D3CF89800}"/>
                  </a:ext>
                </a:extLst>
              </p:cNvPr>
              <p:cNvSpPr/>
              <p:nvPr/>
            </p:nvSpPr>
            <p:spPr>
              <a:xfrm>
                <a:off x="3554785" y="4412423"/>
                <a:ext cx="659499" cy="722420"/>
              </a:xfrm>
              <a:custGeom>
                <a:avLst/>
                <a:gdLst>
                  <a:gd name="connsiteX0" fmla="*/ 391256 w 659499"/>
                  <a:gd name="connsiteY0" fmla="*/ 0 h 722420"/>
                  <a:gd name="connsiteX1" fmla="*/ 139990 w 659499"/>
                  <a:gd name="connsiteY1" fmla="*/ 100540 h 722420"/>
                  <a:gd name="connsiteX2" fmla="*/ 139990 w 659499"/>
                  <a:gd name="connsiteY2" fmla="*/ 0 h 722420"/>
                  <a:gd name="connsiteX3" fmla="*/ 0 w 659499"/>
                  <a:gd name="connsiteY3" fmla="*/ 0 h 722420"/>
                  <a:gd name="connsiteX4" fmla="*/ 0 w 659499"/>
                  <a:gd name="connsiteY4" fmla="*/ 722421 h 722420"/>
                  <a:gd name="connsiteX5" fmla="*/ 140073 w 659499"/>
                  <a:gd name="connsiteY5" fmla="*/ 722421 h 722420"/>
                  <a:gd name="connsiteX6" fmla="*/ 140073 w 659499"/>
                  <a:gd name="connsiteY6" fmla="*/ 283142 h 722420"/>
                  <a:gd name="connsiteX7" fmla="*/ 366037 w 659499"/>
                  <a:gd name="connsiteY7" fmla="*/ 115438 h 722420"/>
                  <a:gd name="connsiteX8" fmla="*/ 518928 w 659499"/>
                  <a:gd name="connsiteY8" fmla="*/ 243442 h 722420"/>
                  <a:gd name="connsiteX9" fmla="*/ 519427 w 659499"/>
                  <a:gd name="connsiteY9" fmla="*/ 243442 h 722420"/>
                  <a:gd name="connsiteX10" fmla="*/ 519427 w 659499"/>
                  <a:gd name="connsiteY10" fmla="*/ 722421 h 722420"/>
                  <a:gd name="connsiteX11" fmla="*/ 659500 w 659499"/>
                  <a:gd name="connsiteY11" fmla="*/ 722421 h 722420"/>
                  <a:gd name="connsiteX12" fmla="*/ 659500 w 659499"/>
                  <a:gd name="connsiteY12" fmla="*/ 243442 h 722420"/>
                  <a:gd name="connsiteX13" fmla="*/ 391256 w 659499"/>
                  <a:gd name="connsiteY13" fmla="*/ 0 h 722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59499" h="722420">
                    <a:moveTo>
                      <a:pt x="391256" y="0"/>
                    </a:moveTo>
                    <a:cubicBezTo>
                      <a:pt x="218141" y="0"/>
                      <a:pt x="141488" y="98626"/>
                      <a:pt x="139990" y="100540"/>
                    </a:cubicBezTo>
                    <a:lnTo>
                      <a:pt x="139990" y="0"/>
                    </a:lnTo>
                    <a:lnTo>
                      <a:pt x="0" y="0"/>
                    </a:lnTo>
                    <a:lnTo>
                      <a:pt x="0" y="722421"/>
                    </a:lnTo>
                    <a:lnTo>
                      <a:pt x="140073" y="722421"/>
                    </a:lnTo>
                    <a:lnTo>
                      <a:pt x="140073" y="283142"/>
                    </a:lnTo>
                    <a:cubicBezTo>
                      <a:pt x="143069" y="177026"/>
                      <a:pt x="276567" y="115438"/>
                      <a:pt x="366037" y="115438"/>
                    </a:cubicBezTo>
                    <a:cubicBezTo>
                      <a:pt x="432870" y="115438"/>
                      <a:pt x="518928" y="161213"/>
                      <a:pt x="518928" y="243442"/>
                    </a:cubicBezTo>
                    <a:lnTo>
                      <a:pt x="519427" y="243442"/>
                    </a:lnTo>
                    <a:lnTo>
                      <a:pt x="519427" y="722421"/>
                    </a:lnTo>
                    <a:lnTo>
                      <a:pt x="659500" y="722421"/>
                    </a:lnTo>
                    <a:lnTo>
                      <a:pt x="659500" y="243442"/>
                    </a:lnTo>
                    <a:cubicBezTo>
                      <a:pt x="659417" y="80981"/>
                      <a:pt x="538986" y="0"/>
                      <a:pt x="391256" y="0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6" name="Forme libre : forme 35">
                <a:extLst>
                  <a:ext uri="{FF2B5EF4-FFF2-40B4-BE49-F238E27FC236}">
                    <a16:creationId xmlns:a16="http://schemas.microsoft.com/office/drawing/2014/main" id="{4E707777-18DA-470E-8544-86B82A204996}"/>
                  </a:ext>
                </a:extLst>
              </p:cNvPr>
              <p:cNvSpPr/>
              <p:nvPr/>
            </p:nvSpPr>
            <p:spPr>
              <a:xfrm>
                <a:off x="5832180" y="4401770"/>
                <a:ext cx="586720" cy="736485"/>
              </a:xfrm>
              <a:custGeom>
                <a:avLst/>
                <a:gdLst>
                  <a:gd name="connsiteX0" fmla="*/ 363684 w 586720"/>
                  <a:gd name="connsiteY0" fmla="*/ 304532 h 736485"/>
                  <a:gd name="connsiteX1" fmla="*/ 363684 w 586720"/>
                  <a:gd name="connsiteY1" fmla="*/ 304365 h 736485"/>
                  <a:gd name="connsiteX2" fmla="*/ 237760 w 586720"/>
                  <a:gd name="connsiteY2" fmla="*/ 304365 h 736485"/>
                  <a:gd name="connsiteX3" fmla="*/ 133309 w 586720"/>
                  <a:gd name="connsiteY3" fmla="*/ 212565 h 736485"/>
                  <a:gd name="connsiteX4" fmla="*/ 284285 w 586720"/>
                  <a:gd name="connsiteY4" fmla="*/ 122512 h 736485"/>
                  <a:gd name="connsiteX5" fmla="*/ 503008 w 586720"/>
                  <a:gd name="connsiteY5" fmla="*/ 162128 h 736485"/>
                  <a:gd name="connsiteX6" fmla="*/ 551031 w 586720"/>
                  <a:gd name="connsiteY6" fmla="*/ 49188 h 736485"/>
                  <a:gd name="connsiteX7" fmla="*/ 298267 w 586720"/>
                  <a:gd name="connsiteY7" fmla="*/ 0 h 736485"/>
                  <a:gd name="connsiteX8" fmla="*/ 310 w 586720"/>
                  <a:gd name="connsiteY8" fmla="*/ 214313 h 736485"/>
                  <a:gd name="connsiteX9" fmla="*/ 223029 w 586720"/>
                  <a:gd name="connsiteY9" fmla="*/ 432037 h 736485"/>
                  <a:gd name="connsiteX10" fmla="*/ 223029 w 586720"/>
                  <a:gd name="connsiteY10" fmla="*/ 432204 h 736485"/>
                  <a:gd name="connsiteX11" fmla="*/ 348953 w 586720"/>
                  <a:gd name="connsiteY11" fmla="*/ 432204 h 736485"/>
                  <a:gd name="connsiteX12" fmla="*/ 453404 w 586720"/>
                  <a:gd name="connsiteY12" fmla="*/ 524005 h 736485"/>
                  <a:gd name="connsiteX13" fmla="*/ 302428 w 586720"/>
                  <a:gd name="connsiteY13" fmla="*/ 614057 h 736485"/>
                  <a:gd name="connsiteX14" fmla="*/ 59818 w 586720"/>
                  <a:gd name="connsiteY14" fmla="*/ 563704 h 736485"/>
                  <a:gd name="connsiteX15" fmla="*/ 12212 w 586720"/>
                  <a:gd name="connsiteY15" fmla="*/ 676062 h 736485"/>
                  <a:gd name="connsiteX16" fmla="*/ 288446 w 586720"/>
                  <a:gd name="connsiteY16" fmla="*/ 736486 h 736485"/>
                  <a:gd name="connsiteX17" fmla="*/ 586403 w 586720"/>
                  <a:gd name="connsiteY17" fmla="*/ 522173 h 736485"/>
                  <a:gd name="connsiteX18" fmla="*/ 363684 w 586720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20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8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8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477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7" name="Forme libre : forme 36">
                <a:extLst>
                  <a:ext uri="{FF2B5EF4-FFF2-40B4-BE49-F238E27FC236}">
                    <a16:creationId xmlns:a16="http://schemas.microsoft.com/office/drawing/2014/main" id="{AA931412-BFE0-468C-AAB4-DAC8C26F821C}"/>
                  </a:ext>
                </a:extLst>
              </p:cNvPr>
              <p:cNvSpPr/>
              <p:nvPr/>
            </p:nvSpPr>
            <p:spPr>
              <a:xfrm>
                <a:off x="5027341" y="4398358"/>
                <a:ext cx="698034" cy="741729"/>
              </a:xfrm>
              <a:custGeom>
                <a:avLst/>
                <a:gdLst>
                  <a:gd name="connsiteX0" fmla="*/ 355135 w 698034"/>
                  <a:gd name="connsiteY0" fmla="*/ 0 h 741729"/>
                  <a:gd name="connsiteX1" fmla="*/ 0 w 698034"/>
                  <a:gd name="connsiteY1" fmla="*/ 377856 h 741729"/>
                  <a:gd name="connsiteX2" fmla="*/ 387594 w 698034"/>
                  <a:gd name="connsiteY2" fmla="*/ 741730 h 741729"/>
                  <a:gd name="connsiteX3" fmla="*/ 662996 w 698034"/>
                  <a:gd name="connsiteY3" fmla="*/ 681306 h 741729"/>
                  <a:gd name="connsiteX4" fmla="*/ 611394 w 698034"/>
                  <a:gd name="connsiteY4" fmla="*/ 573609 h 741729"/>
                  <a:gd name="connsiteX5" fmla="*/ 383266 w 698034"/>
                  <a:gd name="connsiteY5" fmla="*/ 618386 h 741729"/>
                  <a:gd name="connsiteX6" fmla="*/ 145233 w 698034"/>
                  <a:gd name="connsiteY6" fmla="*/ 432121 h 741729"/>
                  <a:gd name="connsiteX7" fmla="*/ 556297 w 698034"/>
                  <a:gd name="connsiteY7" fmla="*/ 432121 h 741729"/>
                  <a:gd name="connsiteX8" fmla="*/ 698035 w 698034"/>
                  <a:gd name="connsiteY8" fmla="*/ 432121 h 741729"/>
                  <a:gd name="connsiteX9" fmla="*/ 698035 w 698034"/>
                  <a:gd name="connsiteY9" fmla="*/ 369200 h 741729"/>
                  <a:gd name="connsiteX10" fmla="*/ 355135 w 698034"/>
                  <a:gd name="connsiteY10" fmla="*/ 0 h 741729"/>
                  <a:gd name="connsiteX11" fmla="*/ 146981 w 698034"/>
                  <a:gd name="connsiteY11" fmla="*/ 316684 h 741729"/>
                  <a:gd name="connsiteX12" fmla="*/ 360378 w 698034"/>
                  <a:gd name="connsiteY12" fmla="*/ 119017 h 741729"/>
                  <a:gd name="connsiteX13" fmla="*/ 554549 w 698034"/>
                  <a:gd name="connsiteY13" fmla="*/ 316684 h 741729"/>
                  <a:gd name="connsiteX14" fmla="*/ 146981 w 698034"/>
                  <a:gd name="connsiteY14" fmla="*/ 316684 h 741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8034" h="741729">
                    <a:moveTo>
                      <a:pt x="355135" y="0"/>
                    </a:moveTo>
                    <a:cubicBezTo>
                      <a:pt x="152224" y="0"/>
                      <a:pt x="0" y="117185"/>
                      <a:pt x="0" y="377856"/>
                    </a:cubicBezTo>
                    <a:cubicBezTo>
                      <a:pt x="0" y="638443"/>
                      <a:pt x="191924" y="741730"/>
                      <a:pt x="387594" y="741730"/>
                    </a:cubicBezTo>
                    <a:cubicBezTo>
                      <a:pt x="568199" y="741730"/>
                      <a:pt x="662996" y="681306"/>
                      <a:pt x="662996" y="681306"/>
                    </a:cubicBezTo>
                    <a:lnTo>
                      <a:pt x="611394" y="573609"/>
                    </a:lnTo>
                    <a:cubicBezTo>
                      <a:pt x="611394" y="573609"/>
                      <a:pt x="541482" y="618386"/>
                      <a:pt x="383266" y="618386"/>
                    </a:cubicBezTo>
                    <a:cubicBezTo>
                      <a:pt x="276234" y="618386"/>
                      <a:pt x="160963" y="586010"/>
                      <a:pt x="145233" y="432121"/>
                    </a:cubicBezTo>
                    <a:lnTo>
                      <a:pt x="556297" y="432121"/>
                    </a:lnTo>
                    <a:lnTo>
                      <a:pt x="698035" y="432121"/>
                    </a:lnTo>
                    <a:lnTo>
                      <a:pt x="698035" y="369200"/>
                    </a:lnTo>
                    <a:cubicBezTo>
                      <a:pt x="698035" y="131251"/>
                      <a:pt x="587757" y="0"/>
                      <a:pt x="355135" y="0"/>
                    </a:cubicBezTo>
                    <a:close/>
                    <a:moveTo>
                      <a:pt x="146981" y="316684"/>
                    </a:moveTo>
                    <a:cubicBezTo>
                      <a:pt x="162711" y="164459"/>
                      <a:pt x="241445" y="119017"/>
                      <a:pt x="360378" y="119017"/>
                    </a:cubicBezTo>
                    <a:cubicBezTo>
                      <a:pt x="488050" y="119017"/>
                      <a:pt x="545810" y="180272"/>
                      <a:pt x="554549" y="316684"/>
                    </a:cubicBezTo>
                    <a:lnTo>
                      <a:pt x="146981" y="316684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8" name="Forme libre : forme 37">
                <a:extLst>
                  <a:ext uri="{FF2B5EF4-FFF2-40B4-BE49-F238E27FC236}">
                    <a16:creationId xmlns:a16="http://schemas.microsoft.com/office/drawing/2014/main" id="{46479C13-EE3B-4BD6-82FD-2CF84A6EE778}"/>
                  </a:ext>
                </a:extLst>
              </p:cNvPr>
              <p:cNvSpPr/>
              <p:nvPr/>
            </p:nvSpPr>
            <p:spPr>
              <a:xfrm>
                <a:off x="4342812" y="4401770"/>
                <a:ext cx="586713" cy="736485"/>
              </a:xfrm>
              <a:custGeom>
                <a:avLst/>
                <a:gdLst>
                  <a:gd name="connsiteX0" fmla="*/ 363684 w 586713"/>
                  <a:gd name="connsiteY0" fmla="*/ 304532 h 736485"/>
                  <a:gd name="connsiteX1" fmla="*/ 363684 w 586713"/>
                  <a:gd name="connsiteY1" fmla="*/ 304365 h 736485"/>
                  <a:gd name="connsiteX2" fmla="*/ 237760 w 586713"/>
                  <a:gd name="connsiteY2" fmla="*/ 304365 h 736485"/>
                  <a:gd name="connsiteX3" fmla="*/ 133309 w 586713"/>
                  <a:gd name="connsiteY3" fmla="*/ 212565 h 736485"/>
                  <a:gd name="connsiteX4" fmla="*/ 284285 w 586713"/>
                  <a:gd name="connsiteY4" fmla="*/ 122512 h 736485"/>
                  <a:gd name="connsiteX5" fmla="*/ 503008 w 586713"/>
                  <a:gd name="connsiteY5" fmla="*/ 162128 h 736485"/>
                  <a:gd name="connsiteX6" fmla="*/ 551031 w 586713"/>
                  <a:gd name="connsiteY6" fmla="*/ 49188 h 736485"/>
                  <a:gd name="connsiteX7" fmla="*/ 298267 w 586713"/>
                  <a:gd name="connsiteY7" fmla="*/ 0 h 736485"/>
                  <a:gd name="connsiteX8" fmla="*/ 310 w 586713"/>
                  <a:gd name="connsiteY8" fmla="*/ 214313 h 736485"/>
                  <a:gd name="connsiteX9" fmla="*/ 223029 w 586713"/>
                  <a:gd name="connsiteY9" fmla="*/ 432037 h 736485"/>
                  <a:gd name="connsiteX10" fmla="*/ 223029 w 586713"/>
                  <a:gd name="connsiteY10" fmla="*/ 432204 h 736485"/>
                  <a:gd name="connsiteX11" fmla="*/ 348953 w 586713"/>
                  <a:gd name="connsiteY11" fmla="*/ 432204 h 736485"/>
                  <a:gd name="connsiteX12" fmla="*/ 453404 w 586713"/>
                  <a:gd name="connsiteY12" fmla="*/ 524005 h 736485"/>
                  <a:gd name="connsiteX13" fmla="*/ 302429 w 586713"/>
                  <a:gd name="connsiteY13" fmla="*/ 614057 h 736485"/>
                  <a:gd name="connsiteX14" fmla="*/ 59818 w 586713"/>
                  <a:gd name="connsiteY14" fmla="*/ 563704 h 736485"/>
                  <a:gd name="connsiteX15" fmla="*/ 12212 w 586713"/>
                  <a:gd name="connsiteY15" fmla="*/ 676062 h 736485"/>
                  <a:gd name="connsiteX16" fmla="*/ 288446 w 586713"/>
                  <a:gd name="connsiteY16" fmla="*/ 736486 h 736485"/>
                  <a:gd name="connsiteX17" fmla="*/ 586403 w 586713"/>
                  <a:gd name="connsiteY17" fmla="*/ 522173 h 736485"/>
                  <a:gd name="connsiteX18" fmla="*/ 363684 w 586713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13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9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9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394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9" name="Forme libre : forme 38">
                <a:extLst>
                  <a:ext uri="{FF2B5EF4-FFF2-40B4-BE49-F238E27FC236}">
                    <a16:creationId xmlns:a16="http://schemas.microsoft.com/office/drawing/2014/main" id="{55C86DF5-F03A-4F69-B538-9C9E3D12D49A}"/>
                  </a:ext>
                </a:extLst>
              </p:cNvPr>
              <p:cNvSpPr/>
              <p:nvPr/>
            </p:nvSpPr>
            <p:spPr>
              <a:xfrm>
                <a:off x="2724335" y="4403352"/>
                <a:ext cx="669903" cy="732990"/>
              </a:xfrm>
              <a:custGeom>
                <a:avLst/>
                <a:gdLst>
                  <a:gd name="connsiteX0" fmla="*/ 333079 w 669903"/>
                  <a:gd name="connsiteY0" fmla="*/ 0 h 732990"/>
                  <a:gd name="connsiteX1" fmla="*/ 58509 w 669903"/>
                  <a:gd name="connsiteY1" fmla="*/ 45026 h 732990"/>
                  <a:gd name="connsiteX2" fmla="*/ 113856 w 669903"/>
                  <a:gd name="connsiteY2" fmla="*/ 157884 h 732990"/>
                  <a:gd name="connsiteX3" fmla="*/ 348976 w 669903"/>
                  <a:gd name="connsiteY3" fmla="*/ 122429 h 732990"/>
                  <a:gd name="connsiteX4" fmla="*/ 530080 w 669903"/>
                  <a:gd name="connsiteY4" fmla="*/ 253929 h 732990"/>
                  <a:gd name="connsiteX5" fmla="*/ 530080 w 669903"/>
                  <a:gd name="connsiteY5" fmla="*/ 297374 h 732990"/>
                  <a:gd name="connsiteX6" fmla="*/ 253596 w 669903"/>
                  <a:gd name="connsiteY6" fmla="*/ 297374 h 732990"/>
                  <a:gd name="connsiteX7" fmla="*/ 0 w 669903"/>
                  <a:gd name="connsiteY7" fmla="*/ 514267 h 732990"/>
                  <a:gd name="connsiteX8" fmla="*/ 273571 w 669903"/>
                  <a:gd name="connsiteY8" fmla="*/ 732990 h 732990"/>
                  <a:gd name="connsiteX9" fmla="*/ 529997 w 669903"/>
                  <a:gd name="connsiteY9" fmla="*/ 632284 h 732990"/>
                  <a:gd name="connsiteX10" fmla="*/ 529997 w 669903"/>
                  <a:gd name="connsiteY10" fmla="*/ 732990 h 732990"/>
                  <a:gd name="connsiteX11" fmla="*/ 669903 w 669903"/>
                  <a:gd name="connsiteY11" fmla="*/ 732990 h 732990"/>
                  <a:gd name="connsiteX12" fmla="*/ 669903 w 669903"/>
                  <a:gd name="connsiteY12" fmla="*/ 214313 h 732990"/>
                  <a:gd name="connsiteX13" fmla="*/ 333079 w 669903"/>
                  <a:gd name="connsiteY13" fmla="*/ 0 h 732990"/>
                  <a:gd name="connsiteX14" fmla="*/ 529997 w 669903"/>
                  <a:gd name="connsiteY14" fmla="*/ 446269 h 732990"/>
                  <a:gd name="connsiteX15" fmla="*/ 299288 w 669903"/>
                  <a:gd name="connsiteY15" fmla="*/ 617553 h 732990"/>
                  <a:gd name="connsiteX16" fmla="*/ 143319 w 669903"/>
                  <a:gd name="connsiteY16" fmla="*/ 512602 h 732990"/>
                  <a:gd name="connsiteX17" fmla="*/ 262335 w 669903"/>
                  <a:gd name="connsiteY17" fmla="*/ 407651 h 732990"/>
                  <a:gd name="connsiteX18" fmla="*/ 529997 w 669903"/>
                  <a:gd name="connsiteY18" fmla="*/ 407651 h 732990"/>
                  <a:gd name="connsiteX19" fmla="*/ 529997 w 669903"/>
                  <a:gd name="connsiteY19" fmla="*/ 446269 h 732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69903" h="732990">
                    <a:moveTo>
                      <a:pt x="333079" y="0"/>
                    </a:moveTo>
                    <a:cubicBezTo>
                      <a:pt x="204741" y="0"/>
                      <a:pt x="108197" y="27132"/>
                      <a:pt x="58509" y="45026"/>
                    </a:cubicBezTo>
                    <a:lnTo>
                      <a:pt x="113856" y="157884"/>
                    </a:lnTo>
                    <a:cubicBezTo>
                      <a:pt x="159132" y="143069"/>
                      <a:pt x="241278" y="122429"/>
                      <a:pt x="348976" y="122429"/>
                    </a:cubicBezTo>
                    <a:cubicBezTo>
                      <a:pt x="432037" y="122429"/>
                      <a:pt x="530080" y="145067"/>
                      <a:pt x="530080" y="253929"/>
                    </a:cubicBezTo>
                    <a:cubicBezTo>
                      <a:pt x="530080" y="253929"/>
                      <a:pt x="529914" y="293712"/>
                      <a:pt x="530080" y="297374"/>
                    </a:cubicBezTo>
                    <a:lnTo>
                      <a:pt x="253596" y="297374"/>
                    </a:lnTo>
                    <a:cubicBezTo>
                      <a:pt x="113690" y="297374"/>
                      <a:pt x="0" y="346396"/>
                      <a:pt x="0" y="514267"/>
                    </a:cubicBezTo>
                    <a:cubicBezTo>
                      <a:pt x="0" y="664411"/>
                      <a:pt x="122928" y="732990"/>
                      <a:pt x="273571" y="732990"/>
                    </a:cubicBezTo>
                    <a:cubicBezTo>
                      <a:pt x="451929" y="732990"/>
                      <a:pt x="529997" y="632284"/>
                      <a:pt x="529997" y="632284"/>
                    </a:cubicBezTo>
                    <a:lnTo>
                      <a:pt x="529997" y="732990"/>
                    </a:lnTo>
                    <a:lnTo>
                      <a:pt x="669903" y="732990"/>
                    </a:lnTo>
                    <a:lnTo>
                      <a:pt x="669903" y="214313"/>
                    </a:lnTo>
                    <a:cubicBezTo>
                      <a:pt x="661830" y="48605"/>
                      <a:pt x="471488" y="0"/>
                      <a:pt x="333079" y="0"/>
                    </a:cubicBezTo>
                    <a:close/>
                    <a:moveTo>
                      <a:pt x="529997" y="446269"/>
                    </a:moveTo>
                    <a:cubicBezTo>
                      <a:pt x="529997" y="554633"/>
                      <a:pt x="391672" y="617553"/>
                      <a:pt x="299288" y="617553"/>
                    </a:cubicBezTo>
                    <a:cubicBezTo>
                      <a:pt x="231125" y="617553"/>
                      <a:pt x="143319" y="594749"/>
                      <a:pt x="143319" y="512602"/>
                    </a:cubicBezTo>
                    <a:cubicBezTo>
                      <a:pt x="143319" y="430373"/>
                      <a:pt x="190592" y="407651"/>
                      <a:pt x="262335" y="407651"/>
                    </a:cubicBezTo>
                    <a:lnTo>
                      <a:pt x="529997" y="407651"/>
                    </a:lnTo>
                    <a:lnTo>
                      <a:pt x="529997" y="446269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  <p:grpSp>
          <p:nvGrpSpPr>
            <p:cNvPr id="29" name="Groupe 28">
              <a:extLst>
                <a:ext uri="{FF2B5EF4-FFF2-40B4-BE49-F238E27FC236}">
                  <a16:creationId xmlns:a16="http://schemas.microsoft.com/office/drawing/2014/main" id="{3D15C3A9-D5ED-46AD-B105-728671E40E8E}"/>
                </a:ext>
              </a:extLst>
            </p:cNvPr>
            <p:cNvGrpSpPr/>
            <p:nvPr userDrawn="1"/>
          </p:nvGrpSpPr>
          <p:grpSpPr>
            <a:xfrm>
              <a:off x="2752472" y="0"/>
              <a:ext cx="3638377" cy="3631244"/>
              <a:chOff x="2752472" y="0"/>
              <a:chExt cx="3638377" cy="3631244"/>
            </a:xfrm>
          </p:grpSpPr>
          <p:sp>
            <p:nvSpPr>
              <p:cNvPr id="30" name="Forme libre : forme 29">
                <a:extLst>
                  <a:ext uri="{FF2B5EF4-FFF2-40B4-BE49-F238E27FC236}">
                    <a16:creationId xmlns:a16="http://schemas.microsoft.com/office/drawing/2014/main" id="{20FC994F-7484-4476-883E-735BC71E1E41}"/>
                  </a:ext>
                </a:extLst>
              </p:cNvPr>
              <p:cNvSpPr/>
              <p:nvPr/>
            </p:nvSpPr>
            <p:spPr>
              <a:xfrm>
                <a:off x="3627443" y="0"/>
                <a:ext cx="1911500" cy="962868"/>
              </a:xfrm>
              <a:custGeom>
                <a:avLst/>
                <a:gdLst>
                  <a:gd name="connsiteX0" fmla="*/ 1911501 w 1911500"/>
                  <a:gd name="connsiteY0" fmla="*/ 277816 h 962868"/>
                  <a:gd name="connsiteX1" fmla="*/ 958955 w 1911500"/>
                  <a:gd name="connsiteY1" fmla="*/ 0 h 962868"/>
                  <a:gd name="connsiteX2" fmla="*/ 0 w 1911500"/>
                  <a:gd name="connsiteY2" fmla="*/ 264499 h 962868"/>
                  <a:gd name="connsiteX3" fmla="*/ 956791 w 1911500"/>
                  <a:gd name="connsiteY3" fmla="*/ 962867 h 962868"/>
                  <a:gd name="connsiteX4" fmla="*/ 1911501 w 1911500"/>
                  <a:gd name="connsiteY4" fmla="*/ 277816 h 962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11500" h="962868">
                    <a:moveTo>
                      <a:pt x="1911501" y="277816"/>
                    </a:moveTo>
                    <a:cubicBezTo>
                      <a:pt x="1651163" y="110610"/>
                      <a:pt x="1308430" y="0"/>
                      <a:pt x="958955" y="0"/>
                    </a:cubicBezTo>
                    <a:cubicBezTo>
                      <a:pt x="634199" y="0"/>
                      <a:pt x="299621" y="79316"/>
                      <a:pt x="0" y="264499"/>
                    </a:cubicBezTo>
                    <a:cubicBezTo>
                      <a:pt x="0" y="264499"/>
                      <a:pt x="408317" y="961618"/>
                      <a:pt x="956791" y="962867"/>
                    </a:cubicBezTo>
                    <a:cubicBezTo>
                      <a:pt x="1505264" y="964115"/>
                      <a:pt x="1911501" y="277816"/>
                      <a:pt x="1911501" y="277816"/>
                    </a:cubicBezTo>
                    <a:close/>
                  </a:path>
                </a:pathLst>
              </a:custGeom>
              <a:solidFill>
                <a:srgbClr val="FFE80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1" name="Forme libre : forme 30">
                <a:extLst>
                  <a:ext uri="{FF2B5EF4-FFF2-40B4-BE49-F238E27FC236}">
                    <a16:creationId xmlns:a16="http://schemas.microsoft.com/office/drawing/2014/main" id="{3CA22ED6-1495-4E0E-B586-B3B64C1137CE}"/>
                  </a:ext>
                </a:extLst>
              </p:cNvPr>
              <p:cNvSpPr/>
              <p:nvPr/>
            </p:nvSpPr>
            <p:spPr>
              <a:xfrm>
                <a:off x="2752472" y="435699"/>
                <a:ext cx="1037602" cy="1816620"/>
              </a:xfrm>
              <a:custGeom>
                <a:avLst/>
                <a:gdLst>
                  <a:gd name="connsiteX0" fmla="*/ 638936 w 1037602"/>
                  <a:gd name="connsiteY0" fmla="*/ 0 h 1816620"/>
                  <a:gd name="connsiteX1" fmla="*/ 88964 w 1037602"/>
                  <a:gd name="connsiteY1" fmla="*/ 826040 h 1816620"/>
                  <a:gd name="connsiteX2" fmla="*/ 53675 w 1037602"/>
                  <a:gd name="connsiteY2" fmla="*/ 1816621 h 1816620"/>
                  <a:gd name="connsiteX3" fmla="*/ 1004058 w 1037602"/>
                  <a:gd name="connsiteY3" fmla="*/ 1125578 h 1816620"/>
                  <a:gd name="connsiteX4" fmla="*/ 638936 w 1037602"/>
                  <a:gd name="connsiteY4" fmla="*/ 0 h 1816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7602" h="1816620">
                    <a:moveTo>
                      <a:pt x="638936" y="0"/>
                    </a:moveTo>
                    <a:cubicBezTo>
                      <a:pt x="389085" y="210151"/>
                      <a:pt x="197660" y="493876"/>
                      <a:pt x="88964" y="826040"/>
                    </a:cubicBezTo>
                    <a:cubicBezTo>
                      <a:pt x="-19732" y="1158203"/>
                      <a:pt x="-25558" y="1487787"/>
                      <a:pt x="53675" y="1816621"/>
                    </a:cubicBezTo>
                    <a:cubicBezTo>
                      <a:pt x="53675" y="1816621"/>
                      <a:pt x="833440" y="1646919"/>
                      <a:pt x="1004058" y="1125578"/>
                    </a:cubicBezTo>
                    <a:cubicBezTo>
                      <a:pt x="1174675" y="604236"/>
                      <a:pt x="638936" y="0"/>
                      <a:pt x="638936" y="0"/>
                    </a:cubicBezTo>
                    <a:close/>
                  </a:path>
                </a:pathLst>
              </a:custGeom>
              <a:solidFill>
                <a:srgbClr val="FF994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2" name="Forme libre : forme 31">
                <a:extLst>
                  <a:ext uri="{FF2B5EF4-FFF2-40B4-BE49-F238E27FC236}">
                    <a16:creationId xmlns:a16="http://schemas.microsoft.com/office/drawing/2014/main" id="{1A912585-892A-484D-AC23-F343EFBF516D}"/>
                  </a:ext>
                </a:extLst>
              </p:cNvPr>
              <p:cNvSpPr/>
              <p:nvPr/>
            </p:nvSpPr>
            <p:spPr>
              <a:xfrm>
                <a:off x="2887295" y="2362027"/>
                <a:ext cx="1547103" cy="1269217"/>
              </a:xfrm>
              <a:custGeom>
                <a:avLst/>
                <a:gdLst>
                  <a:gd name="connsiteX0" fmla="*/ 0 w 1547103"/>
                  <a:gd name="connsiteY0" fmla="*/ 140976 h 1269217"/>
                  <a:gd name="connsiteX1" fmla="*/ 609064 w 1547103"/>
                  <a:gd name="connsiteY1" fmla="*/ 922489 h 1269217"/>
                  <a:gd name="connsiteX2" fmla="*/ 1541802 w 1547103"/>
                  <a:gd name="connsiteY2" fmla="*/ 1269217 h 1269217"/>
                  <a:gd name="connsiteX3" fmla="*/ 1176846 w 1547103"/>
                  <a:gd name="connsiteY3" fmla="*/ 144722 h 1269217"/>
                  <a:gd name="connsiteX4" fmla="*/ 0 w 1547103"/>
                  <a:gd name="connsiteY4" fmla="*/ 140976 h 1269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7103" h="1269217">
                    <a:moveTo>
                      <a:pt x="0" y="140976"/>
                    </a:moveTo>
                    <a:cubicBezTo>
                      <a:pt x="127755" y="449503"/>
                      <a:pt x="330998" y="715833"/>
                      <a:pt x="609064" y="922489"/>
                    </a:cubicBezTo>
                    <a:cubicBezTo>
                      <a:pt x="889543" y="1130976"/>
                      <a:pt x="1229030" y="1248660"/>
                      <a:pt x="1541802" y="1269217"/>
                    </a:cubicBezTo>
                    <a:cubicBezTo>
                      <a:pt x="1541802" y="1269217"/>
                      <a:pt x="1619870" y="468146"/>
                      <a:pt x="1176846" y="144722"/>
                    </a:cubicBezTo>
                    <a:cubicBezTo>
                      <a:pt x="733823" y="-178703"/>
                      <a:pt x="0" y="140976"/>
                      <a:pt x="0" y="140976"/>
                    </a:cubicBezTo>
                    <a:close/>
                  </a:path>
                </a:pathLst>
              </a:custGeom>
              <a:solidFill>
                <a:srgbClr val="E1000F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3" name="Forme libre : forme 32">
                <a:extLst>
                  <a:ext uri="{FF2B5EF4-FFF2-40B4-BE49-F238E27FC236}">
                    <a16:creationId xmlns:a16="http://schemas.microsoft.com/office/drawing/2014/main" id="{5B692C3C-082C-4FC6-B8F1-D9A13E759C3D}"/>
                  </a:ext>
                </a:extLst>
              </p:cNvPr>
              <p:cNvSpPr/>
              <p:nvPr/>
            </p:nvSpPr>
            <p:spPr>
              <a:xfrm>
                <a:off x="4718054" y="2358044"/>
                <a:ext cx="1543227" cy="1272450"/>
              </a:xfrm>
              <a:custGeom>
                <a:avLst/>
                <a:gdLst>
                  <a:gd name="connsiteX0" fmla="*/ 7086 w 1543227"/>
                  <a:gd name="connsiteY0" fmla="*/ 1272451 h 1272450"/>
                  <a:gd name="connsiteX1" fmla="*/ 933915 w 1543227"/>
                  <a:gd name="connsiteY1" fmla="*/ 921977 h 1272450"/>
                  <a:gd name="connsiteX2" fmla="*/ 1543228 w 1543227"/>
                  <a:gd name="connsiteY2" fmla="*/ 135637 h 1272450"/>
                  <a:gd name="connsiteX3" fmla="*/ 359973 w 1543227"/>
                  <a:gd name="connsiteY3" fmla="*/ 148787 h 1272450"/>
                  <a:gd name="connsiteX4" fmla="*/ 7086 w 1543227"/>
                  <a:gd name="connsiteY4" fmla="*/ 1272451 h 127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3227" h="1272450">
                    <a:moveTo>
                      <a:pt x="7086" y="1272451"/>
                    </a:moveTo>
                    <a:cubicBezTo>
                      <a:pt x="357560" y="1237412"/>
                      <a:pt x="650856" y="1126885"/>
                      <a:pt x="933915" y="921977"/>
                    </a:cubicBezTo>
                    <a:cubicBezTo>
                      <a:pt x="1207902" y="723644"/>
                      <a:pt x="1416388" y="443082"/>
                      <a:pt x="1543228" y="135637"/>
                    </a:cubicBezTo>
                    <a:cubicBezTo>
                      <a:pt x="1543228" y="135637"/>
                      <a:pt x="800417" y="-178133"/>
                      <a:pt x="359973" y="148787"/>
                    </a:cubicBezTo>
                    <a:cubicBezTo>
                      <a:pt x="-80470" y="475708"/>
                      <a:pt x="7086" y="1272451"/>
                      <a:pt x="7086" y="1272451"/>
                    </a:cubicBezTo>
                    <a:close/>
                  </a:path>
                </a:pathLst>
              </a:custGeom>
              <a:solidFill>
                <a:srgbClr val="5770BE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4" name="Forme libre : forme 33">
                <a:extLst>
                  <a:ext uri="{FF2B5EF4-FFF2-40B4-BE49-F238E27FC236}">
                    <a16:creationId xmlns:a16="http://schemas.microsoft.com/office/drawing/2014/main" id="{5022E2A3-8DCC-4C7F-8702-3E6FE1C3F29B}"/>
                  </a:ext>
                </a:extLst>
              </p:cNvPr>
              <p:cNvSpPr/>
              <p:nvPr/>
            </p:nvSpPr>
            <p:spPr>
              <a:xfrm>
                <a:off x="5355803" y="439111"/>
                <a:ext cx="1035046" cy="1817120"/>
              </a:xfrm>
              <a:custGeom>
                <a:avLst/>
                <a:gdLst>
                  <a:gd name="connsiteX0" fmla="*/ 982049 w 1035046"/>
                  <a:gd name="connsiteY0" fmla="*/ 1817120 h 1817120"/>
                  <a:gd name="connsiteX1" fmla="*/ 949090 w 1035046"/>
                  <a:gd name="connsiteY1" fmla="*/ 825207 h 1817120"/>
                  <a:gd name="connsiteX2" fmla="*/ 401615 w 1035046"/>
                  <a:gd name="connsiteY2" fmla="*/ 0 h 1817120"/>
                  <a:gd name="connsiteX3" fmla="*/ 32665 w 1035046"/>
                  <a:gd name="connsiteY3" fmla="*/ 1120667 h 1817120"/>
                  <a:gd name="connsiteX4" fmla="*/ 982049 w 1035046"/>
                  <a:gd name="connsiteY4" fmla="*/ 1817120 h 1817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5046" h="1817120">
                    <a:moveTo>
                      <a:pt x="982049" y="1817120"/>
                    </a:moveTo>
                    <a:cubicBezTo>
                      <a:pt x="1058369" y="1502268"/>
                      <a:pt x="1056371" y="1157787"/>
                      <a:pt x="949090" y="825207"/>
                    </a:cubicBezTo>
                    <a:cubicBezTo>
                      <a:pt x="841809" y="492627"/>
                      <a:pt x="649718" y="217642"/>
                      <a:pt x="401615" y="0"/>
                    </a:cubicBezTo>
                    <a:cubicBezTo>
                      <a:pt x="401615" y="0"/>
                      <a:pt x="-135706" y="598660"/>
                      <a:pt x="32665" y="1120667"/>
                    </a:cubicBezTo>
                    <a:cubicBezTo>
                      <a:pt x="200952" y="1642674"/>
                      <a:pt x="982049" y="1817120"/>
                      <a:pt x="982049" y="1817120"/>
                    </a:cubicBezTo>
                    <a:close/>
                  </a:path>
                </a:pathLst>
              </a:custGeom>
              <a:solidFill>
                <a:srgbClr val="00AC8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1614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1C4412E-1A2B-44B3-9B57-31C1BB25A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C78512F-7499-4A58-A6BA-57867A97E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A97EAE5-2886-4DAC-A7B1-3CF099558F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DFF76-4B2F-44E8-8C77-D53050114780}" type="datetimeFigureOut">
              <a:rPr lang="fr-FR" smtClean="0"/>
              <a:t>26/08/2026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2532B03-63FA-449E-A45E-815238FC85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91CAF1-2727-428D-BA84-E1EC5012B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ECE96-96DF-45E1-9E60-9CE54609EC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210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479999" y="1200000"/>
            <a:ext cx="11232000" cy="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1. Titre de partie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479999" y="2448000"/>
            <a:ext cx="11232000" cy="343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  <a:p>
            <a:pPr lvl="3"/>
            <a:r>
              <a:rPr lang="fr-FR" noProof="0" dirty="0"/>
              <a:t>Texte de niveau 4</a:t>
            </a:r>
          </a:p>
          <a:p>
            <a:pPr lvl="4"/>
            <a:r>
              <a:rPr lang="fr-FR" noProof="0" dirty="0"/>
              <a:t>Texte de niveau 5</a:t>
            </a:r>
          </a:p>
        </p:txBody>
      </p:sp>
      <p:sp>
        <p:nvSpPr>
          <p:cNvPr id="49" name="Espace réservé du numéro de diapositive 7">
            <a:extLst>
              <a:ext uri="{FF2B5EF4-FFF2-40B4-BE49-F238E27FC236}">
                <a16:creationId xmlns:a16="http://schemas.microsoft.com/office/drawing/2014/main" id="{61BB31C8-B8DD-4E0E-A877-46E83C2610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8452755" y="6212901"/>
            <a:ext cx="1800000" cy="246221"/>
          </a:xfrm>
          <a:prstGeom prst="rect">
            <a:avLst/>
          </a:prstGeom>
        </p:spPr>
        <p:txBody>
          <a:bodyPr anchor="t">
            <a:spAutoFit/>
          </a:bodyPr>
          <a:lstStyle>
            <a:lvl1pPr algn="r">
              <a:defRPr sz="1000" b="0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52" name="Espace réservé du pied de page 4">
            <a:extLst>
              <a:ext uri="{FF2B5EF4-FFF2-40B4-BE49-F238E27FC236}">
                <a16:creationId xmlns:a16="http://schemas.microsoft.com/office/drawing/2014/main" id="{0D938FD0-499A-4C4D-8BFF-68F0058C35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7241" y="6213309"/>
            <a:ext cx="4114800" cy="2821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27" b="1" cap="none" spc="-13" baseline="0">
                <a:solidFill>
                  <a:schemeClr val="tx1"/>
                </a:solidFill>
              </a:defRPr>
            </a:lvl1pPr>
          </a:lstStyle>
          <a:p>
            <a:r>
              <a:rPr lang="fr-FR"/>
              <a:t>Titre de la présentation sur une seule ligne</a:t>
            </a:r>
            <a:endParaRPr lang="fr-FR" dirty="0"/>
          </a:p>
        </p:txBody>
      </p:sp>
      <p:sp>
        <p:nvSpPr>
          <p:cNvPr id="22" name="Espace réservé de la date 1">
            <a:extLst>
              <a:ext uri="{FF2B5EF4-FFF2-40B4-BE49-F238E27FC236}">
                <a16:creationId xmlns:a16="http://schemas.microsoft.com/office/drawing/2014/main" id="{432F5AB4-B213-42ED-9F78-9A5A430019A5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266300" y="6212901"/>
            <a:ext cx="1560000" cy="28257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1000" b="1"/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</p:spTree>
    <p:extLst>
      <p:ext uri="{BB962C8B-B14F-4D97-AF65-F5344CB8AC3E}">
        <p14:creationId xmlns:p14="http://schemas.microsoft.com/office/powerpoint/2010/main" val="1793138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  <p:sldLayoutId id="2147483791" r:id="rId15"/>
    <p:sldLayoutId id="2147483792" r:id="rId16"/>
    <p:sldLayoutId id="2147483793" r:id="rId17"/>
  </p:sldLayoutIdLst>
  <p:hf hdr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3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0"/>
        </a:spcBef>
        <a:spcAft>
          <a:spcPts val="667"/>
        </a:spcAft>
        <a:buFont typeface="Arial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335992" indent="-95998" algn="l" defTabSz="121917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itchFamily="34" charset="0"/>
        <a:buChar char="•"/>
        <a:defRPr sz="1267" kern="1200">
          <a:solidFill>
            <a:schemeClr val="tx1"/>
          </a:solidFill>
          <a:latin typeface="+mn-lt"/>
          <a:ea typeface="+mn-ea"/>
          <a:cs typeface="+mn-cs"/>
        </a:defRPr>
      </a:lvl2pPr>
      <a:lvl3pPr marL="575986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133" kern="1200">
          <a:solidFill>
            <a:schemeClr val="tx1"/>
          </a:solidFill>
          <a:latin typeface="+mn-lt"/>
          <a:ea typeface="+mn-ea"/>
          <a:cs typeface="+mn-cs"/>
        </a:defRPr>
      </a:lvl3pPr>
      <a:lvl4pPr marL="815980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03972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479999" y="1200000"/>
            <a:ext cx="11232000" cy="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1. Titre de partie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479999" y="2448000"/>
            <a:ext cx="11232000" cy="343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  <a:p>
            <a:pPr lvl="3"/>
            <a:r>
              <a:rPr lang="fr-FR" noProof="0" dirty="0"/>
              <a:t>Texte de niveau 4</a:t>
            </a:r>
          </a:p>
          <a:p>
            <a:pPr lvl="4"/>
            <a:r>
              <a:rPr lang="fr-FR" noProof="0" dirty="0"/>
              <a:t>Texte de niveau 5</a:t>
            </a:r>
          </a:p>
        </p:txBody>
      </p:sp>
      <p:sp>
        <p:nvSpPr>
          <p:cNvPr id="49" name="Espace réservé du numéro de diapositive 7">
            <a:extLst>
              <a:ext uri="{FF2B5EF4-FFF2-40B4-BE49-F238E27FC236}">
                <a16:creationId xmlns:a16="http://schemas.microsoft.com/office/drawing/2014/main" id="{61BB31C8-B8DD-4E0E-A877-46E83C2610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8452755" y="6212901"/>
            <a:ext cx="1800000" cy="246221"/>
          </a:xfrm>
          <a:prstGeom prst="rect">
            <a:avLst/>
          </a:prstGeom>
        </p:spPr>
        <p:txBody>
          <a:bodyPr anchor="t">
            <a:spAutoFit/>
          </a:bodyPr>
          <a:lstStyle>
            <a:lvl1pPr algn="r">
              <a:defRPr sz="1000" b="0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52" name="Espace réservé du pied de page 4">
            <a:extLst>
              <a:ext uri="{FF2B5EF4-FFF2-40B4-BE49-F238E27FC236}">
                <a16:creationId xmlns:a16="http://schemas.microsoft.com/office/drawing/2014/main" id="{0D938FD0-499A-4C4D-8BFF-68F0058C35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7241" y="6213309"/>
            <a:ext cx="4114800" cy="2821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27" b="1" cap="none" spc="-13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SVEPM 2026   -   UNVEILING TEMPORAL AND REGIONAL FACTORS OF ANTIBIOTIC RESISTANCE   -   BAREILLE</a:t>
            </a:r>
            <a:endParaRPr lang="fr-FR" dirty="0"/>
          </a:p>
        </p:txBody>
      </p:sp>
      <p:sp>
        <p:nvSpPr>
          <p:cNvPr id="22" name="Espace réservé de la date 1">
            <a:extLst>
              <a:ext uri="{FF2B5EF4-FFF2-40B4-BE49-F238E27FC236}">
                <a16:creationId xmlns:a16="http://schemas.microsoft.com/office/drawing/2014/main" id="{432F5AB4-B213-42ED-9F78-9A5A430019A5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266300" y="6212901"/>
            <a:ext cx="1560000" cy="28257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1000" b="1"/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</p:spTree>
    <p:extLst>
      <p:ext uri="{BB962C8B-B14F-4D97-AF65-F5344CB8AC3E}">
        <p14:creationId xmlns:p14="http://schemas.microsoft.com/office/powerpoint/2010/main" val="843992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  <p:sldLayoutId id="2147483803" r:id="rId9"/>
    <p:sldLayoutId id="2147483804" r:id="rId10"/>
    <p:sldLayoutId id="2147483805" r:id="rId11"/>
    <p:sldLayoutId id="2147483806" r:id="rId12"/>
    <p:sldLayoutId id="2147483807" r:id="rId13"/>
    <p:sldLayoutId id="2147483808" r:id="rId14"/>
    <p:sldLayoutId id="2147483809" r:id="rId15"/>
    <p:sldLayoutId id="2147483810" r:id="rId16"/>
    <p:sldLayoutId id="2147483811" r:id="rId17"/>
  </p:sldLayoutIdLst>
  <p:hf sldNum="0" hdr="0" ftr="0" dt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3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0"/>
        </a:spcBef>
        <a:spcAft>
          <a:spcPts val="667"/>
        </a:spcAft>
        <a:buFont typeface="Arial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335992" indent="-95998" algn="l" defTabSz="121917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itchFamily="34" charset="0"/>
        <a:buChar char="•"/>
        <a:defRPr sz="1267" kern="1200">
          <a:solidFill>
            <a:schemeClr val="tx1"/>
          </a:solidFill>
          <a:latin typeface="+mn-lt"/>
          <a:ea typeface="+mn-ea"/>
          <a:cs typeface="+mn-cs"/>
        </a:defRPr>
      </a:lvl2pPr>
      <a:lvl3pPr marL="575986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133" kern="1200">
          <a:solidFill>
            <a:schemeClr val="tx1"/>
          </a:solidFill>
          <a:latin typeface="+mn-lt"/>
          <a:ea typeface="+mn-ea"/>
          <a:cs typeface="+mn-cs"/>
        </a:defRPr>
      </a:lvl3pPr>
      <a:lvl4pPr marL="815980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03972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comments" Target="../comments/comment3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1.xml"/><Relationship Id="rId5" Type="http://schemas.openxmlformats.org/officeDocument/2006/relationships/comments" Target="../comments/comment4.xml"/><Relationship Id="rId4" Type="http://schemas.openxmlformats.org/officeDocument/2006/relationships/image" Target="../media/image27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1.xml"/><Relationship Id="rId4" Type="http://schemas.openxmlformats.org/officeDocument/2006/relationships/comments" Target="../comments/commen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1.xml"/><Relationship Id="rId4" Type="http://schemas.openxmlformats.org/officeDocument/2006/relationships/comments" Target="../comments/commen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2A1C119C-5B6C-4737-B20E-744EFDCDF095}"/>
              </a:ext>
            </a:extLst>
          </p:cNvPr>
          <p:cNvSpPr txBox="1"/>
          <p:nvPr/>
        </p:nvSpPr>
        <p:spPr>
          <a:xfrm>
            <a:off x="1634068" y="1790931"/>
            <a:ext cx="8602133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 err="1">
                <a:latin typeface="Arial" panose="020B0604020202020204" pitchFamily="34" charset="0"/>
                <a:cs typeface="Arial" panose="020B0604020202020204" pitchFamily="34" charset="0"/>
              </a:rPr>
              <a:t>Mixing</a:t>
            </a:r>
            <a:r>
              <a:rPr lang="fr-FR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4000" dirty="0" err="1">
                <a:latin typeface="Arial" panose="020B0604020202020204" pitchFamily="34" charset="0"/>
                <a:cs typeface="Arial" panose="020B0604020202020204" pitchFamily="34" charset="0"/>
              </a:rPr>
              <a:t>functional</a:t>
            </a:r>
            <a:r>
              <a:rPr lang="fr-FR" sz="40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fr-FR" sz="4000" dirty="0" err="1">
                <a:latin typeface="Arial" panose="020B0604020202020204" pitchFamily="34" charset="0"/>
                <a:cs typeface="Arial" panose="020B0604020202020204" pitchFamily="34" charset="0"/>
              </a:rPr>
              <a:t>multiblock</a:t>
            </a:r>
            <a:r>
              <a:rPr lang="fr-FR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4000" dirty="0" err="1">
                <a:latin typeface="Arial" panose="020B0604020202020204" pitchFamily="34" charset="0"/>
                <a:cs typeface="Arial" panose="020B0604020202020204" pitchFamily="34" charset="0"/>
              </a:rPr>
              <a:t>approaches</a:t>
            </a:r>
            <a:r>
              <a:rPr lang="fr-FR" sz="4000" dirty="0">
                <a:latin typeface="Arial" panose="020B0604020202020204" pitchFamily="34" charset="0"/>
                <a:cs typeface="Arial" panose="020B0604020202020204" pitchFamily="34" charset="0"/>
              </a:rPr>
              <a:t> to explore One </a:t>
            </a:r>
            <a:r>
              <a:rPr lang="fr-FR" sz="4000" dirty="0" err="1">
                <a:latin typeface="Arial" panose="020B0604020202020204" pitchFamily="34" charset="0"/>
                <a:cs typeface="Arial" panose="020B0604020202020204" pitchFamily="34" charset="0"/>
              </a:rPr>
              <a:t>Health</a:t>
            </a:r>
            <a:r>
              <a:rPr lang="fr-FR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4000" dirty="0" err="1">
                <a:latin typeface="Arial" panose="020B0604020202020204" pitchFamily="34" charset="0"/>
                <a:cs typeface="Arial" panose="020B0604020202020204" pitchFamily="34" charset="0"/>
              </a:rPr>
              <a:t>antimicrobial</a:t>
            </a:r>
            <a:r>
              <a:rPr lang="fr-FR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4000" dirty="0" err="1">
                <a:latin typeface="Arial" panose="020B0604020202020204" pitchFamily="34" charset="0"/>
                <a:cs typeface="Arial" panose="020B0604020202020204" pitchFamily="34" charset="0"/>
              </a:rPr>
              <a:t>resistance</a:t>
            </a:r>
            <a:r>
              <a:rPr lang="fr-FR" sz="4000" dirty="0">
                <a:latin typeface="Arial" panose="020B0604020202020204" pitchFamily="34" charset="0"/>
                <a:cs typeface="Arial" panose="020B0604020202020204" pitchFamily="34" charset="0"/>
              </a:rPr>
              <a:t> in France</a:t>
            </a:r>
          </a:p>
          <a:p>
            <a:pPr algn="just"/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32BB0E1-3BD7-4ACE-9B88-D88956580B57}"/>
              </a:ext>
            </a:extLst>
          </p:cNvPr>
          <p:cNvSpPr txBox="1"/>
          <p:nvPr/>
        </p:nvSpPr>
        <p:spPr>
          <a:xfrm>
            <a:off x="2099734" y="3860800"/>
            <a:ext cx="767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Gaspard </a:t>
            </a:r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Martet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, Stéphanie </a:t>
            </a:r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Bougeard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, Claire Chauvin</a:t>
            </a:r>
            <a:b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fr-F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Anses, Unité Epidémiologie, Santé et Bien-être (</a:t>
            </a:r>
            <a:r>
              <a:rPr lang="fr-FR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EpiSaBE</a:t>
            </a:r>
            <a:r>
              <a:rPr lang="fr-F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), Laboratoire de Ploufragan-Plouzané-Niort, France</a:t>
            </a:r>
            <a:br>
              <a:rPr lang="fr-F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gaspard.martet@anses.fr</a:t>
            </a:r>
          </a:p>
          <a:p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D61AC89D-C8C0-4ADD-B73E-2921D68BF7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5" y="101600"/>
            <a:ext cx="1789345" cy="1521832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62CAD7D6-947E-4BF8-8290-C4896009D516}"/>
              </a:ext>
            </a:extLst>
          </p:cNvPr>
          <p:cNvSpPr txBox="1"/>
          <p:nvPr/>
        </p:nvSpPr>
        <p:spPr>
          <a:xfrm>
            <a:off x="10659534" y="6333067"/>
            <a:ext cx="1371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15/07/2026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881335A3-0F69-475D-A751-D1EBE57C4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0101" y="117020"/>
            <a:ext cx="1280099" cy="142083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814F927E-F7DC-4C04-A21D-AAD0630930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2471" y="214214"/>
            <a:ext cx="1965325" cy="129660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520AC29F-CDA8-4CD3-8E4F-4E2AB23717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065" y="5327650"/>
            <a:ext cx="1428750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202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ED82FD38-7D6B-4DC8-9FB6-E36A2700E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999" y="984000"/>
            <a:ext cx="11232000" cy="5395200"/>
          </a:xfrm>
        </p:spPr>
        <p:txBody>
          <a:bodyPr/>
          <a:lstStyle/>
          <a:p>
            <a:r>
              <a:rPr lang="fr-FR" sz="5333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057916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1BD29D2-58CA-4EC7-8B43-6AC2C4A1C0AB}"/>
              </a:ext>
            </a:extLst>
          </p:cNvPr>
          <p:cNvSpPr/>
          <p:nvPr/>
        </p:nvSpPr>
        <p:spPr>
          <a:xfrm>
            <a:off x="0" y="3058088"/>
            <a:ext cx="12192000" cy="37999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F6AB0B-64D2-4CF1-8521-DD695DA07B7E}"/>
              </a:ext>
            </a:extLst>
          </p:cNvPr>
          <p:cNvSpPr/>
          <p:nvPr/>
        </p:nvSpPr>
        <p:spPr>
          <a:xfrm>
            <a:off x="0" y="0"/>
            <a:ext cx="12192000" cy="304401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D8B1B96-4344-41EC-BB3F-025E941480CE}"/>
              </a:ext>
            </a:extLst>
          </p:cNvPr>
          <p:cNvSpPr txBox="1"/>
          <p:nvPr/>
        </p:nvSpPr>
        <p:spPr>
          <a:xfrm>
            <a:off x="97008" y="-4146"/>
            <a:ext cx="56723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Scientific </a:t>
            </a:r>
            <a:r>
              <a:rPr lang="fr-FR" sz="2800" dirty="0" err="1"/>
              <a:t>context</a:t>
            </a:r>
            <a:endParaRPr lang="fr-FR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48FD304A-50C5-4B55-8CF4-401540D07A06}"/>
              </a:ext>
            </a:extLst>
          </p:cNvPr>
          <p:cNvGrpSpPr/>
          <p:nvPr/>
        </p:nvGrpSpPr>
        <p:grpSpPr>
          <a:xfrm>
            <a:off x="152761" y="720309"/>
            <a:ext cx="6886964" cy="1845106"/>
            <a:chOff x="664204" y="1117462"/>
            <a:chExt cx="6886964" cy="1845106"/>
          </a:xfrm>
        </p:grpSpPr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FBAA6594-8E17-49EB-A17C-4BC8A7333A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0150" y="1117462"/>
              <a:ext cx="1740048" cy="1185553"/>
            </a:xfrm>
            <a:prstGeom prst="rect">
              <a:avLst/>
            </a:prstGeom>
          </p:spPr>
        </p:pic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036669E2-910F-45EE-A32C-A312E717DC5A}"/>
                </a:ext>
              </a:extLst>
            </p:cNvPr>
            <p:cNvSpPr txBox="1"/>
            <p:nvPr/>
          </p:nvSpPr>
          <p:spPr>
            <a:xfrm>
              <a:off x="664204" y="2408570"/>
              <a:ext cx="182225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 err="1"/>
                <a:t>Antimicrobial</a:t>
              </a:r>
              <a:r>
                <a:rPr lang="fr-FR" sz="1000" dirty="0"/>
                <a:t> </a:t>
              </a:r>
              <a:r>
                <a:rPr lang="fr-FR" sz="1000" dirty="0" err="1"/>
                <a:t>resistance</a:t>
              </a:r>
              <a:r>
                <a:rPr lang="fr-FR" sz="1000" dirty="0"/>
                <a:t>: </a:t>
              </a:r>
              <a:r>
                <a:rPr lang="fr-FR" sz="1000" dirty="0" err="1"/>
                <a:t>forecast</a:t>
              </a:r>
              <a:r>
                <a:rPr lang="fr-FR" sz="1000" dirty="0"/>
                <a:t> of 10 million </a:t>
              </a:r>
              <a:r>
                <a:rPr lang="fr-FR" sz="1000" dirty="0" err="1"/>
                <a:t>deaths</a:t>
              </a:r>
              <a:r>
                <a:rPr lang="fr-FR" sz="1000" dirty="0"/>
                <a:t>/</a:t>
              </a:r>
              <a:r>
                <a:rPr lang="fr-FR" sz="1000" dirty="0" err="1"/>
                <a:t>year</a:t>
              </a:r>
              <a:r>
                <a:rPr lang="fr-FR" sz="1000" dirty="0"/>
                <a:t> by 2050</a:t>
              </a:r>
            </a:p>
          </p:txBody>
        </p:sp>
        <p:sp>
          <p:nvSpPr>
            <p:cNvPr id="11" name="Flèche : droite 10">
              <a:extLst>
                <a:ext uri="{FF2B5EF4-FFF2-40B4-BE49-F238E27FC236}">
                  <a16:creationId xmlns:a16="http://schemas.microsoft.com/office/drawing/2014/main" id="{937D2211-734F-44FC-A58B-9D4E76DAD6B4}"/>
                </a:ext>
              </a:extLst>
            </p:cNvPr>
            <p:cNvSpPr/>
            <p:nvPr/>
          </p:nvSpPr>
          <p:spPr>
            <a:xfrm>
              <a:off x="2892839" y="1655267"/>
              <a:ext cx="2286000" cy="581186"/>
            </a:xfrm>
            <a:prstGeom prst="righ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29DCC0B9-3A08-45BA-9481-BED0C7C933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54648" y="1168386"/>
              <a:ext cx="2111475" cy="1240184"/>
            </a:xfrm>
            <a:prstGeom prst="rect">
              <a:avLst/>
            </a:prstGeom>
          </p:spPr>
        </p:pic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73E5E830-5F11-4283-B30C-190B5316D90B}"/>
                </a:ext>
              </a:extLst>
            </p:cNvPr>
            <p:cNvSpPr txBox="1"/>
            <p:nvPr/>
          </p:nvSpPr>
          <p:spPr>
            <a:xfrm>
              <a:off x="5269601" y="2504250"/>
              <a:ext cx="2281567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 err="1"/>
                <a:t>Launched</a:t>
              </a:r>
              <a:r>
                <a:rPr lang="fr-FR" sz="1050" dirty="0"/>
                <a:t> </a:t>
              </a:r>
              <a:r>
                <a:rPr lang="fr-FR" sz="900" dirty="0"/>
                <a:t>in 2021: One-</a:t>
              </a:r>
              <a:r>
                <a:rPr lang="fr-FR" sz="900" dirty="0" err="1"/>
                <a:t>Health</a:t>
              </a:r>
              <a:r>
                <a:rPr lang="fr-FR" sz="900" dirty="0"/>
                <a:t> Meta Network </a:t>
              </a:r>
              <a:r>
                <a:rPr lang="fr-FR" sz="900" dirty="0" err="1"/>
                <a:t>with</a:t>
              </a:r>
              <a:r>
                <a:rPr lang="fr-FR" sz="900" dirty="0"/>
                <a:t> 42 </a:t>
              </a:r>
              <a:r>
                <a:rPr lang="fr-FR" sz="900" dirty="0" err="1"/>
                <a:t>academic</a:t>
              </a:r>
              <a:r>
                <a:rPr lang="fr-FR" sz="900" dirty="0"/>
                <a:t> </a:t>
              </a:r>
              <a:r>
                <a:rPr lang="fr-FR" sz="900" dirty="0" err="1"/>
                <a:t>partners</a:t>
              </a:r>
              <a:r>
                <a:rPr lang="fr-FR" sz="900" dirty="0"/>
                <a:t>  </a:t>
              </a:r>
              <a:endParaRPr lang="fr-FR" sz="1050" dirty="0"/>
            </a:p>
          </p:txBody>
        </p:sp>
      </p:grpSp>
      <p:grpSp>
        <p:nvGrpSpPr>
          <p:cNvPr id="2" name="Groupe 1">
            <a:extLst>
              <a:ext uri="{FF2B5EF4-FFF2-40B4-BE49-F238E27FC236}">
                <a16:creationId xmlns:a16="http://schemas.microsoft.com/office/drawing/2014/main" id="{DCC07026-1E06-4E9C-94DC-70C46DF21B1A}"/>
              </a:ext>
            </a:extLst>
          </p:cNvPr>
          <p:cNvGrpSpPr/>
          <p:nvPr/>
        </p:nvGrpSpPr>
        <p:grpSpPr>
          <a:xfrm>
            <a:off x="7770553" y="809771"/>
            <a:ext cx="3769993" cy="1535254"/>
            <a:chOff x="7952416" y="1034350"/>
            <a:chExt cx="3769993" cy="1535254"/>
          </a:xfrm>
        </p:grpSpPr>
        <p:pic>
          <p:nvPicPr>
            <p:cNvPr id="1026" name="Picture 2" descr="Les bactéries - Icônes animaux gratuites">
              <a:extLst>
                <a:ext uri="{FF2B5EF4-FFF2-40B4-BE49-F238E27FC236}">
                  <a16:creationId xmlns:a16="http://schemas.microsoft.com/office/drawing/2014/main" id="{27CFB3D4-881A-427A-B9F2-5A3BB40BF8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2416" y="1565024"/>
              <a:ext cx="643467" cy="6434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FDB6FC1B-9A35-4067-870A-E37AB86DDD24}"/>
                </a:ext>
              </a:extLst>
            </p:cNvPr>
            <p:cNvSpPr txBox="1"/>
            <p:nvPr/>
          </p:nvSpPr>
          <p:spPr>
            <a:xfrm>
              <a:off x="7992964" y="2269800"/>
              <a:ext cx="8297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i="1" dirty="0" err="1"/>
                <a:t>E.coli</a:t>
              </a:r>
              <a:endParaRPr lang="fr-FR" i="1" dirty="0"/>
            </a:p>
          </p:txBody>
        </p:sp>
        <p:grpSp>
          <p:nvGrpSpPr>
            <p:cNvPr id="51" name="Groupe 50">
              <a:extLst>
                <a:ext uri="{FF2B5EF4-FFF2-40B4-BE49-F238E27FC236}">
                  <a16:creationId xmlns:a16="http://schemas.microsoft.com/office/drawing/2014/main" id="{33481214-D620-4439-BBEC-035087A49855}"/>
                </a:ext>
              </a:extLst>
            </p:cNvPr>
            <p:cNvGrpSpPr/>
            <p:nvPr/>
          </p:nvGrpSpPr>
          <p:grpSpPr>
            <a:xfrm>
              <a:off x="10291937" y="1564245"/>
              <a:ext cx="1430472" cy="1005359"/>
              <a:chOff x="8575487" y="1931109"/>
              <a:chExt cx="1430472" cy="1005359"/>
            </a:xfrm>
          </p:grpSpPr>
          <p:pic>
            <p:nvPicPr>
              <p:cNvPr id="28" name="Picture 22" descr="Pilule - Icônes médical gratuites">
                <a:extLst>
                  <a:ext uri="{FF2B5EF4-FFF2-40B4-BE49-F238E27FC236}">
                    <a16:creationId xmlns:a16="http://schemas.microsoft.com/office/drawing/2014/main" id="{DB18191D-6033-406F-A1BB-AB4AA8CA9C0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6200000" flipH="1" flipV="1">
                <a:off x="8758658" y="1931109"/>
                <a:ext cx="532065" cy="53206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9" name="ZoneTexte 38">
                <a:extLst>
                  <a:ext uri="{FF2B5EF4-FFF2-40B4-BE49-F238E27FC236}">
                    <a16:creationId xmlns:a16="http://schemas.microsoft.com/office/drawing/2014/main" id="{9F5E00E1-7BE8-43B6-B7C9-45DA640D1FBF}"/>
                  </a:ext>
                </a:extLst>
              </p:cNvPr>
              <p:cNvSpPr txBox="1"/>
              <p:nvPr/>
            </p:nvSpPr>
            <p:spPr>
              <a:xfrm>
                <a:off x="8575487" y="2520970"/>
                <a:ext cx="1430472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050" dirty="0"/>
                  <a:t>Fluoroquinolone (FQ)</a:t>
                </a:r>
                <a:endParaRPr lang="fr-FR" sz="1400" dirty="0"/>
              </a:p>
            </p:txBody>
          </p:sp>
        </p:grpSp>
        <p:sp>
          <p:nvSpPr>
            <p:cNvPr id="56" name="ZoneTexte 55">
              <a:extLst>
                <a:ext uri="{FF2B5EF4-FFF2-40B4-BE49-F238E27FC236}">
                  <a16:creationId xmlns:a16="http://schemas.microsoft.com/office/drawing/2014/main" id="{A6D8431C-BEA2-4B01-85E8-443F79969C86}"/>
                </a:ext>
              </a:extLst>
            </p:cNvPr>
            <p:cNvSpPr txBox="1"/>
            <p:nvPr/>
          </p:nvSpPr>
          <p:spPr>
            <a:xfrm>
              <a:off x="8789207" y="1034350"/>
              <a:ext cx="15985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00" b="1" dirty="0" err="1"/>
                <a:t>Primary</a:t>
              </a:r>
              <a:r>
                <a:rPr lang="fr-FR" sz="1100" b="1" dirty="0"/>
                <a:t> Care setting</a:t>
              </a:r>
              <a:endParaRPr lang="fr-FR" sz="1050" b="1" dirty="0"/>
            </a:p>
          </p:txBody>
        </p:sp>
        <p:cxnSp>
          <p:nvCxnSpPr>
            <p:cNvPr id="9" name="Connecteur droit avec flèche 8">
              <a:extLst>
                <a:ext uri="{FF2B5EF4-FFF2-40B4-BE49-F238E27FC236}">
                  <a16:creationId xmlns:a16="http://schemas.microsoft.com/office/drawing/2014/main" id="{B5F5089A-6493-495C-8EC9-C6A931B77DFB}"/>
                </a:ext>
              </a:extLst>
            </p:cNvPr>
            <p:cNvCxnSpPr/>
            <p:nvPr/>
          </p:nvCxnSpPr>
          <p:spPr>
            <a:xfrm flipH="1">
              <a:off x="8732939" y="1830277"/>
              <a:ext cx="155899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7C772E45-87C9-464D-9342-9D2A4E7BDD35}"/>
                </a:ext>
              </a:extLst>
            </p:cNvPr>
            <p:cNvSpPr txBox="1"/>
            <p:nvPr/>
          </p:nvSpPr>
          <p:spPr>
            <a:xfrm>
              <a:off x="8822697" y="1564245"/>
              <a:ext cx="134476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 err="1">
                  <a:solidFill>
                    <a:srgbClr val="00BF7D"/>
                  </a:solidFill>
                </a:rPr>
                <a:t>Consumption</a:t>
              </a:r>
              <a:endParaRPr lang="fr-FR" sz="1000" dirty="0">
                <a:solidFill>
                  <a:srgbClr val="00BF7D"/>
                </a:solidFill>
              </a:endParaRPr>
            </a:p>
          </p:txBody>
        </p:sp>
        <p:cxnSp>
          <p:nvCxnSpPr>
            <p:cNvPr id="16" name="Connecteur droit avec flèche 15">
              <a:extLst>
                <a:ext uri="{FF2B5EF4-FFF2-40B4-BE49-F238E27FC236}">
                  <a16:creationId xmlns:a16="http://schemas.microsoft.com/office/drawing/2014/main" id="{55524689-A1C7-473C-9C4E-D8EF6FC7C0A6}"/>
                </a:ext>
              </a:extLst>
            </p:cNvPr>
            <p:cNvCxnSpPr/>
            <p:nvPr/>
          </p:nvCxnSpPr>
          <p:spPr>
            <a:xfrm>
              <a:off x="8789207" y="2154106"/>
              <a:ext cx="14692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71" name="ZoneTexte 70">
              <a:extLst>
                <a:ext uri="{FF2B5EF4-FFF2-40B4-BE49-F238E27FC236}">
                  <a16:creationId xmlns:a16="http://schemas.microsoft.com/office/drawing/2014/main" id="{94D73A29-A675-4410-AC27-C928BACA1817}"/>
                </a:ext>
              </a:extLst>
            </p:cNvPr>
            <p:cNvSpPr txBox="1"/>
            <p:nvPr/>
          </p:nvSpPr>
          <p:spPr>
            <a:xfrm>
              <a:off x="8819430" y="2171389"/>
              <a:ext cx="134476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rgbClr val="FF0000"/>
                  </a:solidFill>
                </a:rPr>
                <a:t>Resistance</a:t>
              </a:r>
            </a:p>
          </p:txBody>
        </p: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108659E4-2BE8-4AF1-843E-66D1B58D8B80}"/>
              </a:ext>
            </a:extLst>
          </p:cNvPr>
          <p:cNvSpPr txBox="1"/>
          <p:nvPr/>
        </p:nvSpPr>
        <p:spPr>
          <a:xfrm>
            <a:off x="97008" y="3084094"/>
            <a:ext cx="56723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Data</a:t>
            </a:r>
            <a:endParaRPr lang="fr-FR" dirty="0"/>
          </a:p>
        </p:txBody>
      </p: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B74FB9DD-B133-48C5-80D7-D003CB68FDC1}"/>
              </a:ext>
            </a:extLst>
          </p:cNvPr>
          <p:cNvGrpSpPr/>
          <p:nvPr/>
        </p:nvGrpSpPr>
        <p:grpSpPr>
          <a:xfrm>
            <a:off x="0" y="3631108"/>
            <a:ext cx="12112057" cy="3165642"/>
            <a:chOff x="-37283" y="3692358"/>
            <a:chExt cx="12112057" cy="3165642"/>
          </a:xfrm>
        </p:grpSpPr>
        <p:sp>
          <p:nvSpPr>
            <p:cNvPr id="34" name="Rectangle : coins arrondis 33">
              <a:extLst>
                <a:ext uri="{FF2B5EF4-FFF2-40B4-BE49-F238E27FC236}">
                  <a16:creationId xmlns:a16="http://schemas.microsoft.com/office/drawing/2014/main" id="{B8690667-2B54-4725-929E-DDF01F09EAB5}"/>
                </a:ext>
              </a:extLst>
            </p:cNvPr>
            <p:cNvSpPr/>
            <p:nvPr/>
          </p:nvSpPr>
          <p:spPr>
            <a:xfrm>
              <a:off x="1" y="3708401"/>
              <a:ext cx="3026534" cy="3149599"/>
            </a:xfrm>
            <a:prstGeom prst="roundRect">
              <a:avLst/>
            </a:prstGeom>
            <a:solidFill>
              <a:srgbClr val="4472C4">
                <a:lumMod val="20000"/>
                <a:lumOff val="80000"/>
              </a:srgbClr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Rectangle : coins arrondis 34">
              <a:extLst>
                <a:ext uri="{FF2B5EF4-FFF2-40B4-BE49-F238E27FC236}">
                  <a16:creationId xmlns:a16="http://schemas.microsoft.com/office/drawing/2014/main" id="{6412C710-0E87-4C25-91B8-420B167A1E2A}"/>
                </a:ext>
              </a:extLst>
            </p:cNvPr>
            <p:cNvSpPr/>
            <p:nvPr/>
          </p:nvSpPr>
          <p:spPr>
            <a:xfrm>
              <a:off x="3028598" y="3692358"/>
              <a:ext cx="2812947" cy="3165642"/>
            </a:xfrm>
            <a:prstGeom prst="roundRect">
              <a:avLst/>
            </a:prstGeom>
            <a:solidFill>
              <a:srgbClr val="4472C4">
                <a:lumMod val="20000"/>
                <a:lumOff val="80000"/>
              </a:srgbClr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Rectangle : coins arrondis 35">
              <a:extLst>
                <a:ext uri="{FF2B5EF4-FFF2-40B4-BE49-F238E27FC236}">
                  <a16:creationId xmlns:a16="http://schemas.microsoft.com/office/drawing/2014/main" id="{DCD3C7E7-2F70-4080-9C6E-EAE54B5F2077}"/>
                </a:ext>
              </a:extLst>
            </p:cNvPr>
            <p:cNvSpPr/>
            <p:nvPr/>
          </p:nvSpPr>
          <p:spPr>
            <a:xfrm>
              <a:off x="5853402" y="3708401"/>
              <a:ext cx="6221372" cy="3149599"/>
            </a:xfrm>
            <a:prstGeom prst="roundRect">
              <a:avLst/>
            </a:prstGeom>
            <a:solidFill>
              <a:srgbClr val="4472C4">
                <a:lumMod val="20000"/>
                <a:lumOff val="80000"/>
              </a:srgbClr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7" name="Groupe 36">
              <a:extLst>
                <a:ext uri="{FF2B5EF4-FFF2-40B4-BE49-F238E27FC236}">
                  <a16:creationId xmlns:a16="http://schemas.microsoft.com/office/drawing/2014/main" id="{021687F5-B0C6-4036-970F-D1995241BF1F}"/>
                </a:ext>
              </a:extLst>
            </p:cNvPr>
            <p:cNvGrpSpPr/>
            <p:nvPr/>
          </p:nvGrpSpPr>
          <p:grpSpPr>
            <a:xfrm>
              <a:off x="8681490" y="4054575"/>
              <a:ext cx="3074788" cy="1372437"/>
              <a:chOff x="-87747" y="2535618"/>
              <a:chExt cx="3074788" cy="1372437"/>
            </a:xfrm>
          </p:grpSpPr>
          <p:grpSp>
            <p:nvGrpSpPr>
              <p:cNvPr id="100" name="Groupe 99">
                <a:extLst>
                  <a:ext uri="{FF2B5EF4-FFF2-40B4-BE49-F238E27FC236}">
                    <a16:creationId xmlns:a16="http://schemas.microsoft.com/office/drawing/2014/main" id="{6D2075D9-B406-4AA7-BF23-8CC0075B1218}"/>
                  </a:ext>
                </a:extLst>
              </p:cNvPr>
              <p:cNvGrpSpPr/>
              <p:nvPr/>
            </p:nvGrpSpPr>
            <p:grpSpPr>
              <a:xfrm>
                <a:off x="-87747" y="2535618"/>
                <a:ext cx="2589647" cy="1257021"/>
                <a:chOff x="263620" y="369466"/>
                <a:chExt cx="2589647" cy="1257021"/>
              </a:xfrm>
            </p:grpSpPr>
            <p:sp>
              <p:nvSpPr>
                <p:cNvPr id="105" name="Organigramme : Multidocument 104">
                  <a:extLst>
                    <a:ext uri="{FF2B5EF4-FFF2-40B4-BE49-F238E27FC236}">
                      <a16:creationId xmlns:a16="http://schemas.microsoft.com/office/drawing/2014/main" id="{B1C29252-CB97-4DBC-9EC0-FEA160663FAC}"/>
                    </a:ext>
                  </a:extLst>
                </p:cNvPr>
                <p:cNvSpPr/>
                <p:nvPr/>
              </p:nvSpPr>
              <p:spPr>
                <a:xfrm>
                  <a:off x="1193800" y="745954"/>
                  <a:ext cx="1659467" cy="880533"/>
                </a:xfrm>
                <a:prstGeom prst="flowChartMultidocument">
                  <a:avLst/>
                </a:prstGeom>
                <a:solidFill>
                  <a:srgbClr val="E76BF3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r-FR" sz="1800" b="0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Humans</a:t>
                  </a:r>
                  <a:endPara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6" name="Connecteur droit avec flèche 105">
                  <a:extLst>
                    <a:ext uri="{FF2B5EF4-FFF2-40B4-BE49-F238E27FC236}">
                      <a16:creationId xmlns:a16="http://schemas.microsoft.com/office/drawing/2014/main" id="{D77E6DB0-10DD-4631-A177-B17F3FEFF082}"/>
                    </a:ext>
                  </a:extLst>
                </p:cNvPr>
                <p:cNvCxnSpPr/>
                <p:nvPr/>
              </p:nvCxnSpPr>
              <p:spPr>
                <a:xfrm>
                  <a:off x="1016000" y="745067"/>
                  <a:ext cx="0" cy="821266"/>
                </a:xfrm>
                <a:prstGeom prst="straightConnector1">
                  <a:avLst/>
                </a:prstGeom>
                <a:noFill/>
                <a:ln w="6350" cap="flat" cmpd="sng" algn="ctr">
                  <a:solidFill>
                    <a:srgbClr val="4472C4"/>
                  </a:solidFill>
                  <a:prstDash val="solid"/>
                  <a:miter lim="800000"/>
                  <a:headEnd type="triangle"/>
                  <a:tailEnd type="triangle"/>
                </a:ln>
                <a:effectLst/>
              </p:spPr>
            </p:cxnSp>
            <p:sp>
              <p:nvSpPr>
                <p:cNvPr id="107" name="ZoneTexte 106">
                  <a:extLst>
                    <a:ext uri="{FF2B5EF4-FFF2-40B4-BE49-F238E27FC236}">
                      <a16:creationId xmlns:a16="http://schemas.microsoft.com/office/drawing/2014/main" id="{CE65231A-ED1B-4D87-B551-360CCDCF68F3}"/>
                    </a:ext>
                  </a:extLst>
                </p:cNvPr>
                <p:cNvSpPr txBox="1"/>
                <p:nvPr/>
              </p:nvSpPr>
              <p:spPr>
                <a:xfrm>
                  <a:off x="263620" y="800301"/>
                  <a:ext cx="745066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r-FR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12 régions</a:t>
                  </a:r>
                </a:p>
              </p:txBody>
            </p:sp>
            <p:cxnSp>
              <p:nvCxnSpPr>
                <p:cNvPr id="108" name="Connecteur droit avec flèche 107">
                  <a:extLst>
                    <a:ext uri="{FF2B5EF4-FFF2-40B4-BE49-F238E27FC236}">
                      <a16:creationId xmlns:a16="http://schemas.microsoft.com/office/drawing/2014/main" id="{9F318FDB-0363-47E4-8111-D2ACE3A0C4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93800" y="592667"/>
                  <a:ext cx="1659467" cy="0"/>
                </a:xfrm>
                <a:prstGeom prst="straightConnector1">
                  <a:avLst/>
                </a:prstGeom>
                <a:noFill/>
                <a:ln w="6350" cap="flat" cmpd="sng" algn="ctr">
                  <a:solidFill>
                    <a:srgbClr val="4472C4"/>
                  </a:solidFill>
                  <a:prstDash val="solid"/>
                  <a:miter lim="800000"/>
                  <a:headEnd type="triangle"/>
                  <a:tailEnd type="triangle"/>
                </a:ln>
                <a:effectLst/>
              </p:spPr>
            </p:cxnSp>
            <p:sp>
              <p:nvSpPr>
                <p:cNvPr id="109" name="ZoneTexte 108">
                  <a:extLst>
                    <a:ext uri="{FF2B5EF4-FFF2-40B4-BE49-F238E27FC236}">
                      <a16:creationId xmlns:a16="http://schemas.microsoft.com/office/drawing/2014/main" id="{FAB325E5-C123-4DF2-AE06-334074581F3D}"/>
                    </a:ext>
                  </a:extLst>
                </p:cNvPr>
                <p:cNvSpPr txBox="1"/>
                <p:nvPr/>
              </p:nvSpPr>
              <p:spPr>
                <a:xfrm>
                  <a:off x="1631772" y="369466"/>
                  <a:ext cx="1143000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r-FR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 11 variables</a:t>
                  </a:r>
                </a:p>
              </p:txBody>
            </p:sp>
          </p:grpSp>
          <p:grpSp>
            <p:nvGrpSpPr>
              <p:cNvPr id="101" name="Groupe 100">
                <a:extLst>
                  <a:ext uri="{FF2B5EF4-FFF2-40B4-BE49-F238E27FC236}">
                    <a16:creationId xmlns:a16="http://schemas.microsoft.com/office/drawing/2014/main" id="{29C74B76-F41A-4B96-A5FF-7B41FC3D8CB8}"/>
                  </a:ext>
                </a:extLst>
              </p:cNvPr>
              <p:cNvGrpSpPr/>
              <p:nvPr/>
            </p:nvGrpSpPr>
            <p:grpSpPr>
              <a:xfrm>
                <a:off x="2194557" y="3489312"/>
                <a:ext cx="792484" cy="418743"/>
                <a:chOff x="2194557" y="3489312"/>
                <a:chExt cx="792484" cy="418743"/>
              </a:xfrm>
            </p:grpSpPr>
            <p:sp>
              <p:nvSpPr>
                <p:cNvPr id="102" name="ZoneTexte 101">
                  <a:extLst>
                    <a:ext uri="{FF2B5EF4-FFF2-40B4-BE49-F238E27FC236}">
                      <a16:creationId xmlns:a16="http://schemas.microsoft.com/office/drawing/2014/main" id="{205A8BE5-AC0E-4C8D-8D11-8BE546A7FD5D}"/>
                    </a:ext>
                  </a:extLst>
                </p:cNvPr>
                <p:cNvSpPr txBox="1"/>
                <p:nvPr/>
              </p:nvSpPr>
              <p:spPr>
                <a:xfrm rot="1638250">
                  <a:off x="2194557" y="3677223"/>
                  <a:ext cx="457696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r-FR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2012</a:t>
                  </a:r>
                </a:p>
              </p:txBody>
            </p:sp>
            <p:sp>
              <p:nvSpPr>
                <p:cNvPr id="103" name="ZoneTexte 102">
                  <a:extLst>
                    <a:ext uri="{FF2B5EF4-FFF2-40B4-BE49-F238E27FC236}">
                      <a16:creationId xmlns:a16="http://schemas.microsoft.com/office/drawing/2014/main" id="{98C5659B-3BE2-422E-8904-F8FD2EB1E9D4}"/>
                    </a:ext>
                  </a:extLst>
                </p:cNvPr>
                <p:cNvSpPr txBox="1"/>
                <p:nvPr/>
              </p:nvSpPr>
              <p:spPr>
                <a:xfrm rot="1638250">
                  <a:off x="2529345" y="3489312"/>
                  <a:ext cx="457696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r-FR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2024</a:t>
                  </a:r>
                </a:p>
              </p:txBody>
            </p:sp>
            <p:sp>
              <p:nvSpPr>
                <p:cNvPr id="104" name="ZoneTexte 103">
                  <a:extLst>
                    <a:ext uri="{FF2B5EF4-FFF2-40B4-BE49-F238E27FC236}">
                      <a16:creationId xmlns:a16="http://schemas.microsoft.com/office/drawing/2014/main" id="{5C091545-7461-48EE-B699-7115C95490D6}"/>
                    </a:ext>
                  </a:extLst>
                </p:cNvPr>
                <p:cNvSpPr txBox="1"/>
                <p:nvPr/>
              </p:nvSpPr>
              <p:spPr>
                <a:xfrm rot="1638250">
                  <a:off x="2450851" y="3616742"/>
                  <a:ext cx="457696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r-FR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…</a:t>
                  </a:r>
                </a:p>
              </p:txBody>
            </p:sp>
          </p:grpSp>
        </p:grpSp>
        <p:grpSp>
          <p:nvGrpSpPr>
            <p:cNvPr id="38" name="Groupe 37">
              <a:extLst>
                <a:ext uri="{FF2B5EF4-FFF2-40B4-BE49-F238E27FC236}">
                  <a16:creationId xmlns:a16="http://schemas.microsoft.com/office/drawing/2014/main" id="{46596305-D0E9-48D6-ABD4-814045390237}"/>
                </a:ext>
              </a:extLst>
            </p:cNvPr>
            <p:cNvGrpSpPr/>
            <p:nvPr/>
          </p:nvGrpSpPr>
          <p:grpSpPr>
            <a:xfrm>
              <a:off x="5826549" y="4082485"/>
              <a:ext cx="2873292" cy="1396993"/>
              <a:chOff x="3877183" y="398389"/>
              <a:chExt cx="2873292" cy="1396993"/>
            </a:xfrm>
          </p:grpSpPr>
          <p:grpSp>
            <p:nvGrpSpPr>
              <p:cNvPr id="90" name="Groupe 89">
                <a:extLst>
                  <a:ext uri="{FF2B5EF4-FFF2-40B4-BE49-F238E27FC236}">
                    <a16:creationId xmlns:a16="http://schemas.microsoft.com/office/drawing/2014/main" id="{3490C89F-E1FE-49CE-9C6D-924B0DEB20D6}"/>
                  </a:ext>
                </a:extLst>
              </p:cNvPr>
              <p:cNvGrpSpPr/>
              <p:nvPr/>
            </p:nvGrpSpPr>
            <p:grpSpPr>
              <a:xfrm>
                <a:off x="3877183" y="398389"/>
                <a:ext cx="2477051" cy="1257529"/>
                <a:chOff x="376216" y="368071"/>
                <a:chExt cx="2477051" cy="1257529"/>
              </a:xfrm>
            </p:grpSpPr>
            <p:sp>
              <p:nvSpPr>
                <p:cNvPr id="95" name="Organigramme : Multidocument 94">
                  <a:extLst>
                    <a:ext uri="{FF2B5EF4-FFF2-40B4-BE49-F238E27FC236}">
                      <a16:creationId xmlns:a16="http://schemas.microsoft.com/office/drawing/2014/main" id="{4B29BA2F-C988-4758-B3AA-4D933754738A}"/>
                    </a:ext>
                  </a:extLst>
                </p:cNvPr>
                <p:cNvSpPr/>
                <p:nvPr/>
              </p:nvSpPr>
              <p:spPr>
                <a:xfrm>
                  <a:off x="1193800" y="745067"/>
                  <a:ext cx="1659466" cy="880533"/>
                </a:xfrm>
                <a:prstGeom prst="flowChartMultidocument">
                  <a:avLst/>
                </a:prstGeom>
                <a:solidFill>
                  <a:srgbClr val="00B0F6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r-FR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Animals</a:t>
                  </a:r>
                </a:p>
              </p:txBody>
            </p:sp>
            <p:cxnSp>
              <p:nvCxnSpPr>
                <p:cNvPr id="96" name="Connecteur droit avec flèche 95">
                  <a:extLst>
                    <a:ext uri="{FF2B5EF4-FFF2-40B4-BE49-F238E27FC236}">
                      <a16:creationId xmlns:a16="http://schemas.microsoft.com/office/drawing/2014/main" id="{96079791-445D-49AB-8AA4-44C8EBB9B443}"/>
                    </a:ext>
                  </a:extLst>
                </p:cNvPr>
                <p:cNvCxnSpPr/>
                <p:nvPr/>
              </p:nvCxnSpPr>
              <p:spPr>
                <a:xfrm>
                  <a:off x="1114370" y="745067"/>
                  <a:ext cx="0" cy="821266"/>
                </a:xfrm>
                <a:prstGeom prst="straightConnector1">
                  <a:avLst/>
                </a:prstGeom>
                <a:noFill/>
                <a:ln w="6350" cap="flat" cmpd="sng" algn="ctr">
                  <a:solidFill>
                    <a:srgbClr val="4472C4"/>
                  </a:solidFill>
                  <a:prstDash val="solid"/>
                  <a:miter lim="800000"/>
                  <a:headEnd type="triangle"/>
                  <a:tailEnd type="triangle"/>
                </a:ln>
                <a:effectLst/>
              </p:spPr>
            </p:cxnSp>
            <p:sp>
              <p:nvSpPr>
                <p:cNvPr id="97" name="ZoneTexte 96">
                  <a:extLst>
                    <a:ext uri="{FF2B5EF4-FFF2-40B4-BE49-F238E27FC236}">
                      <a16:creationId xmlns:a16="http://schemas.microsoft.com/office/drawing/2014/main" id="{C2D5947B-3E9B-4EC4-948B-BDAA0682FE0C}"/>
                    </a:ext>
                  </a:extLst>
                </p:cNvPr>
                <p:cNvSpPr txBox="1"/>
                <p:nvPr/>
              </p:nvSpPr>
              <p:spPr>
                <a:xfrm>
                  <a:off x="376216" y="895563"/>
                  <a:ext cx="745066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r-FR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12 régions</a:t>
                  </a:r>
                </a:p>
              </p:txBody>
            </p:sp>
            <p:cxnSp>
              <p:nvCxnSpPr>
                <p:cNvPr id="98" name="Connecteur droit avec flèche 97">
                  <a:extLst>
                    <a:ext uri="{FF2B5EF4-FFF2-40B4-BE49-F238E27FC236}">
                      <a16:creationId xmlns:a16="http://schemas.microsoft.com/office/drawing/2014/main" id="{CC38CFE2-BC90-43F7-8ED9-348928801C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93800" y="592667"/>
                  <a:ext cx="1659467" cy="0"/>
                </a:xfrm>
                <a:prstGeom prst="straightConnector1">
                  <a:avLst/>
                </a:prstGeom>
                <a:noFill/>
                <a:ln w="6350" cap="flat" cmpd="sng" algn="ctr">
                  <a:solidFill>
                    <a:srgbClr val="4472C4"/>
                  </a:solidFill>
                  <a:prstDash val="solid"/>
                  <a:miter lim="800000"/>
                  <a:headEnd type="triangle"/>
                  <a:tailEnd type="triangle"/>
                </a:ln>
                <a:effectLst/>
              </p:spPr>
            </p:cxnSp>
            <p:sp>
              <p:nvSpPr>
                <p:cNvPr id="99" name="ZoneTexte 98">
                  <a:extLst>
                    <a:ext uri="{FF2B5EF4-FFF2-40B4-BE49-F238E27FC236}">
                      <a16:creationId xmlns:a16="http://schemas.microsoft.com/office/drawing/2014/main" id="{A44A9DB9-B81C-4BBC-B0C1-F2A306E4B545}"/>
                    </a:ext>
                  </a:extLst>
                </p:cNvPr>
                <p:cNvSpPr txBox="1"/>
                <p:nvPr/>
              </p:nvSpPr>
              <p:spPr>
                <a:xfrm>
                  <a:off x="1515532" y="368071"/>
                  <a:ext cx="1143000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r-FR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 19 variables</a:t>
                  </a:r>
                </a:p>
              </p:txBody>
            </p:sp>
          </p:grpSp>
          <p:grpSp>
            <p:nvGrpSpPr>
              <p:cNvPr id="91" name="Groupe 90">
                <a:extLst>
                  <a:ext uri="{FF2B5EF4-FFF2-40B4-BE49-F238E27FC236}">
                    <a16:creationId xmlns:a16="http://schemas.microsoft.com/office/drawing/2014/main" id="{400271DC-40B9-493E-841D-C0724B90AAD6}"/>
                  </a:ext>
                </a:extLst>
              </p:cNvPr>
              <p:cNvGrpSpPr/>
              <p:nvPr/>
            </p:nvGrpSpPr>
            <p:grpSpPr>
              <a:xfrm>
                <a:off x="5957991" y="1376639"/>
                <a:ext cx="792484" cy="418743"/>
                <a:chOff x="2194557" y="3489312"/>
                <a:chExt cx="792484" cy="418743"/>
              </a:xfrm>
            </p:grpSpPr>
            <p:sp>
              <p:nvSpPr>
                <p:cNvPr id="92" name="ZoneTexte 91">
                  <a:extLst>
                    <a:ext uri="{FF2B5EF4-FFF2-40B4-BE49-F238E27FC236}">
                      <a16:creationId xmlns:a16="http://schemas.microsoft.com/office/drawing/2014/main" id="{A9D68B86-0967-44B4-A6E6-CC071691F8B5}"/>
                    </a:ext>
                  </a:extLst>
                </p:cNvPr>
                <p:cNvSpPr txBox="1"/>
                <p:nvPr/>
              </p:nvSpPr>
              <p:spPr>
                <a:xfrm rot="1638250">
                  <a:off x="2194557" y="3677223"/>
                  <a:ext cx="457696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r-FR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2012</a:t>
                  </a:r>
                </a:p>
              </p:txBody>
            </p:sp>
            <p:sp>
              <p:nvSpPr>
                <p:cNvPr id="93" name="ZoneTexte 92">
                  <a:extLst>
                    <a:ext uri="{FF2B5EF4-FFF2-40B4-BE49-F238E27FC236}">
                      <a16:creationId xmlns:a16="http://schemas.microsoft.com/office/drawing/2014/main" id="{765680DC-0AC5-4FBB-98D3-357CFE0D673C}"/>
                    </a:ext>
                  </a:extLst>
                </p:cNvPr>
                <p:cNvSpPr txBox="1"/>
                <p:nvPr/>
              </p:nvSpPr>
              <p:spPr>
                <a:xfrm rot="1638250">
                  <a:off x="2529345" y="3489312"/>
                  <a:ext cx="457696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r-FR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2024</a:t>
                  </a:r>
                </a:p>
              </p:txBody>
            </p:sp>
            <p:sp>
              <p:nvSpPr>
                <p:cNvPr id="94" name="ZoneTexte 93">
                  <a:extLst>
                    <a:ext uri="{FF2B5EF4-FFF2-40B4-BE49-F238E27FC236}">
                      <a16:creationId xmlns:a16="http://schemas.microsoft.com/office/drawing/2014/main" id="{40A37E5B-974D-4EF7-911A-B4C2A66ABB96}"/>
                    </a:ext>
                  </a:extLst>
                </p:cNvPr>
                <p:cNvSpPr txBox="1"/>
                <p:nvPr/>
              </p:nvSpPr>
              <p:spPr>
                <a:xfrm rot="1638250">
                  <a:off x="2450851" y="3616742"/>
                  <a:ext cx="457696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r-FR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…</a:t>
                  </a:r>
                </a:p>
              </p:txBody>
            </p:sp>
          </p:grpSp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66315FFA-CC23-4A1E-8AA0-00153DABB045}"/>
                </a:ext>
              </a:extLst>
            </p:cNvPr>
            <p:cNvGrpSpPr/>
            <p:nvPr/>
          </p:nvGrpSpPr>
          <p:grpSpPr>
            <a:xfrm>
              <a:off x="6955713" y="5383443"/>
              <a:ext cx="3562318" cy="1345423"/>
              <a:chOff x="3430058" y="4684488"/>
              <a:chExt cx="3562318" cy="1345423"/>
            </a:xfrm>
          </p:grpSpPr>
          <p:grpSp>
            <p:nvGrpSpPr>
              <p:cNvPr id="77" name="Groupe 76">
                <a:extLst>
                  <a:ext uri="{FF2B5EF4-FFF2-40B4-BE49-F238E27FC236}">
                    <a16:creationId xmlns:a16="http://schemas.microsoft.com/office/drawing/2014/main" id="{8531DD97-877D-4C23-ABED-A0DB0CB6E9D7}"/>
                  </a:ext>
                </a:extLst>
              </p:cNvPr>
              <p:cNvGrpSpPr/>
              <p:nvPr/>
            </p:nvGrpSpPr>
            <p:grpSpPr>
              <a:xfrm>
                <a:off x="3430058" y="4684488"/>
                <a:ext cx="3098799" cy="1257021"/>
                <a:chOff x="270934" y="368579"/>
                <a:chExt cx="2582333" cy="1257021"/>
              </a:xfrm>
            </p:grpSpPr>
            <p:sp>
              <p:nvSpPr>
                <p:cNvPr id="82" name="Organigramme : Multidocument 81">
                  <a:extLst>
                    <a:ext uri="{FF2B5EF4-FFF2-40B4-BE49-F238E27FC236}">
                      <a16:creationId xmlns:a16="http://schemas.microsoft.com/office/drawing/2014/main" id="{2D4EFE1D-43FB-4754-82FA-DF0C1989B4A4}"/>
                    </a:ext>
                  </a:extLst>
                </p:cNvPr>
                <p:cNvSpPr/>
                <p:nvPr/>
              </p:nvSpPr>
              <p:spPr>
                <a:xfrm>
                  <a:off x="1193800" y="745067"/>
                  <a:ext cx="1659467" cy="880533"/>
                </a:xfrm>
                <a:prstGeom prst="flowChartMultidocument">
                  <a:avLst/>
                </a:prstGeom>
                <a:solidFill>
                  <a:srgbClr val="00BF7D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r-FR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Environnement</a:t>
                  </a:r>
                </a:p>
              </p:txBody>
            </p:sp>
            <p:cxnSp>
              <p:nvCxnSpPr>
                <p:cNvPr id="84" name="Connecteur droit avec flèche 83">
                  <a:extLst>
                    <a:ext uri="{FF2B5EF4-FFF2-40B4-BE49-F238E27FC236}">
                      <a16:creationId xmlns:a16="http://schemas.microsoft.com/office/drawing/2014/main" id="{A24A4395-25A9-47F5-95D9-F03E26617638}"/>
                    </a:ext>
                  </a:extLst>
                </p:cNvPr>
                <p:cNvCxnSpPr/>
                <p:nvPr/>
              </p:nvCxnSpPr>
              <p:spPr>
                <a:xfrm>
                  <a:off x="1016000" y="745067"/>
                  <a:ext cx="0" cy="821266"/>
                </a:xfrm>
                <a:prstGeom prst="straightConnector1">
                  <a:avLst/>
                </a:prstGeom>
                <a:noFill/>
                <a:ln w="6350" cap="flat" cmpd="sng" algn="ctr">
                  <a:solidFill>
                    <a:srgbClr val="4472C4"/>
                  </a:solidFill>
                  <a:prstDash val="solid"/>
                  <a:miter lim="800000"/>
                  <a:headEnd type="triangle"/>
                  <a:tailEnd type="triangle"/>
                </a:ln>
                <a:effectLst/>
              </p:spPr>
            </p:cxnSp>
            <p:sp>
              <p:nvSpPr>
                <p:cNvPr id="87" name="ZoneTexte 86">
                  <a:extLst>
                    <a:ext uri="{FF2B5EF4-FFF2-40B4-BE49-F238E27FC236}">
                      <a16:creationId xmlns:a16="http://schemas.microsoft.com/office/drawing/2014/main" id="{F9E4F97F-3696-478A-AC13-C7920B55B9B0}"/>
                    </a:ext>
                  </a:extLst>
                </p:cNvPr>
                <p:cNvSpPr txBox="1"/>
                <p:nvPr/>
              </p:nvSpPr>
              <p:spPr>
                <a:xfrm>
                  <a:off x="270934" y="893655"/>
                  <a:ext cx="745066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r-FR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12 régions</a:t>
                  </a:r>
                </a:p>
              </p:txBody>
            </p:sp>
            <p:cxnSp>
              <p:nvCxnSpPr>
                <p:cNvPr id="88" name="Connecteur droit avec flèche 87">
                  <a:extLst>
                    <a:ext uri="{FF2B5EF4-FFF2-40B4-BE49-F238E27FC236}">
                      <a16:creationId xmlns:a16="http://schemas.microsoft.com/office/drawing/2014/main" id="{6DD710AE-5B12-4090-A746-F829ACBE4B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93800" y="592667"/>
                  <a:ext cx="1659467" cy="0"/>
                </a:xfrm>
                <a:prstGeom prst="straightConnector1">
                  <a:avLst/>
                </a:prstGeom>
                <a:noFill/>
                <a:ln w="6350" cap="flat" cmpd="sng" algn="ctr">
                  <a:solidFill>
                    <a:srgbClr val="4472C4"/>
                  </a:solidFill>
                  <a:prstDash val="solid"/>
                  <a:miter lim="800000"/>
                  <a:headEnd type="triangle"/>
                  <a:tailEnd type="triangle"/>
                </a:ln>
                <a:effectLst/>
              </p:spPr>
            </p:cxnSp>
            <p:sp>
              <p:nvSpPr>
                <p:cNvPr id="89" name="ZoneTexte 88">
                  <a:extLst>
                    <a:ext uri="{FF2B5EF4-FFF2-40B4-BE49-F238E27FC236}">
                      <a16:creationId xmlns:a16="http://schemas.microsoft.com/office/drawing/2014/main" id="{CC990BB5-AF29-4A8C-A514-26941E42B6FC}"/>
                    </a:ext>
                  </a:extLst>
                </p:cNvPr>
                <p:cNvSpPr txBox="1"/>
                <p:nvPr/>
              </p:nvSpPr>
              <p:spPr>
                <a:xfrm>
                  <a:off x="1663137" y="368579"/>
                  <a:ext cx="1143000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r-FR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 7 variables</a:t>
                  </a:r>
                </a:p>
              </p:txBody>
            </p:sp>
          </p:grpSp>
          <p:grpSp>
            <p:nvGrpSpPr>
              <p:cNvPr id="78" name="Groupe 77">
                <a:extLst>
                  <a:ext uri="{FF2B5EF4-FFF2-40B4-BE49-F238E27FC236}">
                    <a16:creationId xmlns:a16="http://schemas.microsoft.com/office/drawing/2014/main" id="{23F5DD93-1E62-48EA-BD38-B7BCD13D1D97}"/>
                  </a:ext>
                </a:extLst>
              </p:cNvPr>
              <p:cNvGrpSpPr/>
              <p:nvPr/>
            </p:nvGrpSpPr>
            <p:grpSpPr>
              <a:xfrm>
                <a:off x="6199892" y="5611168"/>
                <a:ext cx="792484" cy="418743"/>
                <a:chOff x="2194557" y="3489312"/>
                <a:chExt cx="792484" cy="418743"/>
              </a:xfrm>
            </p:grpSpPr>
            <p:sp>
              <p:nvSpPr>
                <p:cNvPr id="79" name="ZoneTexte 78">
                  <a:extLst>
                    <a:ext uri="{FF2B5EF4-FFF2-40B4-BE49-F238E27FC236}">
                      <a16:creationId xmlns:a16="http://schemas.microsoft.com/office/drawing/2014/main" id="{23CB6198-83A6-4429-AA5E-B866A74AE5CB}"/>
                    </a:ext>
                  </a:extLst>
                </p:cNvPr>
                <p:cNvSpPr txBox="1"/>
                <p:nvPr/>
              </p:nvSpPr>
              <p:spPr>
                <a:xfrm rot="1638250">
                  <a:off x="2194557" y="3677223"/>
                  <a:ext cx="457696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r-FR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2012</a:t>
                  </a:r>
                </a:p>
              </p:txBody>
            </p:sp>
            <p:sp>
              <p:nvSpPr>
                <p:cNvPr id="80" name="ZoneTexte 79">
                  <a:extLst>
                    <a:ext uri="{FF2B5EF4-FFF2-40B4-BE49-F238E27FC236}">
                      <a16:creationId xmlns:a16="http://schemas.microsoft.com/office/drawing/2014/main" id="{31F767EE-405F-428A-A86F-A5290AD31F67}"/>
                    </a:ext>
                  </a:extLst>
                </p:cNvPr>
                <p:cNvSpPr txBox="1"/>
                <p:nvPr/>
              </p:nvSpPr>
              <p:spPr>
                <a:xfrm rot="1638250">
                  <a:off x="2529345" y="3489312"/>
                  <a:ext cx="457696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r-FR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2024</a:t>
                  </a:r>
                </a:p>
              </p:txBody>
            </p:sp>
            <p:sp>
              <p:nvSpPr>
                <p:cNvPr id="81" name="ZoneTexte 80">
                  <a:extLst>
                    <a:ext uri="{FF2B5EF4-FFF2-40B4-BE49-F238E27FC236}">
                      <a16:creationId xmlns:a16="http://schemas.microsoft.com/office/drawing/2014/main" id="{CAF431C4-E881-451D-9FC3-565C4A62608D}"/>
                    </a:ext>
                  </a:extLst>
                </p:cNvPr>
                <p:cNvSpPr txBox="1"/>
                <p:nvPr/>
              </p:nvSpPr>
              <p:spPr>
                <a:xfrm rot="1638250">
                  <a:off x="2450851" y="3616742"/>
                  <a:ext cx="457696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r-FR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…</a:t>
                  </a:r>
                </a:p>
              </p:txBody>
            </p:sp>
          </p:grpSp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4676B6E2-2E53-4732-9045-0A651DBD5D6B}"/>
                </a:ext>
              </a:extLst>
            </p:cNvPr>
            <p:cNvGrpSpPr/>
            <p:nvPr/>
          </p:nvGrpSpPr>
          <p:grpSpPr>
            <a:xfrm>
              <a:off x="3002624" y="4473846"/>
              <a:ext cx="2860515" cy="1422972"/>
              <a:chOff x="7403522" y="4353639"/>
              <a:chExt cx="2860515" cy="1422972"/>
            </a:xfrm>
          </p:grpSpPr>
          <p:grpSp>
            <p:nvGrpSpPr>
              <p:cNvPr id="64" name="Groupe 63">
                <a:extLst>
                  <a:ext uri="{FF2B5EF4-FFF2-40B4-BE49-F238E27FC236}">
                    <a16:creationId xmlns:a16="http://schemas.microsoft.com/office/drawing/2014/main" id="{1B0CDEA5-394F-4A10-920F-4FD288085D44}"/>
                  </a:ext>
                </a:extLst>
              </p:cNvPr>
              <p:cNvGrpSpPr/>
              <p:nvPr/>
            </p:nvGrpSpPr>
            <p:grpSpPr>
              <a:xfrm>
                <a:off x="7403522" y="4353639"/>
                <a:ext cx="2472886" cy="1353323"/>
                <a:chOff x="450274" y="368071"/>
                <a:chExt cx="2472886" cy="1353323"/>
              </a:xfrm>
            </p:grpSpPr>
            <p:sp>
              <p:nvSpPr>
                <p:cNvPr id="69" name="Organigramme : Multidocument 68">
                  <a:extLst>
                    <a:ext uri="{FF2B5EF4-FFF2-40B4-BE49-F238E27FC236}">
                      <a16:creationId xmlns:a16="http://schemas.microsoft.com/office/drawing/2014/main" id="{99EFAF4C-3161-48DA-8DA1-7D5643CBF58B}"/>
                    </a:ext>
                  </a:extLst>
                </p:cNvPr>
                <p:cNvSpPr/>
                <p:nvPr/>
              </p:nvSpPr>
              <p:spPr>
                <a:xfrm>
                  <a:off x="1193800" y="745067"/>
                  <a:ext cx="1729360" cy="976327"/>
                </a:xfrm>
                <a:prstGeom prst="flowChartMultidocument">
                  <a:avLst/>
                </a:prstGeom>
                <a:solidFill>
                  <a:srgbClr val="A3A500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r-FR" sz="1800" b="0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Antimicrobial</a:t>
                  </a:r>
                  <a:r>
                    <a:rPr kumimoji="0" lang="fr-FR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</a:t>
                  </a:r>
                  <a:r>
                    <a:rPr kumimoji="0" lang="fr-FR" sz="1800" b="0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consumption</a:t>
                  </a:r>
                  <a:endPara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70" name="Connecteur droit avec flèche 69">
                  <a:extLst>
                    <a:ext uri="{FF2B5EF4-FFF2-40B4-BE49-F238E27FC236}">
                      <a16:creationId xmlns:a16="http://schemas.microsoft.com/office/drawing/2014/main" id="{32B7538D-6EC2-43AB-88C3-773422BE1D89}"/>
                    </a:ext>
                  </a:extLst>
                </p:cNvPr>
                <p:cNvCxnSpPr/>
                <p:nvPr/>
              </p:nvCxnSpPr>
              <p:spPr>
                <a:xfrm>
                  <a:off x="1104846" y="835999"/>
                  <a:ext cx="0" cy="821266"/>
                </a:xfrm>
                <a:prstGeom prst="straightConnector1">
                  <a:avLst/>
                </a:prstGeom>
                <a:noFill/>
                <a:ln w="6350" cap="flat" cmpd="sng" algn="ctr">
                  <a:solidFill>
                    <a:srgbClr val="4472C4"/>
                  </a:solidFill>
                  <a:prstDash val="solid"/>
                  <a:miter lim="800000"/>
                  <a:headEnd type="triangle"/>
                  <a:tailEnd type="triangle"/>
                </a:ln>
                <a:effectLst/>
              </p:spPr>
            </p:cxnSp>
            <p:sp>
              <p:nvSpPr>
                <p:cNvPr id="72" name="ZoneTexte 71">
                  <a:extLst>
                    <a:ext uri="{FF2B5EF4-FFF2-40B4-BE49-F238E27FC236}">
                      <a16:creationId xmlns:a16="http://schemas.microsoft.com/office/drawing/2014/main" id="{12D8BB70-14C5-4A1B-938F-A8B71ABB6CD1}"/>
                    </a:ext>
                  </a:extLst>
                </p:cNvPr>
                <p:cNvSpPr txBox="1"/>
                <p:nvPr/>
              </p:nvSpPr>
              <p:spPr>
                <a:xfrm>
                  <a:off x="450274" y="924713"/>
                  <a:ext cx="745066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r-FR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12 régions</a:t>
                  </a:r>
                </a:p>
              </p:txBody>
            </p:sp>
            <p:cxnSp>
              <p:nvCxnSpPr>
                <p:cNvPr id="75" name="Connecteur droit avec flèche 74">
                  <a:extLst>
                    <a:ext uri="{FF2B5EF4-FFF2-40B4-BE49-F238E27FC236}">
                      <a16:creationId xmlns:a16="http://schemas.microsoft.com/office/drawing/2014/main" id="{26096D02-C7D1-4550-9CE9-0E34B9EBEC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93800" y="592667"/>
                  <a:ext cx="1659467" cy="0"/>
                </a:xfrm>
                <a:prstGeom prst="straightConnector1">
                  <a:avLst/>
                </a:prstGeom>
                <a:noFill/>
                <a:ln w="6350" cap="flat" cmpd="sng" algn="ctr">
                  <a:solidFill>
                    <a:srgbClr val="4472C4"/>
                  </a:solidFill>
                  <a:prstDash val="solid"/>
                  <a:miter lim="800000"/>
                  <a:headEnd type="triangle"/>
                  <a:tailEnd type="triangle"/>
                </a:ln>
                <a:effectLst/>
              </p:spPr>
            </p:cxnSp>
            <p:sp>
              <p:nvSpPr>
                <p:cNvPr id="76" name="ZoneTexte 75">
                  <a:extLst>
                    <a:ext uri="{FF2B5EF4-FFF2-40B4-BE49-F238E27FC236}">
                      <a16:creationId xmlns:a16="http://schemas.microsoft.com/office/drawing/2014/main" id="{5F9179B0-374F-466A-A2B8-A1558DC3C2F6}"/>
                    </a:ext>
                  </a:extLst>
                </p:cNvPr>
                <p:cNvSpPr txBox="1"/>
                <p:nvPr/>
              </p:nvSpPr>
              <p:spPr>
                <a:xfrm>
                  <a:off x="1515533" y="368071"/>
                  <a:ext cx="1143000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r-FR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  21 variables</a:t>
                  </a:r>
                </a:p>
              </p:txBody>
            </p:sp>
          </p:grpSp>
          <p:grpSp>
            <p:nvGrpSpPr>
              <p:cNvPr id="65" name="Groupe 64">
                <a:extLst>
                  <a:ext uri="{FF2B5EF4-FFF2-40B4-BE49-F238E27FC236}">
                    <a16:creationId xmlns:a16="http://schemas.microsoft.com/office/drawing/2014/main" id="{2D106A57-014F-469A-8771-407CABD9218C}"/>
                  </a:ext>
                </a:extLst>
              </p:cNvPr>
              <p:cNvGrpSpPr/>
              <p:nvPr/>
            </p:nvGrpSpPr>
            <p:grpSpPr>
              <a:xfrm>
                <a:off x="9592982" y="5347893"/>
                <a:ext cx="671055" cy="428718"/>
                <a:chOff x="2251218" y="3498616"/>
                <a:chExt cx="671055" cy="428718"/>
              </a:xfrm>
            </p:grpSpPr>
            <p:sp>
              <p:nvSpPr>
                <p:cNvPr id="66" name="ZoneTexte 65">
                  <a:extLst>
                    <a:ext uri="{FF2B5EF4-FFF2-40B4-BE49-F238E27FC236}">
                      <a16:creationId xmlns:a16="http://schemas.microsoft.com/office/drawing/2014/main" id="{4B8FC990-1F53-4824-9909-62FEF5EEFA63}"/>
                    </a:ext>
                  </a:extLst>
                </p:cNvPr>
                <p:cNvSpPr txBox="1"/>
                <p:nvPr/>
              </p:nvSpPr>
              <p:spPr>
                <a:xfrm rot="1638250">
                  <a:off x="2251218" y="3696502"/>
                  <a:ext cx="457696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r-FR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2012</a:t>
                  </a:r>
                </a:p>
              </p:txBody>
            </p:sp>
            <p:sp>
              <p:nvSpPr>
                <p:cNvPr id="67" name="ZoneTexte 66">
                  <a:extLst>
                    <a:ext uri="{FF2B5EF4-FFF2-40B4-BE49-F238E27FC236}">
                      <a16:creationId xmlns:a16="http://schemas.microsoft.com/office/drawing/2014/main" id="{A8773ACE-74F3-4CBC-8FAD-D23264DE7824}"/>
                    </a:ext>
                  </a:extLst>
                </p:cNvPr>
                <p:cNvSpPr txBox="1"/>
                <p:nvPr/>
              </p:nvSpPr>
              <p:spPr>
                <a:xfrm rot="1638250">
                  <a:off x="2464577" y="3498616"/>
                  <a:ext cx="457696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r-FR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2024</a:t>
                  </a:r>
                </a:p>
              </p:txBody>
            </p:sp>
            <p:sp>
              <p:nvSpPr>
                <p:cNvPr id="68" name="ZoneTexte 67">
                  <a:extLst>
                    <a:ext uri="{FF2B5EF4-FFF2-40B4-BE49-F238E27FC236}">
                      <a16:creationId xmlns:a16="http://schemas.microsoft.com/office/drawing/2014/main" id="{86AB2498-5895-4FAF-B0D6-72D9E6011526}"/>
                    </a:ext>
                  </a:extLst>
                </p:cNvPr>
                <p:cNvSpPr txBox="1"/>
                <p:nvPr/>
              </p:nvSpPr>
              <p:spPr>
                <a:xfrm rot="1638250">
                  <a:off x="2412476" y="3606438"/>
                  <a:ext cx="457696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r-FR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…</a:t>
                  </a:r>
                </a:p>
              </p:txBody>
            </p:sp>
          </p:grpSp>
        </p:grp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7D8F3528-08CC-43BD-835F-3333FEC5D145}"/>
                </a:ext>
              </a:extLst>
            </p:cNvPr>
            <p:cNvGrpSpPr/>
            <p:nvPr/>
          </p:nvGrpSpPr>
          <p:grpSpPr>
            <a:xfrm>
              <a:off x="-37283" y="4459481"/>
              <a:ext cx="3033803" cy="1465093"/>
              <a:chOff x="8003958" y="1652948"/>
              <a:chExt cx="3033803" cy="1465093"/>
            </a:xfrm>
          </p:grpSpPr>
          <p:grpSp>
            <p:nvGrpSpPr>
              <p:cNvPr id="52" name="Groupe 51">
                <a:extLst>
                  <a:ext uri="{FF2B5EF4-FFF2-40B4-BE49-F238E27FC236}">
                    <a16:creationId xmlns:a16="http://schemas.microsoft.com/office/drawing/2014/main" id="{4DCB7F44-709D-49C6-A0A2-3471D1E64A16}"/>
                  </a:ext>
                </a:extLst>
              </p:cNvPr>
              <p:cNvGrpSpPr/>
              <p:nvPr/>
            </p:nvGrpSpPr>
            <p:grpSpPr>
              <a:xfrm>
                <a:off x="8003958" y="2024091"/>
                <a:ext cx="2621708" cy="1020264"/>
                <a:chOff x="403011" y="623301"/>
                <a:chExt cx="2621708" cy="1020264"/>
              </a:xfrm>
              <a:solidFill>
                <a:srgbClr val="F8766D"/>
              </a:solidFill>
            </p:grpSpPr>
            <p:sp>
              <p:nvSpPr>
                <p:cNvPr id="62" name="Organigramme : Multidocument 61">
                  <a:extLst>
                    <a:ext uri="{FF2B5EF4-FFF2-40B4-BE49-F238E27FC236}">
                      <a16:creationId xmlns:a16="http://schemas.microsoft.com/office/drawing/2014/main" id="{CE531473-A659-4AA4-9A8E-D27FF5357889}"/>
                    </a:ext>
                  </a:extLst>
                </p:cNvPr>
                <p:cNvSpPr/>
                <p:nvPr/>
              </p:nvSpPr>
              <p:spPr>
                <a:xfrm>
                  <a:off x="1159933" y="623301"/>
                  <a:ext cx="1864786" cy="1020264"/>
                </a:xfrm>
                <a:prstGeom prst="flowChartMultidocument">
                  <a:avLst/>
                </a:prstGeom>
                <a:grp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r-FR" sz="1800" b="0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Fluroquinolone</a:t>
                  </a:r>
                  <a:r>
                    <a:rPr kumimoji="0" lang="fr-FR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Resistance</a:t>
                  </a:r>
                </a:p>
              </p:txBody>
            </p:sp>
            <p:sp>
              <p:nvSpPr>
                <p:cNvPr id="63" name="ZoneTexte 62">
                  <a:extLst>
                    <a:ext uri="{FF2B5EF4-FFF2-40B4-BE49-F238E27FC236}">
                      <a16:creationId xmlns:a16="http://schemas.microsoft.com/office/drawing/2014/main" id="{06A8A357-D326-49CB-BDAC-CD8A459AD96E}"/>
                    </a:ext>
                  </a:extLst>
                </p:cNvPr>
                <p:cNvSpPr txBox="1"/>
                <p:nvPr/>
              </p:nvSpPr>
              <p:spPr>
                <a:xfrm>
                  <a:off x="403011" y="764815"/>
                  <a:ext cx="745066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r-FR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12 régions</a:t>
                  </a:r>
                </a:p>
              </p:txBody>
            </p:sp>
          </p:grpSp>
          <p:cxnSp>
            <p:nvCxnSpPr>
              <p:cNvPr id="53" name="Connecteur droit avec flèche 52">
                <a:extLst>
                  <a:ext uri="{FF2B5EF4-FFF2-40B4-BE49-F238E27FC236}">
                    <a16:creationId xmlns:a16="http://schemas.microsoft.com/office/drawing/2014/main" id="{97C1A645-4493-4599-B120-1027691EF7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99129" y="2064018"/>
                <a:ext cx="0" cy="957550"/>
              </a:xfrm>
              <a:prstGeom prst="straightConnector1">
                <a:avLst/>
              </a:prstGeom>
              <a:noFill/>
              <a:ln w="6350" cap="flat" cmpd="sng" algn="ctr">
                <a:solidFill>
                  <a:srgbClr val="4472C4"/>
                </a:solidFill>
                <a:prstDash val="solid"/>
                <a:miter lim="800000"/>
                <a:headEnd type="triangle"/>
                <a:tailEnd type="triangle"/>
              </a:ln>
              <a:effectLst/>
            </p:spPr>
          </p:cxnSp>
          <p:cxnSp>
            <p:nvCxnSpPr>
              <p:cNvPr id="54" name="Connecteur droit avec flèche 53">
                <a:extLst>
                  <a:ext uri="{FF2B5EF4-FFF2-40B4-BE49-F238E27FC236}">
                    <a16:creationId xmlns:a16="http://schemas.microsoft.com/office/drawing/2014/main" id="{0C0585A5-5A52-40B3-9065-F86CA115146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60880" y="1880662"/>
                <a:ext cx="1864786" cy="6837"/>
              </a:xfrm>
              <a:prstGeom prst="straightConnector1">
                <a:avLst/>
              </a:prstGeom>
              <a:noFill/>
              <a:ln w="6350" cap="flat" cmpd="sng" algn="ctr">
                <a:solidFill>
                  <a:srgbClr val="4472C4"/>
                </a:solidFill>
                <a:prstDash val="solid"/>
                <a:miter lim="800000"/>
                <a:headEnd type="triangle"/>
                <a:tailEnd type="triangle"/>
              </a:ln>
              <a:effectLst/>
            </p:spPr>
          </p:cxnSp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81FDF9A9-0844-4CD9-91E4-362710214539}"/>
                  </a:ext>
                </a:extLst>
              </p:cNvPr>
              <p:cNvSpPr txBox="1"/>
              <p:nvPr/>
            </p:nvSpPr>
            <p:spPr>
              <a:xfrm>
                <a:off x="9365296" y="1652948"/>
                <a:ext cx="11430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1 variable</a:t>
                </a:r>
              </a:p>
            </p:txBody>
          </p:sp>
          <p:grpSp>
            <p:nvGrpSpPr>
              <p:cNvPr id="57" name="Groupe 56">
                <a:extLst>
                  <a:ext uri="{FF2B5EF4-FFF2-40B4-BE49-F238E27FC236}">
                    <a16:creationId xmlns:a16="http://schemas.microsoft.com/office/drawing/2014/main" id="{8C4410B6-F230-49DE-ADE5-B00F80D6601C}"/>
                  </a:ext>
                </a:extLst>
              </p:cNvPr>
              <p:cNvGrpSpPr/>
              <p:nvPr/>
            </p:nvGrpSpPr>
            <p:grpSpPr>
              <a:xfrm>
                <a:off x="10279320" y="2682304"/>
                <a:ext cx="758441" cy="435737"/>
                <a:chOff x="2194005" y="3462627"/>
                <a:chExt cx="758441" cy="435737"/>
              </a:xfrm>
            </p:grpSpPr>
            <p:sp>
              <p:nvSpPr>
                <p:cNvPr id="58" name="ZoneTexte 57">
                  <a:extLst>
                    <a:ext uri="{FF2B5EF4-FFF2-40B4-BE49-F238E27FC236}">
                      <a16:creationId xmlns:a16="http://schemas.microsoft.com/office/drawing/2014/main" id="{91EFEE5D-03C5-4EB8-B7B6-30BEEC36ED6A}"/>
                    </a:ext>
                  </a:extLst>
                </p:cNvPr>
                <p:cNvSpPr txBox="1"/>
                <p:nvPr/>
              </p:nvSpPr>
              <p:spPr>
                <a:xfrm rot="1638250">
                  <a:off x="2194005" y="3667532"/>
                  <a:ext cx="457696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r-FR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2012</a:t>
                  </a:r>
                </a:p>
              </p:txBody>
            </p:sp>
            <p:sp>
              <p:nvSpPr>
                <p:cNvPr id="59" name="ZoneTexte 58">
                  <a:extLst>
                    <a:ext uri="{FF2B5EF4-FFF2-40B4-BE49-F238E27FC236}">
                      <a16:creationId xmlns:a16="http://schemas.microsoft.com/office/drawing/2014/main" id="{67175CC8-F515-4F1B-BA77-3E1BA8362FDD}"/>
                    </a:ext>
                  </a:extLst>
                </p:cNvPr>
                <p:cNvSpPr txBox="1"/>
                <p:nvPr/>
              </p:nvSpPr>
              <p:spPr>
                <a:xfrm rot="1638250">
                  <a:off x="2494750" y="3462627"/>
                  <a:ext cx="457696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r-FR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2024</a:t>
                  </a:r>
                </a:p>
              </p:txBody>
            </p:sp>
            <p:sp>
              <p:nvSpPr>
                <p:cNvPr id="61" name="ZoneTexte 60">
                  <a:extLst>
                    <a:ext uri="{FF2B5EF4-FFF2-40B4-BE49-F238E27FC236}">
                      <a16:creationId xmlns:a16="http://schemas.microsoft.com/office/drawing/2014/main" id="{3789CAB9-9DC5-4AAF-A43D-2985A17880C0}"/>
                    </a:ext>
                  </a:extLst>
                </p:cNvPr>
                <p:cNvSpPr txBox="1"/>
                <p:nvPr/>
              </p:nvSpPr>
              <p:spPr>
                <a:xfrm rot="1638250">
                  <a:off x="2450851" y="3616742"/>
                  <a:ext cx="457696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r-FR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…</a:t>
                  </a:r>
                </a:p>
              </p:txBody>
            </p:sp>
          </p:grpSp>
        </p:grpSp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BC16CA11-D427-4E56-B31D-7D8669217839}"/>
                </a:ext>
              </a:extLst>
            </p:cNvPr>
            <p:cNvSpPr txBox="1"/>
            <p:nvPr/>
          </p:nvSpPr>
          <p:spPr>
            <a:xfrm>
              <a:off x="8050586" y="3708401"/>
              <a:ext cx="2766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One </a:t>
              </a:r>
              <a:r>
                <a:rPr kumimoji="0" lang="fr-FR" sz="18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Health</a:t>
              </a:r>
              <a:r>
                <a:rPr kumimoji="0" lang="fr-FR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 blocks</a:t>
              </a:r>
            </a:p>
          </p:txBody>
        </p:sp>
        <p:sp>
          <p:nvSpPr>
            <p:cNvPr id="44" name="ZoneTexte 43">
              <a:extLst>
                <a:ext uri="{FF2B5EF4-FFF2-40B4-BE49-F238E27FC236}">
                  <a16:creationId xmlns:a16="http://schemas.microsoft.com/office/drawing/2014/main" id="{BEA72173-7A79-47FB-BBBC-0E42ADA966AB}"/>
                </a:ext>
              </a:extLst>
            </p:cNvPr>
            <p:cNvSpPr txBox="1"/>
            <p:nvPr/>
          </p:nvSpPr>
          <p:spPr>
            <a:xfrm>
              <a:off x="3536641" y="3828684"/>
              <a:ext cx="2766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Adjustment</a:t>
              </a:r>
              <a:r>
                <a:rPr kumimoji="0" lang="fr-FR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 block</a:t>
              </a:r>
            </a:p>
          </p:txBody>
        </p: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BD63E2F9-BC03-45E8-BAFC-C1A23C374FEC}"/>
                </a:ext>
              </a:extLst>
            </p:cNvPr>
            <p:cNvSpPr txBox="1"/>
            <p:nvPr/>
          </p:nvSpPr>
          <p:spPr>
            <a:xfrm>
              <a:off x="575338" y="3837187"/>
              <a:ext cx="2766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Response</a:t>
              </a:r>
              <a:r>
                <a:rPr kumimoji="0" lang="fr-FR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 block</a:t>
              </a:r>
            </a:p>
          </p:txBody>
        </p:sp>
        <p:pic>
          <p:nvPicPr>
            <p:cNvPr id="46" name="Image 45">
              <a:extLst>
                <a:ext uri="{FF2B5EF4-FFF2-40B4-BE49-F238E27FC236}">
                  <a16:creationId xmlns:a16="http://schemas.microsoft.com/office/drawing/2014/main" id="{66C74157-558F-41EE-B909-55EC1AD84C4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7227" y="5279892"/>
              <a:ext cx="388272" cy="423324"/>
            </a:xfrm>
            <a:prstGeom prst="rect">
              <a:avLst/>
            </a:prstGeom>
          </p:spPr>
        </p:pic>
        <p:pic>
          <p:nvPicPr>
            <p:cNvPr id="47" name="Image 46">
              <a:extLst>
                <a:ext uri="{FF2B5EF4-FFF2-40B4-BE49-F238E27FC236}">
                  <a16:creationId xmlns:a16="http://schemas.microsoft.com/office/drawing/2014/main" id="{6052F093-73C1-4926-87DB-0D15CC3DDDB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72972" y="5299452"/>
              <a:ext cx="388272" cy="423324"/>
            </a:xfrm>
            <a:prstGeom prst="rect">
              <a:avLst/>
            </a:prstGeom>
          </p:spPr>
        </p:pic>
        <p:pic>
          <p:nvPicPr>
            <p:cNvPr id="48" name="Image 47">
              <a:extLst>
                <a:ext uri="{FF2B5EF4-FFF2-40B4-BE49-F238E27FC236}">
                  <a16:creationId xmlns:a16="http://schemas.microsoft.com/office/drawing/2014/main" id="{57247D26-1FD5-46C1-8D34-6630291026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007806" y="4916152"/>
              <a:ext cx="388272" cy="423324"/>
            </a:xfrm>
            <a:prstGeom prst="rect">
              <a:avLst/>
            </a:prstGeom>
          </p:spPr>
        </p:pic>
        <p:pic>
          <p:nvPicPr>
            <p:cNvPr id="49" name="Image 48">
              <a:extLst>
                <a:ext uri="{FF2B5EF4-FFF2-40B4-BE49-F238E27FC236}">
                  <a16:creationId xmlns:a16="http://schemas.microsoft.com/office/drawing/2014/main" id="{AE6763F1-464A-4005-BA07-35261FE849A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868606" y="4785624"/>
              <a:ext cx="388272" cy="423324"/>
            </a:xfrm>
            <a:prstGeom prst="rect">
              <a:avLst/>
            </a:prstGeom>
          </p:spPr>
        </p:pic>
        <p:pic>
          <p:nvPicPr>
            <p:cNvPr id="50" name="Image 49">
              <a:extLst>
                <a:ext uri="{FF2B5EF4-FFF2-40B4-BE49-F238E27FC236}">
                  <a16:creationId xmlns:a16="http://schemas.microsoft.com/office/drawing/2014/main" id="{618B04A0-0584-4490-A01B-6F0D859408E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49093" y="6145150"/>
              <a:ext cx="388272" cy="423324"/>
            </a:xfrm>
            <a:prstGeom prst="rect">
              <a:avLst/>
            </a:prstGeom>
          </p:spPr>
        </p:pic>
      </p:grpSp>
      <p:pic>
        <p:nvPicPr>
          <p:cNvPr id="18" name="Image 17">
            <a:extLst>
              <a:ext uri="{FF2B5EF4-FFF2-40B4-BE49-F238E27FC236}">
                <a16:creationId xmlns:a16="http://schemas.microsoft.com/office/drawing/2014/main" id="{A846AE2D-6661-4F6B-8A50-1124706472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61031" y="5927685"/>
            <a:ext cx="1109616" cy="70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398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D8B1B96-4344-41EC-BB3F-025E941480CE}"/>
              </a:ext>
            </a:extLst>
          </p:cNvPr>
          <p:cNvSpPr txBox="1"/>
          <p:nvPr/>
        </p:nvSpPr>
        <p:spPr>
          <a:xfrm>
            <a:off x="97008" y="-4146"/>
            <a:ext cx="97666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State of the art of </a:t>
            </a:r>
            <a:r>
              <a:rPr lang="fr-FR" sz="2800" dirty="0" err="1"/>
              <a:t>existing</a:t>
            </a:r>
            <a:r>
              <a:rPr lang="fr-FR" sz="2800" dirty="0"/>
              <a:t> </a:t>
            </a:r>
            <a:r>
              <a:rPr lang="fr-FR" sz="2800" dirty="0" err="1"/>
              <a:t>methods</a:t>
            </a:r>
            <a:r>
              <a:rPr lang="fr-FR" sz="2800" dirty="0"/>
              <a:t> for </a:t>
            </a:r>
            <a:r>
              <a:rPr lang="fr-FR" sz="2800" dirty="0" err="1"/>
              <a:t>multiblock</a:t>
            </a:r>
            <a:r>
              <a:rPr lang="fr-FR" sz="2800" dirty="0"/>
              <a:t> and temporal data</a:t>
            </a:r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126A8F8-27A3-411A-B855-21472B4CBE80}"/>
              </a:ext>
            </a:extLst>
          </p:cNvPr>
          <p:cNvSpPr txBox="1"/>
          <p:nvPr/>
        </p:nvSpPr>
        <p:spPr>
          <a:xfrm>
            <a:off x="812800" y="1769534"/>
            <a:ext cx="91778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Three-way</a:t>
            </a:r>
            <a:r>
              <a:rPr lang="fr-FR" dirty="0"/>
              <a:t> GSCA (Choi 2018)</a:t>
            </a:r>
            <a:r>
              <a:rPr lang="fr-FR" baseline="30000" dirty="0"/>
              <a:t>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baseline="30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Functional</a:t>
            </a:r>
            <a:r>
              <a:rPr lang="fr-FR" dirty="0"/>
              <a:t> GSCA (Suk 2016)</a:t>
            </a:r>
            <a:r>
              <a:rPr lang="fr-FR" baseline="30000" dirty="0"/>
              <a:t>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baseline="30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Dynamic </a:t>
            </a:r>
            <a:r>
              <a:rPr lang="fr-FR" dirty="0" err="1"/>
              <a:t>multiblock</a:t>
            </a:r>
            <a:r>
              <a:rPr lang="fr-FR" dirty="0"/>
              <a:t> Partial least square </a:t>
            </a:r>
            <a:r>
              <a:rPr lang="fr-FR" dirty="0" err="1"/>
              <a:t>regression</a:t>
            </a:r>
            <a:r>
              <a:rPr lang="fr-FR" dirty="0"/>
              <a:t> (</a:t>
            </a:r>
            <a:r>
              <a:rPr lang="fr-FR" dirty="0" err="1"/>
              <a:t>dynamic</a:t>
            </a:r>
            <a:r>
              <a:rPr lang="fr-FR" dirty="0"/>
              <a:t> Mb-PLS)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33587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D8B1B96-4344-41EC-BB3F-025E941480CE}"/>
              </a:ext>
            </a:extLst>
          </p:cNvPr>
          <p:cNvSpPr txBox="1"/>
          <p:nvPr/>
        </p:nvSpPr>
        <p:spPr>
          <a:xfrm>
            <a:off x="97008" y="-4146"/>
            <a:ext cx="9766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Scientific </a:t>
            </a:r>
            <a:r>
              <a:rPr lang="fr-FR" sz="2800" dirty="0" err="1"/>
              <a:t>Problematic</a:t>
            </a:r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126A8F8-27A3-411A-B855-21472B4CBE80}"/>
              </a:ext>
            </a:extLst>
          </p:cNvPr>
          <p:cNvSpPr txBox="1"/>
          <p:nvPr/>
        </p:nvSpPr>
        <p:spPr>
          <a:xfrm>
            <a:off x="812800" y="1769534"/>
            <a:ext cx="917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C8BC15E-4105-4180-B284-66CC3E7A6BFE}"/>
              </a:ext>
            </a:extLst>
          </p:cNvPr>
          <p:cNvSpPr txBox="1"/>
          <p:nvPr/>
        </p:nvSpPr>
        <p:spPr>
          <a:xfrm>
            <a:off x="1413933" y="2358274"/>
            <a:ext cx="893233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2"/>
                </a:solidFill>
              </a:rPr>
              <a:t>How can temporal and regional variations in fluoroquinolone resistance in France primary care settings be explained within a One Health framework ?</a:t>
            </a:r>
            <a:endParaRPr lang="fr-FR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534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ED82FD38-7D6B-4DC8-9FB6-E36A2700E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999" y="984000"/>
            <a:ext cx="11232000" cy="5395200"/>
          </a:xfrm>
        </p:spPr>
        <p:txBody>
          <a:bodyPr/>
          <a:lstStyle/>
          <a:p>
            <a:r>
              <a:rPr lang="fr-FR" sz="5333" dirty="0"/>
              <a:t>Methods</a:t>
            </a:r>
          </a:p>
        </p:txBody>
      </p:sp>
    </p:spTree>
    <p:extLst>
      <p:ext uri="{BB962C8B-B14F-4D97-AF65-F5344CB8AC3E}">
        <p14:creationId xmlns:p14="http://schemas.microsoft.com/office/powerpoint/2010/main" val="446869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92">
            <a:extLst>
              <a:ext uri="{FF2B5EF4-FFF2-40B4-BE49-F238E27FC236}">
                <a16:creationId xmlns:a16="http://schemas.microsoft.com/office/drawing/2014/main" id="{4B480CB0-BACE-4936-A7BB-682373761CF0}"/>
              </a:ext>
            </a:extLst>
          </p:cNvPr>
          <p:cNvSpPr/>
          <p:nvPr/>
        </p:nvSpPr>
        <p:spPr>
          <a:xfrm>
            <a:off x="2372" y="751881"/>
            <a:ext cx="5890469" cy="4499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0A506B0-B965-49CB-B5C1-19118B0CFD21}"/>
              </a:ext>
            </a:extLst>
          </p:cNvPr>
          <p:cNvSpPr/>
          <p:nvPr/>
        </p:nvSpPr>
        <p:spPr>
          <a:xfrm>
            <a:off x="5878849" y="758951"/>
            <a:ext cx="3993160" cy="4519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D8B1B96-4344-41EC-BB3F-025E941480CE}"/>
              </a:ext>
            </a:extLst>
          </p:cNvPr>
          <p:cNvSpPr txBox="1"/>
          <p:nvPr/>
        </p:nvSpPr>
        <p:spPr>
          <a:xfrm>
            <a:off x="97008" y="-4146"/>
            <a:ext cx="9766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Scientific </a:t>
            </a:r>
            <a:r>
              <a:rPr lang="fr-FR" sz="2800" dirty="0" err="1"/>
              <a:t>Problematic</a:t>
            </a:r>
            <a:endParaRPr lang="fr-FR" dirty="0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5CAC6EF1-C557-4A4E-86BC-EA35C1C19CE2}"/>
              </a:ext>
            </a:extLst>
          </p:cNvPr>
          <p:cNvGrpSpPr/>
          <p:nvPr/>
        </p:nvGrpSpPr>
        <p:grpSpPr>
          <a:xfrm>
            <a:off x="0" y="812065"/>
            <a:ext cx="12103686" cy="6045935"/>
            <a:chOff x="58723" y="589757"/>
            <a:chExt cx="12103686" cy="6045935"/>
          </a:xfrm>
        </p:grpSpPr>
        <p:sp>
          <p:nvSpPr>
            <p:cNvPr id="6" name="Flèche : pentagone 5">
              <a:extLst>
                <a:ext uri="{FF2B5EF4-FFF2-40B4-BE49-F238E27FC236}">
                  <a16:creationId xmlns:a16="http://schemas.microsoft.com/office/drawing/2014/main" id="{3251A447-3F5F-42E5-BD71-6B4CADE84993}"/>
                </a:ext>
              </a:extLst>
            </p:cNvPr>
            <p:cNvSpPr/>
            <p:nvPr/>
          </p:nvSpPr>
          <p:spPr>
            <a:xfrm>
              <a:off x="58723" y="973123"/>
              <a:ext cx="4504888" cy="5662569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" name="Flèche : chevron 6">
              <a:extLst>
                <a:ext uri="{FF2B5EF4-FFF2-40B4-BE49-F238E27FC236}">
                  <a16:creationId xmlns:a16="http://schemas.microsoft.com/office/drawing/2014/main" id="{7E66EFF9-88BA-4A07-BB8A-592783F5DD85}"/>
                </a:ext>
              </a:extLst>
            </p:cNvPr>
            <p:cNvSpPr/>
            <p:nvPr/>
          </p:nvSpPr>
          <p:spPr>
            <a:xfrm>
              <a:off x="2306972" y="973122"/>
              <a:ext cx="5889072" cy="5662569"/>
            </a:xfrm>
            <a:prstGeom prst="chevron">
              <a:avLst>
                <a:gd name="adj" fmla="val 39623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8" name="Flèche : chevron 7">
              <a:extLst>
                <a:ext uri="{FF2B5EF4-FFF2-40B4-BE49-F238E27FC236}">
                  <a16:creationId xmlns:a16="http://schemas.microsoft.com/office/drawing/2014/main" id="{77B13BD5-9907-48D7-8464-6B750B0272C8}"/>
                </a:ext>
              </a:extLst>
            </p:cNvPr>
            <p:cNvSpPr/>
            <p:nvPr/>
          </p:nvSpPr>
          <p:spPr>
            <a:xfrm>
              <a:off x="5939405" y="973122"/>
              <a:ext cx="6223004" cy="5662569"/>
            </a:xfrm>
            <a:prstGeom prst="chevron">
              <a:avLst>
                <a:gd name="adj" fmla="val 39623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8CC7BC3C-5050-4DCC-8961-D76CE7E5E286}"/>
                </a:ext>
              </a:extLst>
            </p:cNvPr>
            <p:cNvSpPr txBox="1"/>
            <p:nvPr/>
          </p:nvSpPr>
          <p:spPr>
            <a:xfrm>
              <a:off x="304602" y="592786"/>
              <a:ext cx="5182365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/>
                <a:t>First </a:t>
              </a:r>
              <a:r>
                <a:rPr lang="fr-FR" dirty="0" err="1"/>
                <a:t>Step</a:t>
              </a:r>
              <a:r>
                <a:rPr lang="fr-FR" dirty="0"/>
                <a:t>: Dimension </a:t>
              </a:r>
              <a:r>
                <a:rPr lang="fr-FR" dirty="0" err="1"/>
                <a:t>reduction</a:t>
              </a:r>
              <a:r>
                <a:rPr lang="fr-FR" dirty="0"/>
                <a:t> </a:t>
              </a:r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E593DFB0-0640-4715-93C1-C2E70EDCF280}"/>
                </a:ext>
              </a:extLst>
            </p:cNvPr>
            <p:cNvSpPr txBox="1"/>
            <p:nvPr/>
          </p:nvSpPr>
          <p:spPr>
            <a:xfrm>
              <a:off x="6022478" y="589757"/>
              <a:ext cx="3837774" cy="3385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dirty="0"/>
                <a:t>Second </a:t>
              </a:r>
              <a:r>
                <a:rPr lang="fr-FR" sz="1600" dirty="0" err="1"/>
                <a:t>step</a:t>
              </a:r>
              <a:r>
                <a:rPr lang="fr-FR" sz="1600" dirty="0"/>
                <a:t>: Modeling </a:t>
              </a:r>
              <a:r>
                <a:rPr lang="fr-FR" sz="1600" dirty="0" err="1"/>
                <a:t>relationships</a:t>
              </a:r>
              <a:endParaRPr lang="fr-FR" sz="160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37CED4F-7FFC-4F1F-8587-E4F80D3BB771}"/>
                </a:ext>
              </a:extLst>
            </p:cNvPr>
            <p:cNvSpPr/>
            <p:nvPr/>
          </p:nvSpPr>
          <p:spPr>
            <a:xfrm>
              <a:off x="67111" y="4749287"/>
              <a:ext cx="444616" cy="18864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E6F27EF-7109-4B6E-92C1-445B7AE335DC}"/>
                </a:ext>
              </a:extLst>
            </p:cNvPr>
            <p:cNvSpPr/>
            <p:nvPr/>
          </p:nvSpPr>
          <p:spPr>
            <a:xfrm>
              <a:off x="67111" y="2862887"/>
              <a:ext cx="444616" cy="18864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62F79D8-1B0E-4915-B66F-505E932061D9}"/>
                </a:ext>
              </a:extLst>
            </p:cNvPr>
            <p:cNvSpPr/>
            <p:nvPr/>
          </p:nvSpPr>
          <p:spPr>
            <a:xfrm>
              <a:off x="67111" y="981511"/>
              <a:ext cx="444616" cy="188639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8CB78B8C-617A-464B-8D6B-B3BF0EE5FA6E}"/>
                </a:ext>
              </a:extLst>
            </p:cNvPr>
            <p:cNvSpPr txBox="1"/>
            <p:nvPr/>
          </p:nvSpPr>
          <p:spPr>
            <a:xfrm rot="16200000">
              <a:off x="-696003" y="1682245"/>
              <a:ext cx="19708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/>
                <a:t>All blocks </a:t>
              </a:r>
              <a:r>
                <a:rPr lang="fr-FR" sz="1600" dirty="0" err="1"/>
                <a:t>scale</a:t>
              </a:r>
              <a:endParaRPr lang="fr-FR" dirty="0"/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C1847CDE-12BF-4793-9B77-B233499F5734}"/>
                </a:ext>
              </a:extLst>
            </p:cNvPr>
            <p:cNvSpPr txBox="1"/>
            <p:nvPr/>
          </p:nvSpPr>
          <p:spPr>
            <a:xfrm rot="16200000">
              <a:off x="-669487" y="3552368"/>
              <a:ext cx="19708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/>
                <a:t>One block </a:t>
              </a:r>
              <a:r>
                <a:rPr lang="fr-FR" sz="1600" dirty="0" err="1"/>
                <a:t>scale</a:t>
              </a:r>
              <a:endParaRPr lang="fr-FR" dirty="0"/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357FD9DE-DF42-4A2D-9C5B-0D7D06FB0805}"/>
                </a:ext>
              </a:extLst>
            </p:cNvPr>
            <p:cNvSpPr txBox="1"/>
            <p:nvPr/>
          </p:nvSpPr>
          <p:spPr>
            <a:xfrm rot="16200000">
              <a:off x="-696002" y="5475965"/>
              <a:ext cx="19708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/>
                <a:t>   Variable </a:t>
              </a:r>
              <a:r>
                <a:rPr lang="fr-FR" sz="1600" dirty="0" err="1"/>
                <a:t>scale</a:t>
              </a:r>
              <a:endParaRPr lang="fr-FR" dirty="0"/>
            </a:p>
          </p:txBody>
        </p: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28818238-890D-438E-885C-3910F8D175B2}"/>
                </a:ext>
              </a:extLst>
            </p:cNvPr>
            <p:cNvCxnSpPr/>
            <p:nvPr/>
          </p:nvCxnSpPr>
          <p:spPr>
            <a:xfrm>
              <a:off x="538243" y="1376039"/>
              <a:ext cx="5672307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989EB9D6-2B1D-4D92-980A-F2A8CA4C43DB}"/>
                </a:ext>
              </a:extLst>
            </p:cNvPr>
            <p:cNvSpPr txBox="1"/>
            <p:nvPr/>
          </p:nvSpPr>
          <p:spPr>
            <a:xfrm>
              <a:off x="564757" y="1051511"/>
              <a:ext cx="21206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a) Time dimension</a:t>
              </a:r>
              <a:endParaRPr lang="fr-FR" dirty="0"/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E2D00609-2A69-4700-809C-B21A6428F2FE}"/>
                </a:ext>
              </a:extLst>
            </p:cNvPr>
            <p:cNvSpPr txBox="1"/>
            <p:nvPr/>
          </p:nvSpPr>
          <p:spPr>
            <a:xfrm>
              <a:off x="3503279" y="1020648"/>
              <a:ext cx="21206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b) Variable dimension</a:t>
              </a:r>
              <a:endParaRPr lang="fr-FR" dirty="0"/>
            </a:p>
          </p:txBody>
        </p: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6CA298A6-5E3B-4739-A949-9F281C15FE25}"/>
                </a:ext>
              </a:extLst>
            </p:cNvPr>
            <p:cNvCxnSpPr/>
            <p:nvPr/>
          </p:nvCxnSpPr>
          <p:spPr>
            <a:xfrm>
              <a:off x="511727" y="2862887"/>
              <a:ext cx="1085169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EAEE0D0B-24CD-4197-A016-04E81BFFFE30}"/>
                </a:ext>
              </a:extLst>
            </p:cNvPr>
            <p:cNvCxnSpPr/>
            <p:nvPr/>
          </p:nvCxnSpPr>
          <p:spPr>
            <a:xfrm>
              <a:off x="538243" y="4749287"/>
              <a:ext cx="1085169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Organigramme : Multidocument 21">
              <a:extLst>
                <a:ext uri="{FF2B5EF4-FFF2-40B4-BE49-F238E27FC236}">
                  <a16:creationId xmlns:a16="http://schemas.microsoft.com/office/drawing/2014/main" id="{E82D7D79-36AD-4513-AAC1-12D6ECB2BD0A}"/>
                </a:ext>
              </a:extLst>
            </p:cNvPr>
            <p:cNvSpPr/>
            <p:nvPr/>
          </p:nvSpPr>
          <p:spPr>
            <a:xfrm>
              <a:off x="883265" y="1810916"/>
              <a:ext cx="444615" cy="278634"/>
            </a:xfrm>
            <a:prstGeom prst="flowChartMultidocument">
              <a:avLst/>
            </a:prstGeom>
            <a:solidFill>
              <a:srgbClr val="F8766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Organigramme : Multidocument 22">
              <a:extLst>
                <a:ext uri="{FF2B5EF4-FFF2-40B4-BE49-F238E27FC236}">
                  <a16:creationId xmlns:a16="http://schemas.microsoft.com/office/drawing/2014/main" id="{AB5A5D10-D572-4BAB-8512-E54D1406B393}"/>
                </a:ext>
              </a:extLst>
            </p:cNvPr>
            <p:cNvSpPr/>
            <p:nvPr/>
          </p:nvSpPr>
          <p:spPr>
            <a:xfrm>
              <a:off x="872505" y="2285257"/>
              <a:ext cx="444615" cy="278634"/>
            </a:xfrm>
            <a:prstGeom prst="flowChartMultidocument">
              <a:avLst/>
            </a:prstGeom>
            <a:solidFill>
              <a:srgbClr val="00B0F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Organigramme : Multidocument 23">
              <a:extLst>
                <a:ext uri="{FF2B5EF4-FFF2-40B4-BE49-F238E27FC236}">
                  <a16:creationId xmlns:a16="http://schemas.microsoft.com/office/drawing/2014/main" id="{F5E34369-2A6A-489D-A246-A5CEFBA30E95}"/>
                </a:ext>
              </a:extLst>
            </p:cNvPr>
            <p:cNvSpPr/>
            <p:nvPr/>
          </p:nvSpPr>
          <p:spPr>
            <a:xfrm>
              <a:off x="1604255" y="1719934"/>
              <a:ext cx="444615" cy="278634"/>
            </a:xfrm>
            <a:prstGeom prst="flowChartMultidocument">
              <a:avLst/>
            </a:prstGeom>
            <a:solidFill>
              <a:srgbClr val="E76BF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Organigramme : Multidocument 24">
              <a:extLst>
                <a:ext uri="{FF2B5EF4-FFF2-40B4-BE49-F238E27FC236}">
                  <a16:creationId xmlns:a16="http://schemas.microsoft.com/office/drawing/2014/main" id="{22F2D81D-6CAC-4045-820A-0A56AB9FCCAF}"/>
                </a:ext>
              </a:extLst>
            </p:cNvPr>
            <p:cNvSpPr/>
            <p:nvPr/>
          </p:nvSpPr>
          <p:spPr>
            <a:xfrm>
              <a:off x="2137694" y="2010060"/>
              <a:ext cx="444615" cy="278634"/>
            </a:xfrm>
            <a:prstGeom prst="flowChartMultidocument">
              <a:avLst/>
            </a:prstGeom>
            <a:solidFill>
              <a:srgbClr val="00BF7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Organigramme : Multidocument 25">
              <a:extLst>
                <a:ext uri="{FF2B5EF4-FFF2-40B4-BE49-F238E27FC236}">
                  <a16:creationId xmlns:a16="http://schemas.microsoft.com/office/drawing/2014/main" id="{656EFF79-5D70-45FB-AA81-8F9B8AF4D7EC}"/>
                </a:ext>
              </a:extLst>
            </p:cNvPr>
            <p:cNvSpPr/>
            <p:nvPr/>
          </p:nvSpPr>
          <p:spPr>
            <a:xfrm>
              <a:off x="1597767" y="2368184"/>
              <a:ext cx="444615" cy="278634"/>
            </a:xfrm>
            <a:prstGeom prst="flowChartMultidocument">
              <a:avLst/>
            </a:prstGeom>
            <a:solidFill>
              <a:srgbClr val="A3A5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7" name="Connecteur droit avec flèche 26">
              <a:extLst>
                <a:ext uri="{FF2B5EF4-FFF2-40B4-BE49-F238E27FC236}">
                  <a16:creationId xmlns:a16="http://schemas.microsoft.com/office/drawing/2014/main" id="{4466480D-F207-4462-8C18-FC17271BC9DE}"/>
                </a:ext>
              </a:extLst>
            </p:cNvPr>
            <p:cNvCxnSpPr/>
            <p:nvPr/>
          </p:nvCxnSpPr>
          <p:spPr>
            <a:xfrm>
              <a:off x="1111991" y="2777626"/>
              <a:ext cx="0" cy="406472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rganigramme : Multidocument 27">
              <a:extLst>
                <a:ext uri="{FF2B5EF4-FFF2-40B4-BE49-F238E27FC236}">
                  <a16:creationId xmlns:a16="http://schemas.microsoft.com/office/drawing/2014/main" id="{8D512C7E-45C0-4811-97CE-3130A57D492D}"/>
                </a:ext>
              </a:extLst>
            </p:cNvPr>
            <p:cNvSpPr/>
            <p:nvPr/>
          </p:nvSpPr>
          <p:spPr>
            <a:xfrm>
              <a:off x="1153152" y="3311156"/>
              <a:ext cx="1429150" cy="942254"/>
            </a:xfrm>
            <a:prstGeom prst="flowChartMultidocument">
              <a:avLst/>
            </a:prstGeom>
            <a:solidFill>
              <a:srgbClr val="00B0F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9" name="Connecteur droit 28">
              <a:extLst>
                <a:ext uri="{FF2B5EF4-FFF2-40B4-BE49-F238E27FC236}">
                  <a16:creationId xmlns:a16="http://schemas.microsoft.com/office/drawing/2014/main" id="{ED46785A-5BB7-43BB-B9EE-96988447D30A}"/>
                </a:ext>
              </a:extLst>
            </p:cNvPr>
            <p:cNvCxnSpPr>
              <a:cxnSpLocks/>
            </p:cNvCxnSpPr>
            <p:nvPr/>
          </p:nvCxnSpPr>
          <p:spPr>
            <a:xfrm>
              <a:off x="1317120" y="3485415"/>
              <a:ext cx="631" cy="76799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eur droit 29">
              <a:extLst>
                <a:ext uri="{FF2B5EF4-FFF2-40B4-BE49-F238E27FC236}">
                  <a16:creationId xmlns:a16="http://schemas.microsoft.com/office/drawing/2014/main" id="{17944CAA-C55C-4F88-B848-0CE85295EE98}"/>
                </a:ext>
              </a:extLst>
            </p:cNvPr>
            <p:cNvCxnSpPr>
              <a:cxnSpLocks/>
            </p:cNvCxnSpPr>
            <p:nvPr/>
          </p:nvCxnSpPr>
          <p:spPr>
            <a:xfrm>
              <a:off x="1491449" y="3466408"/>
              <a:ext cx="0" cy="76799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BF1B138C-BA21-47E5-B3C7-AED887931966}"/>
                </a:ext>
              </a:extLst>
            </p:cNvPr>
            <p:cNvCxnSpPr>
              <a:cxnSpLocks/>
            </p:cNvCxnSpPr>
            <p:nvPr/>
          </p:nvCxnSpPr>
          <p:spPr>
            <a:xfrm>
              <a:off x="2232772" y="3469810"/>
              <a:ext cx="0" cy="6249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62B36B46-7D4C-4CDA-A7E9-FAED738BF679}"/>
                </a:ext>
              </a:extLst>
            </p:cNvPr>
            <p:cNvCxnSpPr/>
            <p:nvPr/>
          </p:nvCxnSpPr>
          <p:spPr>
            <a:xfrm flipV="1">
              <a:off x="1317120" y="3311156"/>
              <a:ext cx="174329" cy="16908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Connecteur droit 32">
              <a:extLst>
                <a:ext uri="{FF2B5EF4-FFF2-40B4-BE49-F238E27FC236}">
                  <a16:creationId xmlns:a16="http://schemas.microsoft.com/office/drawing/2014/main" id="{205344CB-B0DD-4C51-88AF-DD7972FF4E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91449" y="3311156"/>
              <a:ext cx="143011" cy="16908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5580178A-365C-4C30-96BF-F12407C110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38619" y="3311156"/>
              <a:ext cx="143011" cy="16908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ZoneTexte 34">
              <a:extLst>
                <a:ext uri="{FF2B5EF4-FFF2-40B4-BE49-F238E27FC236}">
                  <a16:creationId xmlns:a16="http://schemas.microsoft.com/office/drawing/2014/main" id="{796DD32C-A201-4042-B57D-43BB73E49D79}"/>
                </a:ext>
              </a:extLst>
            </p:cNvPr>
            <p:cNvSpPr txBox="1"/>
            <p:nvPr/>
          </p:nvSpPr>
          <p:spPr>
            <a:xfrm rot="17950569">
              <a:off x="1084586" y="4359168"/>
              <a:ext cx="50020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Var 2</a:t>
              </a:r>
              <a:endParaRPr lang="fr-FR" dirty="0"/>
            </a:p>
          </p:txBody>
        </p: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364530E7-A2D0-4285-9A87-693FB158E328}"/>
                </a:ext>
              </a:extLst>
            </p:cNvPr>
            <p:cNvSpPr txBox="1"/>
            <p:nvPr/>
          </p:nvSpPr>
          <p:spPr>
            <a:xfrm rot="18204957">
              <a:off x="930465" y="4308021"/>
              <a:ext cx="50020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Var 1</a:t>
              </a:r>
              <a:endParaRPr lang="fr-FR" dirty="0"/>
            </a:p>
          </p:txBody>
        </p:sp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602C9C88-D272-43A9-B33D-B35197D4A941}"/>
                </a:ext>
              </a:extLst>
            </p:cNvPr>
            <p:cNvSpPr txBox="1"/>
            <p:nvPr/>
          </p:nvSpPr>
          <p:spPr>
            <a:xfrm rot="17950569">
              <a:off x="1980242" y="4290213"/>
              <a:ext cx="50020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Var p</a:t>
              </a:r>
              <a:endParaRPr lang="fr-FR" dirty="0"/>
            </a:p>
          </p:txBody>
        </p:sp>
        <p:cxnSp>
          <p:nvCxnSpPr>
            <p:cNvPr id="38" name="Connecteur droit avec flèche 37">
              <a:extLst>
                <a:ext uri="{FF2B5EF4-FFF2-40B4-BE49-F238E27FC236}">
                  <a16:creationId xmlns:a16="http://schemas.microsoft.com/office/drawing/2014/main" id="{4174E1A5-086D-4FDB-B701-AE0FC40FF59F}"/>
                </a:ext>
              </a:extLst>
            </p:cNvPr>
            <p:cNvCxnSpPr>
              <a:cxnSpLocks/>
            </p:cNvCxnSpPr>
            <p:nvPr/>
          </p:nvCxnSpPr>
          <p:spPr>
            <a:xfrm>
              <a:off x="1132359" y="4659820"/>
              <a:ext cx="0" cy="29846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Connecteur droit avec flèche 38">
              <a:extLst>
                <a:ext uri="{FF2B5EF4-FFF2-40B4-BE49-F238E27FC236}">
                  <a16:creationId xmlns:a16="http://schemas.microsoft.com/office/drawing/2014/main" id="{819FCCE6-35AF-4155-9106-9092315CB6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61628" y="4672378"/>
              <a:ext cx="4146" cy="18370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Connecteur droit avec flèche 39">
              <a:extLst>
                <a:ext uri="{FF2B5EF4-FFF2-40B4-BE49-F238E27FC236}">
                  <a16:creationId xmlns:a16="http://schemas.microsoft.com/office/drawing/2014/main" id="{4510D15D-D0E7-4D5E-B491-ACE202145C91}"/>
                </a:ext>
              </a:extLst>
            </p:cNvPr>
            <p:cNvCxnSpPr>
              <a:cxnSpLocks/>
            </p:cNvCxnSpPr>
            <p:nvPr/>
          </p:nvCxnSpPr>
          <p:spPr>
            <a:xfrm>
              <a:off x="2282529" y="4659820"/>
              <a:ext cx="0" cy="1962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B31ED252-7394-4609-8E1B-457FBB542562}"/>
                </a:ext>
              </a:extLst>
            </p:cNvPr>
            <p:cNvSpPr txBox="1"/>
            <p:nvPr/>
          </p:nvSpPr>
          <p:spPr>
            <a:xfrm>
              <a:off x="785460" y="4900348"/>
              <a:ext cx="21645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 err="1"/>
                <a:t>Smoothing</a:t>
              </a:r>
              <a:r>
                <a:rPr lang="fr-FR" sz="1600" dirty="0"/>
                <a:t> + </a:t>
              </a:r>
              <a:r>
                <a:rPr lang="fr-FR" sz="1600" b="1" dirty="0"/>
                <a:t>fPCA</a:t>
              </a:r>
              <a:r>
                <a:rPr lang="fr-FR" sz="1600" b="1" baseline="30000" dirty="0"/>
                <a:t>1</a:t>
              </a:r>
              <a:endParaRPr lang="fr-FR" b="1" baseline="30000" dirty="0"/>
            </a:p>
          </p:txBody>
        </p:sp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16210039-4465-40A2-A806-9BA15BE528EE}"/>
                </a:ext>
              </a:extLst>
            </p:cNvPr>
            <p:cNvSpPr txBox="1"/>
            <p:nvPr/>
          </p:nvSpPr>
          <p:spPr>
            <a:xfrm>
              <a:off x="1655493" y="3615592"/>
              <a:ext cx="6695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…</a:t>
              </a:r>
            </a:p>
          </p:txBody>
        </p:sp>
        <p:grpSp>
          <p:nvGrpSpPr>
            <p:cNvPr id="43" name="Groupe 42">
              <a:extLst>
                <a:ext uri="{FF2B5EF4-FFF2-40B4-BE49-F238E27FC236}">
                  <a16:creationId xmlns:a16="http://schemas.microsoft.com/office/drawing/2014/main" id="{03341F09-4AD0-4A73-96C0-56F56348F1C9}"/>
                </a:ext>
              </a:extLst>
            </p:cNvPr>
            <p:cNvGrpSpPr/>
            <p:nvPr/>
          </p:nvGrpSpPr>
          <p:grpSpPr>
            <a:xfrm>
              <a:off x="1440422" y="5359658"/>
              <a:ext cx="369332" cy="1089050"/>
              <a:chOff x="1440422" y="5359658"/>
              <a:chExt cx="369332" cy="1089050"/>
            </a:xfrm>
          </p:grpSpPr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D7A27E80-CED4-463E-9D8B-5E745F761DB4}"/>
                  </a:ext>
                </a:extLst>
              </p:cNvPr>
              <p:cNvSpPr/>
              <p:nvPr/>
            </p:nvSpPr>
            <p:spPr>
              <a:xfrm>
                <a:off x="1545701" y="5359658"/>
                <a:ext cx="199070" cy="621437"/>
              </a:xfrm>
              <a:prstGeom prst="rect">
                <a:avLst/>
              </a:prstGeom>
              <a:solidFill>
                <a:srgbClr val="00B0F6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91" name="ZoneTexte 90">
                <a:extLst>
                  <a:ext uri="{FF2B5EF4-FFF2-40B4-BE49-F238E27FC236}">
                    <a16:creationId xmlns:a16="http://schemas.microsoft.com/office/drawing/2014/main" id="{A6DC120A-E35E-4341-8B5E-8F4D6670B5E8}"/>
                  </a:ext>
                </a:extLst>
              </p:cNvPr>
              <p:cNvSpPr txBox="1"/>
              <p:nvPr/>
            </p:nvSpPr>
            <p:spPr>
              <a:xfrm rot="18204957">
                <a:off x="1374985" y="6013940"/>
                <a:ext cx="5002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900" dirty="0"/>
                  <a:t>fPC1 Var 1</a:t>
                </a:r>
                <a:endParaRPr lang="fr-FR" dirty="0"/>
              </a:p>
            </p:txBody>
          </p:sp>
        </p:grpSp>
        <p:sp>
          <p:nvSpPr>
            <p:cNvPr id="44" name="Ellipse 43">
              <a:extLst>
                <a:ext uri="{FF2B5EF4-FFF2-40B4-BE49-F238E27FC236}">
                  <a16:creationId xmlns:a16="http://schemas.microsoft.com/office/drawing/2014/main" id="{6A908E28-CA97-4CE6-BCBB-E793BB39D5ED}"/>
                </a:ext>
              </a:extLst>
            </p:cNvPr>
            <p:cNvSpPr/>
            <p:nvPr/>
          </p:nvSpPr>
          <p:spPr>
            <a:xfrm>
              <a:off x="785844" y="2168471"/>
              <a:ext cx="628796" cy="57032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45" name="Graphique 44" descr="Loupe avec un remplissage uni">
              <a:extLst>
                <a:ext uri="{FF2B5EF4-FFF2-40B4-BE49-F238E27FC236}">
                  <a16:creationId xmlns:a16="http://schemas.microsoft.com/office/drawing/2014/main" id="{052EE60D-96E2-4767-82DE-489D5BF83E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11325" y="2883493"/>
              <a:ext cx="300605" cy="300605"/>
            </a:xfrm>
            <a:prstGeom prst="rect">
              <a:avLst/>
            </a:prstGeom>
          </p:spPr>
        </p:pic>
        <p:pic>
          <p:nvPicPr>
            <p:cNvPr id="46" name="Graphique 45" descr="Loupe avec un remplissage uni">
              <a:extLst>
                <a:ext uri="{FF2B5EF4-FFF2-40B4-BE49-F238E27FC236}">
                  <a16:creationId xmlns:a16="http://schemas.microsoft.com/office/drawing/2014/main" id="{415D1A20-D937-420D-9C46-6B6CB9EB0F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0585" y="4726083"/>
              <a:ext cx="260004" cy="260004"/>
            </a:xfrm>
            <a:prstGeom prst="rect">
              <a:avLst/>
            </a:prstGeom>
          </p:spPr>
        </p:pic>
        <p:cxnSp>
          <p:nvCxnSpPr>
            <p:cNvPr id="47" name="Connecteur : en angle 46">
              <a:extLst>
                <a:ext uri="{FF2B5EF4-FFF2-40B4-BE49-F238E27FC236}">
                  <a16:creationId xmlns:a16="http://schemas.microsoft.com/office/drawing/2014/main" id="{321C85AA-2C2C-43E7-9BA4-689A807EC1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82302" y="4503454"/>
              <a:ext cx="3513698" cy="1384696"/>
            </a:xfrm>
            <a:prstGeom prst="bentConnector3">
              <a:avLst>
                <a:gd name="adj1" fmla="val 99774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ZoneTexte 47">
              <a:extLst>
                <a:ext uri="{FF2B5EF4-FFF2-40B4-BE49-F238E27FC236}">
                  <a16:creationId xmlns:a16="http://schemas.microsoft.com/office/drawing/2014/main" id="{D29493CE-586E-462C-8D93-891CF8A013B4}"/>
                </a:ext>
              </a:extLst>
            </p:cNvPr>
            <p:cNvSpPr txBox="1"/>
            <p:nvPr/>
          </p:nvSpPr>
          <p:spPr>
            <a:xfrm>
              <a:off x="5406167" y="3567756"/>
              <a:ext cx="4590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…</a:t>
              </a:r>
            </a:p>
          </p:txBody>
        </p:sp>
        <p:sp>
          <p:nvSpPr>
            <p:cNvPr id="49" name="ZoneTexte 48">
              <a:extLst>
                <a:ext uri="{FF2B5EF4-FFF2-40B4-BE49-F238E27FC236}">
                  <a16:creationId xmlns:a16="http://schemas.microsoft.com/office/drawing/2014/main" id="{072348DF-14FA-4964-93BD-4ECC4AED19A4}"/>
                </a:ext>
              </a:extLst>
            </p:cNvPr>
            <p:cNvSpPr txBox="1"/>
            <p:nvPr/>
          </p:nvSpPr>
          <p:spPr>
            <a:xfrm>
              <a:off x="4241917" y="4164067"/>
              <a:ext cx="1788080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00" b="1" dirty="0"/>
                <a:t>Clustering of variable </a:t>
              </a:r>
              <a:r>
                <a:rPr lang="fr-FR" sz="1100" b="1" dirty="0" err="1"/>
                <a:t>around</a:t>
              </a:r>
              <a:r>
                <a:rPr lang="fr-FR" sz="1100" b="1" dirty="0"/>
                <a:t> latent components</a:t>
              </a:r>
              <a:r>
                <a:rPr lang="fr-FR" sz="1100" b="1" baseline="30000" dirty="0"/>
                <a:t>2</a:t>
              </a:r>
            </a:p>
          </p:txBody>
        </p:sp>
        <p:sp>
          <p:nvSpPr>
            <p:cNvPr id="50" name="ZoneTexte 49">
              <a:extLst>
                <a:ext uri="{FF2B5EF4-FFF2-40B4-BE49-F238E27FC236}">
                  <a16:creationId xmlns:a16="http://schemas.microsoft.com/office/drawing/2014/main" id="{93C80D6A-CC46-42C3-AB23-7556C0216303}"/>
                </a:ext>
              </a:extLst>
            </p:cNvPr>
            <p:cNvSpPr txBox="1"/>
            <p:nvPr/>
          </p:nvSpPr>
          <p:spPr>
            <a:xfrm>
              <a:off x="6535194" y="3569657"/>
              <a:ext cx="4590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…</a:t>
              </a:r>
            </a:p>
          </p:txBody>
        </p:sp>
        <p:pic>
          <p:nvPicPr>
            <p:cNvPr id="51" name="Graphique 50" descr="Coche avec un remplissage uni">
              <a:extLst>
                <a:ext uri="{FF2B5EF4-FFF2-40B4-BE49-F238E27FC236}">
                  <a16:creationId xmlns:a16="http://schemas.microsoft.com/office/drawing/2014/main" id="{88C08809-8C12-40FE-8BAD-6A16042BBB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854086" y="3207218"/>
              <a:ext cx="199070" cy="199070"/>
            </a:xfrm>
            <a:prstGeom prst="rect">
              <a:avLst/>
            </a:prstGeom>
          </p:spPr>
        </p:pic>
        <p:pic>
          <p:nvPicPr>
            <p:cNvPr id="52" name="Graphique 51" descr="Coche avec un remplissage uni">
              <a:extLst>
                <a:ext uri="{FF2B5EF4-FFF2-40B4-BE49-F238E27FC236}">
                  <a16:creationId xmlns:a16="http://schemas.microsoft.com/office/drawing/2014/main" id="{E06E7B07-35AE-4141-B273-6788BA6180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994354" y="3172448"/>
              <a:ext cx="199070" cy="199070"/>
            </a:xfrm>
            <a:prstGeom prst="rect">
              <a:avLst/>
            </a:prstGeom>
          </p:spPr>
        </p:pic>
        <p:pic>
          <p:nvPicPr>
            <p:cNvPr id="53" name="Graphique 52" descr="Fermer avec un remplissage uni">
              <a:extLst>
                <a:ext uri="{FF2B5EF4-FFF2-40B4-BE49-F238E27FC236}">
                  <a16:creationId xmlns:a16="http://schemas.microsoft.com/office/drawing/2014/main" id="{00E78C24-12F6-4455-8774-FF04A35E1EF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069768" y="3210285"/>
              <a:ext cx="196003" cy="196003"/>
            </a:xfrm>
            <a:prstGeom prst="rect">
              <a:avLst/>
            </a:prstGeom>
          </p:spPr>
        </p:pic>
        <p:pic>
          <p:nvPicPr>
            <p:cNvPr id="54" name="Graphique 53" descr="Fermer avec un remplissage uni">
              <a:extLst>
                <a:ext uri="{FF2B5EF4-FFF2-40B4-BE49-F238E27FC236}">
                  <a16:creationId xmlns:a16="http://schemas.microsoft.com/office/drawing/2014/main" id="{98BC6DC1-A926-4445-99EB-A2073BE27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226391" y="3175515"/>
              <a:ext cx="196003" cy="196003"/>
            </a:xfrm>
            <a:prstGeom prst="rect">
              <a:avLst/>
            </a:prstGeom>
          </p:spPr>
        </p:pic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60C2E6B-4A1C-4964-9FF9-6DFFB8398289}"/>
                </a:ext>
              </a:extLst>
            </p:cNvPr>
            <p:cNvSpPr/>
            <p:nvPr/>
          </p:nvSpPr>
          <p:spPr>
            <a:xfrm>
              <a:off x="3932808" y="2284099"/>
              <a:ext cx="270076" cy="249604"/>
            </a:xfrm>
            <a:prstGeom prst="rect">
              <a:avLst/>
            </a:prstGeom>
            <a:solidFill>
              <a:srgbClr val="00B0F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BF1960D-F7DF-4444-9F68-A97F73F47FB8}"/>
                </a:ext>
              </a:extLst>
            </p:cNvPr>
            <p:cNvSpPr/>
            <p:nvPr/>
          </p:nvSpPr>
          <p:spPr>
            <a:xfrm>
              <a:off x="4704761" y="2416875"/>
              <a:ext cx="270076" cy="249604"/>
            </a:xfrm>
            <a:prstGeom prst="rect">
              <a:avLst/>
            </a:prstGeom>
            <a:solidFill>
              <a:srgbClr val="A3A5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2032F4A2-8204-4137-B3D0-2A8709E815F7}"/>
                </a:ext>
              </a:extLst>
            </p:cNvPr>
            <p:cNvSpPr/>
            <p:nvPr/>
          </p:nvSpPr>
          <p:spPr>
            <a:xfrm>
              <a:off x="4067846" y="1756376"/>
              <a:ext cx="135038" cy="249604"/>
            </a:xfrm>
            <a:prstGeom prst="rect">
              <a:avLst/>
            </a:prstGeom>
            <a:solidFill>
              <a:srgbClr val="F8766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6DC49E5-E613-4A20-AB96-18D8C40C53B3}"/>
                </a:ext>
              </a:extLst>
            </p:cNvPr>
            <p:cNvSpPr/>
            <p:nvPr/>
          </p:nvSpPr>
          <p:spPr>
            <a:xfrm>
              <a:off x="4769685" y="1832085"/>
              <a:ext cx="270076" cy="249604"/>
            </a:xfrm>
            <a:prstGeom prst="rect">
              <a:avLst/>
            </a:prstGeom>
            <a:solidFill>
              <a:srgbClr val="E76BF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4B85CAF6-5C0B-41D9-BE3F-DD54E9163A93}"/>
                </a:ext>
              </a:extLst>
            </p:cNvPr>
            <p:cNvSpPr/>
            <p:nvPr/>
          </p:nvSpPr>
          <p:spPr>
            <a:xfrm>
              <a:off x="5443640" y="2167636"/>
              <a:ext cx="270076" cy="249604"/>
            </a:xfrm>
            <a:prstGeom prst="rect">
              <a:avLst/>
            </a:prstGeom>
            <a:solidFill>
              <a:srgbClr val="00BF7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60" name="Connecteur droit avec flèche 59">
              <a:extLst>
                <a:ext uri="{FF2B5EF4-FFF2-40B4-BE49-F238E27FC236}">
                  <a16:creationId xmlns:a16="http://schemas.microsoft.com/office/drawing/2014/main" id="{01FF0C73-564A-4474-BD64-EE396E112F6C}"/>
                </a:ext>
              </a:extLst>
            </p:cNvPr>
            <p:cNvCxnSpPr/>
            <p:nvPr/>
          </p:nvCxnSpPr>
          <p:spPr>
            <a:xfrm flipV="1">
              <a:off x="5713716" y="2632676"/>
              <a:ext cx="0" cy="46042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avec flèche 60">
              <a:extLst>
                <a:ext uri="{FF2B5EF4-FFF2-40B4-BE49-F238E27FC236}">
                  <a16:creationId xmlns:a16="http://schemas.microsoft.com/office/drawing/2014/main" id="{2696B740-FF30-4933-AC05-493B0C59AC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77651" y="1998567"/>
              <a:ext cx="46994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ZoneTexte 61">
              <a:extLst>
                <a:ext uri="{FF2B5EF4-FFF2-40B4-BE49-F238E27FC236}">
                  <a16:creationId xmlns:a16="http://schemas.microsoft.com/office/drawing/2014/main" id="{24F41092-EFA7-48B2-A41B-C47733D95AA3}"/>
                </a:ext>
              </a:extLst>
            </p:cNvPr>
            <p:cNvSpPr txBox="1"/>
            <p:nvPr/>
          </p:nvSpPr>
          <p:spPr>
            <a:xfrm>
              <a:off x="6701315" y="1343170"/>
              <a:ext cx="178808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00" b="1" dirty="0"/>
                <a:t>GSCA</a:t>
              </a:r>
              <a:r>
                <a:rPr lang="fr-FR" sz="1100" b="1" baseline="30000" dirty="0"/>
                <a:t>3</a:t>
              </a:r>
            </a:p>
          </p:txBody>
        </p:sp>
        <p:sp>
          <p:nvSpPr>
            <p:cNvPr id="63" name="ZoneTexte 62">
              <a:extLst>
                <a:ext uri="{FF2B5EF4-FFF2-40B4-BE49-F238E27FC236}">
                  <a16:creationId xmlns:a16="http://schemas.microsoft.com/office/drawing/2014/main" id="{4668A43B-D822-43A7-A7AD-63959ABE91F2}"/>
                </a:ext>
              </a:extLst>
            </p:cNvPr>
            <p:cNvSpPr txBox="1"/>
            <p:nvPr/>
          </p:nvSpPr>
          <p:spPr>
            <a:xfrm rot="1286468">
              <a:off x="2393676" y="4169183"/>
              <a:ext cx="67288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 err="1"/>
                <a:t>Year</a:t>
              </a:r>
              <a:r>
                <a:rPr lang="fr-FR" sz="900" dirty="0"/>
                <a:t> 1</a:t>
              </a:r>
              <a:endParaRPr lang="fr-FR" dirty="0"/>
            </a:p>
          </p:txBody>
        </p:sp>
        <p:sp>
          <p:nvSpPr>
            <p:cNvPr id="64" name="ZoneTexte 63">
              <a:extLst>
                <a:ext uri="{FF2B5EF4-FFF2-40B4-BE49-F238E27FC236}">
                  <a16:creationId xmlns:a16="http://schemas.microsoft.com/office/drawing/2014/main" id="{04979ABF-1EAD-4E30-87EF-742781CD3A9E}"/>
                </a:ext>
              </a:extLst>
            </p:cNvPr>
            <p:cNvSpPr txBox="1"/>
            <p:nvPr/>
          </p:nvSpPr>
          <p:spPr>
            <a:xfrm rot="1286468">
              <a:off x="2595325" y="3982856"/>
              <a:ext cx="67288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 err="1"/>
                <a:t>Year</a:t>
              </a:r>
              <a:r>
                <a:rPr lang="fr-FR" sz="900" dirty="0"/>
                <a:t> k</a:t>
              </a:r>
              <a:endParaRPr lang="fr-FR" dirty="0"/>
            </a:p>
          </p:txBody>
        </p:sp>
        <p:sp>
          <p:nvSpPr>
            <p:cNvPr id="65" name="ZoneTexte 64">
              <a:extLst>
                <a:ext uri="{FF2B5EF4-FFF2-40B4-BE49-F238E27FC236}">
                  <a16:creationId xmlns:a16="http://schemas.microsoft.com/office/drawing/2014/main" id="{FEBE75FB-EC9E-4D42-BA7E-AA4F9EE0B7BC}"/>
                </a:ext>
              </a:extLst>
            </p:cNvPr>
            <p:cNvSpPr txBox="1"/>
            <p:nvPr/>
          </p:nvSpPr>
          <p:spPr>
            <a:xfrm rot="1286468">
              <a:off x="2669006" y="4105807"/>
              <a:ext cx="67288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…</a:t>
              </a:r>
              <a:endParaRPr lang="fr-FR" dirty="0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158A5E48-6A4F-44D5-9CBC-A1A6F4D6BAEC}"/>
                </a:ext>
              </a:extLst>
            </p:cNvPr>
            <p:cNvSpPr/>
            <p:nvPr/>
          </p:nvSpPr>
          <p:spPr>
            <a:xfrm>
              <a:off x="4769685" y="3429000"/>
              <a:ext cx="2177906" cy="691980"/>
            </a:xfrm>
            <a:prstGeom prst="rect">
              <a:avLst/>
            </a:prstGeom>
            <a:solidFill>
              <a:srgbClr val="00B0F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67" name="Connecteur droit 66">
              <a:extLst>
                <a:ext uri="{FF2B5EF4-FFF2-40B4-BE49-F238E27FC236}">
                  <a16:creationId xmlns:a16="http://schemas.microsoft.com/office/drawing/2014/main" id="{9E5964DB-3933-491F-A394-6EF31734AEE3}"/>
                </a:ext>
              </a:extLst>
            </p:cNvPr>
            <p:cNvCxnSpPr/>
            <p:nvPr/>
          </p:nvCxnSpPr>
          <p:spPr>
            <a:xfrm>
              <a:off x="5013872" y="3429000"/>
              <a:ext cx="0" cy="70199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Connecteur droit 67">
              <a:extLst>
                <a:ext uri="{FF2B5EF4-FFF2-40B4-BE49-F238E27FC236}">
                  <a16:creationId xmlns:a16="http://schemas.microsoft.com/office/drawing/2014/main" id="{104AFA84-54C0-423C-8C32-D97CA18AD93C}"/>
                </a:ext>
              </a:extLst>
            </p:cNvPr>
            <p:cNvCxnSpPr>
              <a:cxnSpLocks/>
            </p:cNvCxnSpPr>
            <p:nvPr/>
          </p:nvCxnSpPr>
          <p:spPr>
            <a:xfrm>
              <a:off x="5265771" y="3449123"/>
              <a:ext cx="0" cy="70199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Connecteur droit 68">
              <a:extLst>
                <a:ext uri="{FF2B5EF4-FFF2-40B4-BE49-F238E27FC236}">
                  <a16:creationId xmlns:a16="http://schemas.microsoft.com/office/drawing/2014/main" id="{BF0E773A-917B-463E-A909-7ADA05064833}"/>
                </a:ext>
              </a:extLst>
            </p:cNvPr>
            <p:cNvCxnSpPr/>
            <p:nvPr/>
          </p:nvCxnSpPr>
          <p:spPr>
            <a:xfrm>
              <a:off x="5939405" y="3429000"/>
              <a:ext cx="0" cy="70199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Connecteur droit 69">
              <a:extLst>
                <a:ext uri="{FF2B5EF4-FFF2-40B4-BE49-F238E27FC236}">
                  <a16:creationId xmlns:a16="http://schemas.microsoft.com/office/drawing/2014/main" id="{8F9A2A9E-1D52-45F8-87B7-97B263072E7A}"/>
                </a:ext>
              </a:extLst>
            </p:cNvPr>
            <p:cNvCxnSpPr/>
            <p:nvPr/>
          </p:nvCxnSpPr>
          <p:spPr>
            <a:xfrm>
              <a:off x="6193424" y="3406288"/>
              <a:ext cx="0" cy="70199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ZoneTexte 70">
              <a:extLst>
                <a:ext uri="{FF2B5EF4-FFF2-40B4-BE49-F238E27FC236}">
                  <a16:creationId xmlns:a16="http://schemas.microsoft.com/office/drawing/2014/main" id="{B6AD6F34-C63C-4768-90CD-AFBEAE4AA5BC}"/>
                </a:ext>
              </a:extLst>
            </p:cNvPr>
            <p:cNvSpPr txBox="1"/>
            <p:nvPr/>
          </p:nvSpPr>
          <p:spPr>
            <a:xfrm>
              <a:off x="5429979" y="3560622"/>
              <a:ext cx="5341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…</a:t>
              </a:r>
            </a:p>
          </p:txBody>
        </p:sp>
        <p:sp>
          <p:nvSpPr>
            <p:cNvPr id="72" name="ZoneTexte 71">
              <a:extLst>
                <a:ext uri="{FF2B5EF4-FFF2-40B4-BE49-F238E27FC236}">
                  <a16:creationId xmlns:a16="http://schemas.microsoft.com/office/drawing/2014/main" id="{30BC7FD7-8B31-4D3A-BB27-4CB5DC6D1D22}"/>
                </a:ext>
              </a:extLst>
            </p:cNvPr>
            <p:cNvSpPr txBox="1"/>
            <p:nvPr/>
          </p:nvSpPr>
          <p:spPr>
            <a:xfrm>
              <a:off x="6467072" y="3544383"/>
              <a:ext cx="5341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…</a:t>
              </a:r>
            </a:p>
          </p:txBody>
        </p:sp>
        <p:cxnSp>
          <p:nvCxnSpPr>
            <p:cNvPr id="73" name="Connecteur droit 72">
              <a:extLst>
                <a:ext uri="{FF2B5EF4-FFF2-40B4-BE49-F238E27FC236}">
                  <a16:creationId xmlns:a16="http://schemas.microsoft.com/office/drawing/2014/main" id="{193710FC-2670-4BE7-A5E9-A81DF2CA81C3}"/>
                </a:ext>
              </a:extLst>
            </p:cNvPr>
            <p:cNvCxnSpPr/>
            <p:nvPr/>
          </p:nvCxnSpPr>
          <p:spPr>
            <a:xfrm>
              <a:off x="6422394" y="3429000"/>
              <a:ext cx="0" cy="70199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4" name="ZoneTexte 73">
              <a:extLst>
                <a:ext uri="{FF2B5EF4-FFF2-40B4-BE49-F238E27FC236}">
                  <a16:creationId xmlns:a16="http://schemas.microsoft.com/office/drawing/2014/main" id="{1A7BEDF6-55F9-477A-BC3E-5A12DCCBE5DE}"/>
                </a:ext>
              </a:extLst>
            </p:cNvPr>
            <p:cNvSpPr txBox="1"/>
            <p:nvPr/>
          </p:nvSpPr>
          <p:spPr>
            <a:xfrm>
              <a:off x="2115752" y="2495224"/>
              <a:ext cx="16544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3D blocks (</a:t>
              </a:r>
              <a:r>
                <a:rPr lang="fr-FR" sz="900" dirty="0" err="1"/>
                <a:t>regions</a:t>
              </a:r>
              <a:r>
                <a:rPr lang="fr-FR" sz="900" dirty="0"/>
                <a:t>*variable*time)</a:t>
              </a:r>
            </a:p>
          </p:txBody>
        </p:sp>
        <p:sp>
          <p:nvSpPr>
            <p:cNvPr id="75" name="ZoneTexte 74">
              <a:extLst>
                <a:ext uri="{FF2B5EF4-FFF2-40B4-BE49-F238E27FC236}">
                  <a16:creationId xmlns:a16="http://schemas.microsoft.com/office/drawing/2014/main" id="{1D1795C7-A616-45A5-B830-68BB4959FD13}"/>
                </a:ext>
              </a:extLst>
            </p:cNvPr>
            <p:cNvSpPr txBox="1"/>
            <p:nvPr/>
          </p:nvSpPr>
          <p:spPr>
            <a:xfrm>
              <a:off x="5725875" y="2630064"/>
              <a:ext cx="165440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2D blocks (</a:t>
              </a:r>
              <a:r>
                <a:rPr lang="fr-FR" sz="900" dirty="0" err="1"/>
                <a:t>regions</a:t>
              </a:r>
              <a:r>
                <a:rPr lang="fr-FR" sz="900" dirty="0"/>
                <a:t>*fPC1)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0465BFCD-E2C0-4F0B-97C1-FAD860669415}"/>
                </a:ext>
              </a:extLst>
            </p:cNvPr>
            <p:cNvSpPr/>
            <p:nvPr/>
          </p:nvSpPr>
          <p:spPr>
            <a:xfrm>
              <a:off x="10088739" y="1898469"/>
              <a:ext cx="135038" cy="249604"/>
            </a:xfrm>
            <a:prstGeom prst="rect">
              <a:avLst/>
            </a:prstGeom>
            <a:solidFill>
              <a:srgbClr val="F8766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BCB01B8E-CA9B-407A-B7F9-6026A7C70473}"/>
                </a:ext>
              </a:extLst>
            </p:cNvPr>
            <p:cNvSpPr/>
            <p:nvPr/>
          </p:nvSpPr>
          <p:spPr>
            <a:xfrm>
              <a:off x="7499646" y="1847641"/>
              <a:ext cx="270076" cy="249604"/>
            </a:xfrm>
            <a:prstGeom prst="rect">
              <a:avLst/>
            </a:prstGeom>
            <a:solidFill>
              <a:srgbClr val="E76BF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3F4F811-FC42-4BF3-9BFD-AA041DBE9D03}"/>
                </a:ext>
              </a:extLst>
            </p:cNvPr>
            <p:cNvSpPr/>
            <p:nvPr/>
          </p:nvSpPr>
          <p:spPr>
            <a:xfrm>
              <a:off x="8023290" y="2423177"/>
              <a:ext cx="270076" cy="249604"/>
            </a:xfrm>
            <a:prstGeom prst="rect">
              <a:avLst/>
            </a:prstGeom>
            <a:solidFill>
              <a:srgbClr val="00B0F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C7848DAD-DF2C-4311-B7C6-5CDCF723DA04}"/>
                </a:ext>
              </a:extLst>
            </p:cNvPr>
            <p:cNvSpPr/>
            <p:nvPr/>
          </p:nvSpPr>
          <p:spPr>
            <a:xfrm>
              <a:off x="8368605" y="1826430"/>
              <a:ext cx="270076" cy="249604"/>
            </a:xfrm>
            <a:prstGeom prst="rect">
              <a:avLst/>
            </a:prstGeom>
            <a:solidFill>
              <a:srgbClr val="00BF7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89A2F1EF-079A-45DB-BCC5-4AA5F755D2ED}"/>
                </a:ext>
              </a:extLst>
            </p:cNvPr>
            <p:cNvSpPr/>
            <p:nvPr/>
          </p:nvSpPr>
          <p:spPr>
            <a:xfrm>
              <a:off x="9227647" y="1931788"/>
              <a:ext cx="270076" cy="249604"/>
            </a:xfrm>
            <a:prstGeom prst="rect">
              <a:avLst/>
            </a:prstGeom>
            <a:solidFill>
              <a:srgbClr val="A3A5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81" name="Connecteur droit avec flèche 80">
              <a:extLst>
                <a:ext uri="{FF2B5EF4-FFF2-40B4-BE49-F238E27FC236}">
                  <a16:creationId xmlns:a16="http://schemas.microsoft.com/office/drawing/2014/main" id="{EEAE4AB1-0CB5-4A1E-B42D-EB3DDAE30CF1}"/>
                </a:ext>
              </a:extLst>
            </p:cNvPr>
            <p:cNvCxnSpPr/>
            <p:nvPr/>
          </p:nvCxnSpPr>
          <p:spPr>
            <a:xfrm>
              <a:off x="7623313" y="2167636"/>
              <a:ext cx="318052" cy="249239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Connecteur droit avec flèche 81">
              <a:extLst>
                <a:ext uri="{FF2B5EF4-FFF2-40B4-BE49-F238E27FC236}">
                  <a16:creationId xmlns:a16="http://schemas.microsoft.com/office/drawing/2014/main" id="{70B19FC3-123F-4A13-BF34-783B5AB60EE2}"/>
                </a:ext>
              </a:extLst>
            </p:cNvPr>
            <p:cNvCxnSpPr>
              <a:cxnSpLocks/>
            </p:cNvCxnSpPr>
            <p:nvPr/>
          </p:nvCxnSpPr>
          <p:spPr>
            <a:xfrm>
              <a:off x="7824519" y="1942882"/>
              <a:ext cx="468847" cy="508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Connecteur droit avec flèche 82">
              <a:extLst>
                <a:ext uri="{FF2B5EF4-FFF2-40B4-BE49-F238E27FC236}">
                  <a16:creationId xmlns:a16="http://schemas.microsoft.com/office/drawing/2014/main" id="{247DD1DE-02F5-485D-AC5A-1EE1013791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37194" y="2145056"/>
              <a:ext cx="210614" cy="223128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Connecteur : en angle 83">
              <a:extLst>
                <a:ext uri="{FF2B5EF4-FFF2-40B4-BE49-F238E27FC236}">
                  <a16:creationId xmlns:a16="http://schemas.microsoft.com/office/drawing/2014/main" id="{6CA8ECD1-0CD6-44C0-A8C4-B27899FDB0C4}"/>
                </a:ext>
              </a:extLst>
            </p:cNvPr>
            <p:cNvCxnSpPr>
              <a:stCxn id="77" idx="0"/>
              <a:endCxn id="76" idx="0"/>
            </p:cNvCxnSpPr>
            <p:nvPr/>
          </p:nvCxnSpPr>
          <p:spPr>
            <a:xfrm rot="16200000" flipH="1">
              <a:off x="8870057" y="612268"/>
              <a:ext cx="50828" cy="2521574"/>
            </a:xfrm>
            <a:prstGeom prst="bentConnector3">
              <a:avLst>
                <a:gd name="adj1" fmla="val -449752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Connecteur : en angle 84">
              <a:extLst>
                <a:ext uri="{FF2B5EF4-FFF2-40B4-BE49-F238E27FC236}">
                  <a16:creationId xmlns:a16="http://schemas.microsoft.com/office/drawing/2014/main" id="{0F4A9731-462B-48D1-818C-73690769304F}"/>
                </a:ext>
              </a:extLst>
            </p:cNvPr>
            <p:cNvCxnSpPr>
              <a:cxnSpLocks/>
              <a:stCxn id="78" idx="2"/>
              <a:endCxn id="76" idx="2"/>
            </p:cNvCxnSpPr>
            <p:nvPr/>
          </p:nvCxnSpPr>
          <p:spPr>
            <a:xfrm rot="5400000" flipH="1" flipV="1">
              <a:off x="8894939" y="1411462"/>
              <a:ext cx="524708" cy="1997930"/>
            </a:xfrm>
            <a:prstGeom prst="bentConnector3">
              <a:avLst>
                <a:gd name="adj1" fmla="val -17048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Connecteur : en angle 85">
              <a:extLst>
                <a:ext uri="{FF2B5EF4-FFF2-40B4-BE49-F238E27FC236}">
                  <a16:creationId xmlns:a16="http://schemas.microsoft.com/office/drawing/2014/main" id="{F3CF17CD-59B4-4A0B-BEE6-E521BA7A7167}"/>
                </a:ext>
              </a:extLst>
            </p:cNvPr>
            <p:cNvCxnSpPr>
              <a:stCxn id="79" idx="2"/>
              <a:endCxn id="76" idx="2"/>
            </p:cNvCxnSpPr>
            <p:nvPr/>
          </p:nvCxnSpPr>
          <p:spPr>
            <a:xfrm rot="16200000" flipH="1">
              <a:off x="9293931" y="1285745"/>
              <a:ext cx="72039" cy="1652615"/>
            </a:xfrm>
            <a:prstGeom prst="bentConnector3">
              <a:avLst>
                <a:gd name="adj1" fmla="val 417328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Connecteur droit avec flèche 86">
              <a:extLst>
                <a:ext uri="{FF2B5EF4-FFF2-40B4-BE49-F238E27FC236}">
                  <a16:creationId xmlns:a16="http://schemas.microsoft.com/office/drawing/2014/main" id="{7519F058-58B2-478D-8628-3334EF0A6D3A}"/>
                </a:ext>
              </a:extLst>
            </p:cNvPr>
            <p:cNvCxnSpPr>
              <a:cxnSpLocks/>
              <a:endCxn id="76" idx="1"/>
            </p:cNvCxnSpPr>
            <p:nvPr/>
          </p:nvCxnSpPr>
          <p:spPr>
            <a:xfrm>
              <a:off x="9521280" y="2017265"/>
              <a:ext cx="567459" cy="60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Connecteur : en arc 87">
              <a:extLst>
                <a:ext uri="{FF2B5EF4-FFF2-40B4-BE49-F238E27FC236}">
                  <a16:creationId xmlns:a16="http://schemas.microsoft.com/office/drawing/2014/main" id="{B09D0099-DF33-43A3-950E-680588EE4BA5}"/>
                </a:ext>
              </a:extLst>
            </p:cNvPr>
            <p:cNvCxnSpPr>
              <a:stCxn id="77" idx="0"/>
              <a:endCxn id="80" idx="0"/>
            </p:cNvCxnSpPr>
            <p:nvPr/>
          </p:nvCxnSpPr>
          <p:spPr>
            <a:xfrm rot="16200000" flipH="1">
              <a:off x="8456610" y="1025714"/>
              <a:ext cx="84147" cy="1728001"/>
            </a:xfrm>
            <a:prstGeom prst="curvedConnector3">
              <a:avLst>
                <a:gd name="adj1" fmla="val -271667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Connecteur droit avec flèche 88">
              <a:extLst>
                <a:ext uri="{FF2B5EF4-FFF2-40B4-BE49-F238E27FC236}">
                  <a16:creationId xmlns:a16="http://schemas.microsoft.com/office/drawing/2014/main" id="{4869A485-C644-4AA9-B2A8-C71E6CC2B5A0}"/>
                </a:ext>
              </a:extLst>
            </p:cNvPr>
            <p:cNvCxnSpPr>
              <a:cxnSpLocks/>
              <a:stCxn id="79" idx="3"/>
              <a:endCxn id="80" idx="1"/>
            </p:cNvCxnSpPr>
            <p:nvPr/>
          </p:nvCxnSpPr>
          <p:spPr>
            <a:xfrm>
              <a:off x="8638681" y="1951232"/>
              <a:ext cx="588966" cy="1053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09747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D8B1B96-4344-41EC-BB3F-025E941480CE}"/>
              </a:ext>
            </a:extLst>
          </p:cNvPr>
          <p:cNvSpPr txBox="1"/>
          <p:nvPr/>
        </p:nvSpPr>
        <p:spPr>
          <a:xfrm>
            <a:off x="97008" y="-4146"/>
            <a:ext cx="9766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How to </a:t>
            </a:r>
            <a:r>
              <a:rPr lang="fr-FR" sz="2800" dirty="0" err="1"/>
              <a:t>summarize</a:t>
            </a:r>
            <a:r>
              <a:rPr lang="fr-FR" sz="2800" dirty="0"/>
              <a:t> temporal information ? </a:t>
            </a:r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126A8F8-27A3-411A-B855-21472B4CBE80}"/>
              </a:ext>
            </a:extLst>
          </p:cNvPr>
          <p:cNvSpPr txBox="1"/>
          <p:nvPr/>
        </p:nvSpPr>
        <p:spPr>
          <a:xfrm>
            <a:off x="812800" y="1769534"/>
            <a:ext cx="917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6394AC9-F6DF-4BD7-A871-AE2CB5EF3C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73" y="745406"/>
            <a:ext cx="4389121" cy="3511297"/>
          </a:xfrm>
          <a:prstGeom prst="rect">
            <a:avLst/>
          </a:prstGeom>
        </p:spPr>
      </p:pic>
      <p:sp>
        <p:nvSpPr>
          <p:cNvPr id="6" name="Flèche : bas 5">
            <a:extLst>
              <a:ext uri="{FF2B5EF4-FFF2-40B4-BE49-F238E27FC236}">
                <a16:creationId xmlns:a16="http://schemas.microsoft.com/office/drawing/2014/main" id="{1D143A1D-05D8-4E77-9951-AFB93A3086FC}"/>
              </a:ext>
            </a:extLst>
          </p:cNvPr>
          <p:cNvSpPr/>
          <p:nvPr/>
        </p:nvSpPr>
        <p:spPr>
          <a:xfrm rot="16200000">
            <a:off x="5063404" y="1419699"/>
            <a:ext cx="676656" cy="174565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E3ACC9B-B96C-4260-8B51-C284C6620D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07572" y="745407"/>
            <a:ext cx="4389121" cy="351129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5E80EBA-3F01-444E-B7CB-61634128CB53}"/>
              </a:ext>
            </a:extLst>
          </p:cNvPr>
          <p:cNvSpPr/>
          <p:nvPr/>
        </p:nvSpPr>
        <p:spPr>
          <a:xfrm>
            <a:off x="4709160" y="745406"/>
            <a:ext cx="1565402" cy="11108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70A4E77-26DF-4F9E-8FD2-6335972B909A}"/>
              </a:ext>
            </a:extLst>
          </p:cNvPr>
          <p:cNvSpPr txBox="1"/>
          <p:nvPr/>
        </p:nvSpPr>
        <p:spPr>
          <a:xfrm>
            <a:off x="4760301" y="769711"/>
            <a:ext cx="14739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u="sng" dirty="0"/>
              <a:t>Projection B-</a:t>
            </a:r>
            <a:r>
              <a:rPr lang="fr-FR" sz="1000" u="sng" dirty="0" err="1"/>
              <a:t>spline</a:t>
            </a:r>
            <a:r>
              <a:rPr lang="fr-FR" sz="1000" u="sng" dirty="0"/>
              <a:t> basis</a:t>
            </a:r>
            <a:br>
              <a:rPr lang="fr-FR" sz="1000" u="sng" dirty="0"/>
            </a:br>
            <a:endParaRPr lang="fr-FR" sz="1000" u="sng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/>
              <a:t>Local </a:t>
            </a:r>
            <a:r>
              <a:rPr lang="fr-FR" sz="1000" dirty="0" err="1"/>
              <a:t>polynomials</a:t>
            </a:r>
            <a:endParaRPr lang="fr-F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 err="1"/>
              <a:t>Smoothed</a:t>
            </a:r>
            <a:r>
              <a:rPr lang="fr-FR" sz="1000" dirty="0"/>
              <a:t> </a:t>
            </a:r>
            <a:r>
              <a:rPr lang="fr-FR" sz="1000" dirty="0" err="1"/>
              <a:t>function</a:t>
            </a:r>
            <a:endParaRPr lang="fr-FR" sz="1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7740A1-C507-4413-85C6-7ADC5F2F3083}"/>
              </a:ext>
            </a:extLst>
          </p:cNvPr>
          <p:cNvSpPr/>
          <p:nvPr/>
        </p:nvSpPr>
        <p:spPr>
          <a:xfrm>
            <a:off x="4599432" y="2834640"/>
            <a:ext cx="1929384" cy="1107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A4F0634-9881-49C2-9353-8F4DD7DE2DAB}"/>
              </a:ext>
            </a:extLst>
          </p:cNvPr>
          <p:cNvSpPr txBox="1"/>
          <p:nvPr/>
        </p:nvSpPr>
        <p:spPr>
          <a:xfrm>
            <a:off x="4660392" y="2834640"/>
            <a:ext cx="175327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u="sng" dirty="0"/>
              <a:t>Rules</a:t>
            </a:r>
          </a:p>
          <a:p>
            <a:pPr algn="ctr"/>
            <a:endParaRPr lang="fr-FR" sz="900" u="sng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900" dirty="0" err="1"/>
              <a:t>Order</a:t>
            </a:r>
            <a:r>
              <a:rPr lang="fr-FR" sz="900" dirty="0"/>
              <a:t> m : max </a:t>
            </a:r>
            <a:r>
              <a:rPr lang="fr-FR" sz="900" dirty="0" err="1"/>
              <a:t>polynomes</a:t>
            </a:r>
            <a:r>
              <a:rPr lang="fr-FR" sz="900" dirty="0"/>
              <a:t> </a:t>
            </a:r>
            <a:r>
              <a:rPr lang="fr-FR" sz="900" dirty="0" err="1"/>
              <a:t>degree</a:t>
            </a:r>
            <a:r>
              <a:rPr lang="fr-FR" sz="900" dirty="0"/>
              <a:t> = m-1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900" dirty="0"/>
              <a:t>K basis </a:t>
            </a:r>
            <a:r>
              <a:rPr lang="fr-FR" sz="900" dirty="0" err="1"/>
              <a:t>functions</a:t>
            </a:r>
            <a:r>
              <a:rPr lang="fr-FR" sz="900" dirty="0"/>
              <a:t>: </a:t>
            </a:r>
            <a:br>
              <a:rPr lang="fr-FR" sz="900" dirty="0"/>
            </a:br>
            <a:r>
              <a:rPr lang="fr-FR" sz="900" b="1" dirty="0"/>
              <a:t>m &lt; K &lt; n </a:t>
            </a:r>
            <a:br>
              <a:rPr lang="fr-FR" sz="900" dirty="0"/>
            </a:br>
            <a:r>
              <a:rPr lang="fr-FR" sz="900" dirty="0" err="1"/>
              <a:t>here</a:t>
            </a:r>
            <a:r>
              <a:rPr lang="fr-FR" sz="900" dirty="0"/>
              <a:t> K = 5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9BDFF0ED-1288-4D63-A7AE-A8E3DAF6DFF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89" t="8574" r="20391" b="9699"/>
          <a:stretch/>
        </p:blipFill>
        <p:spPr>
          <a:xfrm>
            <a:off x="1993392" y="4592243"/>
            <a:ext cx="5614416" cy="2041727"/>
          </a:xfrm>
          <a:prstGeom prst="rect">
            <a:avLst/>
          </a:prstGeom>
        </p:spPr>
      </p:pic>
      <p:sp>
        <p:nvSpPr>
          <p:cNvPr id="16" name="Flèche : virage 15">
            <a:extLst>
              <a:ext uri="{FF2B5EF4-FFF2-40B4-BE49-F238E27FC236}">
                <a16:creationId xmlns:a16="http://schemas.microsoft.com/office/drawing/2014/main" id="{8EB22C6C-8D16-40D1-B785-30DC70146809}"/>
              </a:ext>
            </a:extLst>
          </p:cNvPr>
          <p:cNvSpPr/>
          <p:nvPr/>
        </p:nvSpPr>
        <p:spPr>
          <a:xfrm rot="10800000">
            <a:off x="7607808" y="4486299"/>
            <a:ext cx="1344168" cy="1411581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F881DE-C7D0-434F-8C14-3592C9F1637A}"/>
              </a:ext>
            </a:extLst>
          </p:cNvPr>
          <p:cNvSpPr/>
          <p:nvPr/>
        </p:nvSpPr>
        <p:spPr>
          <a:xfrm>
            <a:off x="9418320" y="4983480"/>
            <a:ext cx="1865376" cy="10008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6E708652-5CF4-4726-9EBB-D862CB4B2343}"/>
              </a:ext>
            </a:extLst>
          </p:cNvPr>
          <p:cNvSpPr txBox="1"/>
          <p:nvPr/>
        </p:nvSpPr>
        <p:spPr>
          <a:xfrm>
            <a:off x="9418320" y="5084064"/>
            <a:ext cx="1865376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50" b="1" dirty="0" err="1"/>
              <a:t>fPCA</a:t>
            </a:r>
            <a:r>
              <a:rPr lang="fr-FR" sz="1050" dirty="0"/>
              <a:t> </a:t>
            </a:r>
            <a:r>
              <a:rPr lang="fr-FR" sz="1050" dirty="0" err="1"/>
              <a:t>permits</a:t>
            </a:r>
            <a:r>
              <a:rPr lang="fr-FR" sz="1050" dirty="0"/>
              <a:t> to </a:t>
            </a:r>
            <a:r>
              <a:rPr lang="fr-FR" sz="1050" dirty="0" err="1"/>
              <a:t>summarize</a:t>
            </a:r>
            <a:r>
              <a:rPr lang="fr-FR" sz="1050" dirty="0"/>
              <a:t> the main </a:t>
            </a:r>
            <a:r>
              <a:rPr lang="fr-FR" sz="1050" dirty="0" err="1"/>
              <a:t>functional</a:t>
            </a:r>
            <a:r>
              <a:rPr lang="fr-FR" sz="1050" dirty="0"/>
              <a:t> mode of variation </a:t>
            </a:r>
            <a:r>
              <a:rPr lang="fr-FR" sz="1050" dirty="0" err="1"/>
              <a:t>into</a:t>
            </a:r>
            <a:r>
              <a:rPr lang="fr-FR" sz="1050" dirty="0"/>
              <a:t> a </a:t>
            </a:r>
            <a:r>
              <a:rPr lang="fr-FR" sz="1050" dirty="0" err="1"/>
              <a:t>vector</a:t>
            </a:r>
            <a:r>
              <a:rPr lang="fr-FR" sz="105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050" dirty="0"/>
          </a:p>
        </p:txBody>
      </p:sp>
      <p:sp>
        <p:nvSpPr>
          <p:cNvPr id="19" name="Vague 18">
            <a:extLst>
              <a:ext uri="{FF2B5EF4-FFF2-40B4-BE49-F238E27FC236}">
                <a16:creationId xmlns:a16="http://schemas.microsoft.com/office/drawing/2014/main" id="{3B05EBFE-F50F-4B70-BBF0-CBFF4F8CEE21}"/>
              </a:ext>
            </a:extLst>
          </p:cNvPr>
          <p:cNvSpPr/>
          <p:nvPr/>
        </p:nvSpPr>
        <p:spPr>
          <a:xfrm>
            <a:off x="182880" y="5084064"/>
            <a:ext cx="1746504" cy="1108856"/>
          </a:xfrm>
          <a:prstGeom prst="wav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B75D91C2-A1DC-4E80-90AA-69B5C220E771}"/>
              </a:ext>
            </a:extLst>
          </p:cNvPr>
          <p:cNvSpPr txBox="1"/>
          <p:nvPr/>
        </p:nvSpPr>
        <p:spPr>
          <a:xfrm>
            <a:off x="267462" y="5315326"/>
            <a:ext cx="1531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900" dirty="0"/>
              <a:t>No time mode </a:t>
            </a:r>
            <a:r>
              <a:rPr lang="fr-FR" sz="900" dirty="0" err="1"/>
              <a:t>anymore</a:t>
            </a:r>
            <a:r>
              <a:rPr lang="fr-FR" sz="900" dirty="0"/>
              <a:t> </a:t>
            </a:r>
            <a:r>
              <a:rPr lang="fr-FR" sz="900" dirty="0">
                <a:sym typeface="Wingdings" panose="05000000000000000000" pitchFamily="2" charset="2"/>
              </a:rPr>
              <a:t> </a:t>
            </a:r>
            <a:r>
              <a:rPr lang="fr-FR" sz="900" dirty="0" err="1">
                <a:sym typeface="Wingdings" panose="05000000000000000000" pitchFamily="2" charset="2"/>
              </a:rPr>
              <a:t>vector</a:t>
            </a:r>
            <a:r>
              <a:rPr lang="fr-FR" sz="900" dirty="0">
                <a:sym typeface="Wingdings" panose="05000000000000000000" pitchFamily="2" charset="2"/>
              </a:rPr>
              <a:t> of </a:t>
            </a:r>
            <a:r>
              <a:rPr lang="fr-FR" sz="900" b="1" dirty="0" err="1">
                <a:sym typeface="Wingdings" panose="05000000000000000000" pitchFamily="2" charset="2"/>
              </a:rPr>
              <a:t>independant</a:t>
            </a:r>
            <a:r>
              <a:rPr lang="fr-FR" sz="900" b="1" dirty="0">
                <a:sym typeface="Wingdings" panose="05000000000000000000" pitchFamily="2" charset="2"/>
              </a:rPr>
              <a:t> observations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070714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D8B1B96-4344-41EC-BB3F-025E941480CE}"/>
              </a:ext>
            </a:extLst>
          </p:cNvPr>
          <p:cNvSpPr txBox="1"/>
          <p:nvPr/>
        </p:nvSpPr>
        <p:spPr>
          <a:xfrm>
            <a:off x="97008" y="-4146"/>
            <a:ext cx="9766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How to </a:t>
            </a:r>
            <a:r>
              <a:rPr lang="fr-FR" sz="2800" dirty="0" err="1"/>
              <a:t>remove</a:t>
            </a:r>
            <a:r>
              <a:rPr lang="fr-FR" sz="2800" dirty="0"/>
              <a:t> </a:t>
            </a:r>
            <a:r>
              <a:rPr lang="fr-FR" sz="2800" dirty="0" err="1"/>
              <a:t>redundancy</a:t>
            </a:r>
            <a:r>
              <a:rPr lang="fr-FR" sz="2800" dirty="0"/>
              <a:t> </a:t>
            </a:r>
            <a:r>
              <a:rPr lang="fr-FR" sz="2800" dirty="0" err="1"/>
              <a:t>within</a:t>
            </a:r>
            <a:r>
              <a:rPr lang="fr-FR" sz="2800" dirty="0"/>
              <a:t> a block ?</a:t>
            </a:r>
            <a:endParaRPr lang="fr-FR" dirty="0"/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ADCE6214-28BE-4DC6-9782-7D71123F95F4}"/>
              </a:ext>
            </a:extLst>
          </p:cNvPr>
          <p:cNvGrpSpPr/>
          <p:nvPr/>
        </p:nvGrpSpPr>
        <p:grpSpPr>
          <a:xfrm>
            <a:off x="6620082" y="907385"/>
            <a:ext cx="3841603" cy="3207086"/>
            <a:chOff x="596802" y="990010"/>
            <a:chExt cx="3841603" cy="3207086"/>
          </a:xfrm>
        </p:grpSpPr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2CED8148-35AC-41DF-B2B3-DA6BC7FAFD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6802" y="1295334"/>
              <a:ext cx="3841603" cy="2901762"/>
            </a:xfrm>
            <a:prstGeom prst="rect">
              <a:avLst/>
            </a:prstGeom>
          </p:spPr>
        </p:pic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718BAC26-F4A2-4650-A390-79346F2D453A}"/>
                </a:ext>
              </a:extLst>
            </p:cNvPr>
            <p:cNvSpPr txBox="1"/>
            <p:nvPr/>
          </p:nvSpPr>
          <p:spPr>
            <a:xfrm>
              <a:off x="917404" y="990010"/>
              <a:ext cx="3200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/>
                <a:t>Block X</a:t>
              </a: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BE8963C3-AF49-40DB-AD75-A5D97270EF8F}"/>
                </a:ext>
              </a:extLst>
            </p:cNvPr>
            <p:cNvSpPr txBox="1"/>
            <p:nvPr/>
          </p:nvSpPr>
          <p:spPr>
            <a:xfrm>
              <a:off x="3145536" y="1794160"/>
              <a:ext cx="31089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X</a:t>
              </a:r>
              <a:r>
                <a:rPr lang="fr-FR" sz="900" baseline="-25000" dirty="0"/>
                <a:t>1</a:t>
              </a: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2731FBFD-8DD1-4234-86E3-B395601CABCA}"/>
                </a:ext>
              </a:extLst>
            </p:cNvPr>
            <p:cNvSpPr txBox="1"/>
            <p:nvPr/>
          </p:nvSpPr>
          <p:spPr>
            <a:xfrm>
              <a:off x="2986291" y="1977752"/>
              <a:ext cx="37490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X</a:t>
              </a:r>
              <a:r>
                <a:rPr lang="fr-FR" sz="900" baseline="-25000" dirty="0"/>
                <a:t>2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FAB9AB46-3C03-4BF6-BE37-2B41B8AFE789}"/>
                </a:ext>
              </a:extLst>
            </p:cNvPr>
            <p:cNvSpPr txBox="1"/>
            <p:nvPr/>
          </p:nvSpPr>
          <p:spPr>
            <a:xfrm>
              <a:off x="3300984" y="2093168"/>
              <a:ext cx="37490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X</a:t>
              </a:r>
              <a:r>
                <a:rPr lang="fr-FR" sz="900" baseline="-25000" dirty="0"/>
                <a:t>3</a:t>
              </a:r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F45C21B8-283D-42F9-B0A5-C5D20187A143}"/>
                </a:ext>
              </a:extLst>
            </p:cNvPr>
            <p:cNvSpPr txBox="1"/>
            <p:nvPr/>
          </p:nvSpPr>
          <p:spPr>
            <a:xfrm>
              <a:off x="3113532" y="3031988"/>
              <a:ext cx="37490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X</a:t>
              </a:r>
              <a:r>
                <a:rPr lang="fr-FR" sz="900" baseline="-25000" dirty="0"/>
                <a:t>4</a:t>
              </a:r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E4870C53-B84C-404C-BC9F-0374FA5CD2AF}"/>
                </a:ext>
              </a:extLst>
            </p:cNvPr>
            <p:cNvSpPr txBox="1"/>
            <p:nvPr/>
          </p:nvSpPr>
          <p:spPr>
            <a:xfrm>
              <a:off x="3361195" y="3313584"/>
              <a:ext cx="37490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X</a:t>
              </a:r>
              <a:r>
                <a:rPr lang="fr-FR" sz="900" baseline="-25000" dirty="0"/>
                <a:t>5</a:t>
              </a: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B86A3BC6-D10E-458A-9AA7-870D4224B590}"/>
                </a:ext>
              </a:extLst>
            </p:cNvPr>
            <p:cNvSpPr txBox="1"/>
            <p:nvPr/>
          </p:nvSpPr>
          <p:spPr>
            <a:xfrm>
              <a:off x="2954287" y="3417624"/>
              <a:ext cx="37490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X</a:t>
              </a:r>
              <a:r>
                <a:rPr lang="fr-FR" sz="900" baseline="-25000" dirty="0"/>
                <a:t>6</a:t>
              </a: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D160FBD3-46CB-4C12-B5DF-0F382B4BB139}"/>
                </a:ext>
              </a:extLst>
            </p:cNvPr>
            <p:cNvSpPr txBox="1"/>
            <p:nvPr/>
          </p:nvSpPr>
          <p:spPr>
            <a:xfrm>
              <a:off x="3380490" y="1897392"/>
              <a:ext cx="37490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c</a:t>
              </a:r>
              <a:r>
                <a:rPr lang="fr-FR" sz="900" baseline="-25000" dirty="0"/>
                <a:t>1</a:t>
              </a:r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A6B368CA-58C8-4F53-96EC-5E3A3FD30A94}"/>
                </a:ext>
              </a:extLst>
            </p:cNvPr>
            <p:cNvSpPr txBox="1"/>
            <p:nvPr/>
          </p:nvSpPr>
          <p:spPr>
            <a:xfrm>
              <a:off x="3436361" y="3452728"/>
              <a:ext cx="37490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c</a:t>
              </a:r>
              <a:r>
                <a:rPr lang="fr-FR" sz="900" baseline="-25000" dirty="0"/>
                <a:t>2</a:t>
              </a:r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678EFA42-132F-4F82-9C48-24528509845F}"/>
                </a:ext>
              </a:extLst>
            </p:cNvPr>
            <p:cNvSpPr txBox="1"/>
            <p:nvPr/>
          </p:nvSpPr>
          <p:spPr>
            <a:xfrm>
              <a:off x="1230510" y="3383710"/>
              <a:ext cx="37490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X</a:t>
              </a:r>
              <a:r>
                <a:rPr lang="fr-FR" sz="900" baseline="-25000" dirty="0"/>
                <a:t>7</a:t>
              </a:r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14B49A54-DEB6-4C51-B007-FACD335A7C8F}"/>
                </a:ext>
              </a:extLst>
            </p:cNvPr>
            <p:cNvSpPr txBox="1"/>
            <p:nvPr/>
          </p:nvSpPr>
          <p:spPr>
            <a:xfrm>
              <a:off x="1246552" y="3201624"/>
              <a:ext cx="37490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X</a:t>
              </a:r>
              <a:r>
                <a:rPr lang="fr-FR" sz="900" baseline="-25000" dirty="0"/>
                <a:t>8</a:t>
              </a:r>
            </a:p>
          </p:txBody>
        </p: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FEE81DEE-95BF-429C-B22C-E6E294BD7809}"/>
                </a:ext>
              </a:extLst>
            </p:cNvPr>
            <p:cNvSpPr txBox="1"/>
            <p:nvPr/>
          </p:nvSpPr>
          <p:spPr>
            <a:xfrm>
              <a:off x="1068881" y="3031988"/>
              <a:ext cx="37490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X</a:t>
              </a:r>
              <a:r>
                <a:rPr lang="fr-FR" sz="900" baseline="-25000" dirty="0"/>
                <a:t>9</a:t>
              </a:r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A038F85C-D7F7-45FF-8AB8-9B92D46010F4}"/>
              </a:ext>
            </a:extLst>
          </p:cNvPr>
          <p:cNvGrpSpPr/>
          <p:nvPr/>
        </p:nvGrpSpPr>
        <p:grpSpPr>
          <a:xfrm>
            <a:off x="331465" y="1276717"/>
            <a:ext cx="6235032" cy="2477841"/>
            <a:chOff x="97008" y="1087990"/>
            <a:chExt cx="6235032" cy="2477841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78E0ED8-5923-4872-AFFF-0B30AA283D0C}"/>
                </a:ext>
              </a:extLst>
            </p:cNvPr>
            <p:cNvSpPr/>
            <p:nvPr/>
          </p:nvSpPr>
          <p:spPr>
            <a:xfrm>
              <a:off x="97008" y="1088136"/>
              <a:ext cx="5807909" cy="247769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ZoneTexte 20">
                  <a:extLst>
                    <a:ext uri="{FF2B5EF4-FFF2-40B4-BE49-F238E27FC236}">
                      <a16:creationId xmlns:a16="http://schemas.microsoft.com/office/drawing/2014/main" id="{A8277BE6-8A08-4262-BBB4-99235F6B4F83}"/>
                    </a:ext>
                  </a:extLst>
                </p:cNvPr>
                <p:cNvSpPr txBox="1"/>
                <p:nvPr/>
              </p:nvSpPr>
              <p:spPr>
                <a:xfrm>
                  <a:off x="223848" y="1708273"/>
                  <a:ext cx="6108192" cy="160531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800" dirty="0"/>
                    <a:t>The principle of the algorithm is to find latent variables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a14:m>
                  <a:r>
                    <a:rPr lang="en-US" sz="1800" dirty="0"/>
                    <a:t> which maximizes the criterion </a:t>
                  </a:r>
                  <a:br>
                    <a:rPr lang="fr-FR" sz="1800" b="0" i="1" dirty="0">
                      <a:latin typeface="Cambria Math" panose="02040503050406030204" pitchFamily="18" charset="0"/>
                    </a:rPr>
                  </a:br>
                  <a14:m>
                    <m:oMath xmlns:m="http://schemas.openxmlformats.org/officeDocument/2006/math"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𝑘𝑗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𝑐𝑜𝑣</m:t>
                                  </m:r>
                                </m:e>
                                <m:sup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a14:m>
                  <a:r>
                    <a:rPr lang="en-US" sz="1800" dirty="0"/>
                    <a:t> </a:t>
                  </a:r>
                  <a:br>
                    <a:rPr lang="en-US" sz="1800" dirty="0"/>
                  </a:br>
                  <a:r>
                    <a:rPr lang="en-US" sz="1800" dirty="0"/>
                    <a:t>with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</m:sSub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1 </m:t>
                              </m:r>
                              <m:r>
                                <m:rPr>
                                  <m:sty m:val="p"/>
                                </m:rPr>
                                <a:rPr lang="fr-FR" sz="18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fr-FR" sz="1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fr-F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8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fr-FR" sz="18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fr-FR" sz="1800" b="0" i="0" smtClean="0">
                                  <a:latin typeface="Cambria Math" panose="02040503050406030204" pitchFamily="18" charset="0"/>
                                </a:rPr>
                                <m:t>belong</m:t>
                              </m:r>
                              <m:r>
                                <a:rPr lang="fr-FR" sz="1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fr-FR" sz="1800" b="0" i="0" smtClean="0">
                                  <a:latin typeface="Cambria Math" panose="02040503050406030204" pitchFamily="18" charset="0"/>
                                </a:rPr>
                                <m:t>to</m:t>
                              </m:r>
                              <m:r>
                                <a:rPr lang="fr-FR" sz="1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fr-FR" sz="1800" b="0" i="0" smtClean="0">
                                  <a:latin typeface="Cambria Math" panose="02040503050406030204" pitchFamily="18" charset="0"/>
                                </a:rPr>
                                <m:t>cluster</m:t>
                              </m:r>
                              <m:r>
                                <a:rPr lang="fr-FR" sz="1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  <m:r>
                                <m:rPr>
                                  <m:sty m:val="p"/>
                                </m:rPr>
                                <a:rPr lang="fr-FR" sz="1800" b="0" i="0" smtClean="0">
                                  <a:latin typeface="Cambria Math" panose="02040503050406030204" pitchFamily="18" charset="0"/>
                                </a:rPr>
                                <m:t>elsewhere</m:t>
                              </m:r>
                            </m:e>
                          </m:eqArr>
                        </m:e>
                      </m:d>
                    </m:oMath>
                  </a14:m>
                  <a:endParaRPr lang="en-US" sz="1800" dirty="0"/>
                </a:p>
              </p:txBody>
            </p:sp>
          </mc:Choice>
          <mc:Fallback>
            <p:sp>
              <p:nvSpPr>
                <p:cNvPr id="21" name="ZoneTexte 20">
                  <a:extLst>
                    <a:ext uri="{FF2B5EF4-FFF2-40B4-BE49-F238E27FC236}">
                      <a16:creationId xmlns:a16="http://schemas.microsoft.com/office/drawing/2014/main" id="{A8277BE6-8A08-4262-BBB4-99235F6B4F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848" y="1708273"/>
                  <a:ext cx="6108192" cy="1605311"/>
                </a:xfrm>
                <a:prstGeom prst="rect">
                  <a:avLst/>
                </a:prstGeom>
                <a:blipFill>
                  <a:blip r:embed="rId4"/>
                  <a:stretch>
                    <a:fillRect l="-599" t="-1515" b="-758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FDE2783-6AB0-4476-8179-2ECFD42475EB}"/>
                </a:ext>
              </a:extLst>
            </p:cNvPr>
            <p:cNvSpPr/>
            <p:nvPr/>
          </p:nvSpPr>
          <p:spPr>
            <a:xfrm>
              <a:off x="511890" y="2314856"/>
              <a:ext cx="3209718" cy="35112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E2A06E6A-6209-4748-9557-703B47EADA34}"/>
                </a:ext>
              </a:extLst>
            </p:cNvPr>
            <p:cNvSpPr txBox="1"/>
            <p:nvPr/>
          </p:nvSpPr>
          <p:spPr>
            <a:xfrm>
              <a:off x="338328" y="1087990"/>
              <a:ext cx="556658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u="sng" dirty="0"/>
                <a:t>Clustering of components </a:t>
              </a:r>
              <a:r>
                <a:rPr lang="fr-FR" b="1" u="sng" dirty="0" err="1"/>
                <a:t>arouns</a:t>
              </a:r>
              <a:r>
                <a:rPr lang="fr-FR" b="1" u="sng" dirty="0"/>
                <a:t> latent variables (Vigneau &amp; </a:t>
              </a:r>
              <a:r>
                <a:rPr lang="fr-FR" b="1" u="sng" dirty="0" err="1"/>
                <a:t>Qannari</a:t>
              </a:r>
              <a:r>
                <a:rPr lang="fr-FR" b="1" u="sng" dirty="0"/>
                <a:t>, 2003)</a:t>
              </a:r>
            </a:p>
          </p:txBody>
        </p:sp>
      </p:grp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A99427C8-4BC3-4F26-8943-5E75BB0EEB6E}"/>
              </a:ext>
            </a:extLst>
          </p:cNvPr>
          <p:cNvGrpSpPr/>
          <p:nvPr/>
        </p:nvGrpSpPr>
        <p:grpSpPr>
          <a:xfrm>
            <a:off x="331465" y="4512347"/>
            <a:ext cx="10879906" cy="1235979"/>
            <a:chOff x="310361" y="5022477"/>
            <a:chExt cx="10879906" cy="1235979"/>
          </a:xfrm>
        </p:grpSpPr>
        <p:pic>
          <p:nvPicPr>
            <p:cNvPr id="26" name="Image 25">
              <a:extLst>
                <a:ext uri="{FF2B5EF4-FFF2-40B4-BE49-F238E27FC236}">
                  <a16:creationId xmlns:a16="http://schemas.microsoft.com/office/drawing/2014/main" id="{6F0573B6-FFF2-489A-9196-8344A82971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0361" y="5022477"/>
              <a:ext cx="2798233" cy="728112"/>
            </a:xfrm>
            <a:prstGeom prst="rect">
              <a:avLst/>
            </a:prstGeom>
          </p:spPr>
        </p:pic>
        <p:cxnSp>
          <p:nvCxnSpPr>
            <p:cNvPr id="27" name="Connecteur droit avec flèche 26">
              <a:extLst>
                <a:ext uri="{FF2B5EF4-FFF2-40B4-BE49-F238E27FC236}">
                  <a16:creationId xmlns:a16="http://schemas.microsoft.com/office/drawing/2014/main" id="{6C61E319-A314-47E0-892A-644F15DE7ED5}"/>
                </a:ext>
              </a:extLst>
            </p:cNvPr>
            <p:cNvCxnSpPr>
              <a:cxnSpLocks/>
            </p:cNvCxnSpPr>
            <p:nvPr/>
          </p:nvCxnSpPr>
          <p:spPr>
            <a:xfrm>
              <a:off x="3108594" y="5386398"/>
              <a:ext cx="1329267" cy="1"/>
            </a:xfrm>
            <a:prstGeom prst="straightConnector1">
              <a:avLst/>
            </a:prstGeom>
            <a:noFill/>
            <a:ln w="9525" cap="flat" cmpd="sng" algn="ctr">
              <a:solidFill>
                <a:srgbClr val="00AC8C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pic>
          <p:nvPicPr>
            <p:cNvPr id="28" name="Image 27">
              <a:extLst>
                <a:ext uri="{FF2B5EF4-FFF2-40B4-BE49-F238E27FC236}">
                  <a16:creationId xmlns:a16="http://schemas.microsoft.com/office/drawing/2014/main" id="{2F0F0824-E233-4B8A-92A2-8F69E35B7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37861" y="5022477"/>
              <a:ext cx="2654300" cy="826083"/>
            </a:xfrm>
            <a:prstGeom prst="rect">
              <a:avLst/>
            </a:prstGeom>
          </p:spPr>
        </p:pic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215C82BD-6193-48DB-BA59-71824B1B04F5}"/>
                </a:ext>
              </a:extLst>
            </p:cNvPr>
            <p:cNvSpPr txBox="1"/>
            <p:nvPr/>
          </p:nvSpPr>
          <p:spPr>
            <a:xfrm>
              <a:off x="3260994" y="5583862"/>
              <a:ext cx="973667" cy="64633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ysClr val="windowText" lastClr="00000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Clustering of variables </a:t>
              </a:r>
              <a:r>
                <a:rPr kumimoji="0" lang="fr-FR" sz="9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around</a:t>
              </a:r>
              <a:r>
                <a:rPr kumimoji="0" lang="fr-F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 latent component</a:t>
              </a:r>
            </a:p>
          </p:txBody>
        </p:sp>
        <p:cxnSp>
          <p:nvCxnSpPr>
            <p:cNvPr id="30" name="Connecteur droit avec flèche 29">
              <a:extLst>
                <a:ext uri="{FF2B5EF4-FFF2-40B4-BE49-F238E27FC236}">
                  <a16:creationId xmlns:a16="http://schemas.microsoft.com/office/drawing/2014/main" id="{A3D426C6-48AB-4AC5-BD9F-D8855D8276B3}"/>
                </a:ext>
              </a:extLst>
            </p:cNvPr>
            <p:cNvCxnSpPr>
              <a:cxnSpLocks/>
            </p:cNvCxnSpPr>
            <p:nvPr/>
          </p:nvCxnSpPr>
          <p:spPr>
            <a:xfrm>
              <a:off x="7092161" y="5386398"/>
              <a:ext cx="1329267" cy="1"/>
            </a:xfrm>
            <a:prstGeom prst="straightConnector1">
              <a:avLst/>
            </a:prstGeom>
            <a:noFill/>
            <a:ln w="9525" cap="flat" cmpd="sng" algn="ctr">
              <a:solidFill>
                <a:srgbClr val="00AC8C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sp>
          <p:nvSpPr>
            <p:cNvPr id="31" name="ZoneTexte 30">
              <a:extLst>
                <a:ext uri="{FF2B5EF4-FFF2-40B4-BE49-F238E27FC236}">
                  <a16:creationId xmlns:a16="http://schemas.microsoft.com/office/drawing/2014/main" id="{12AB41F8-990C-4542-B0CE-D0A24174F06A}"/>
                </a:ext>
              </a:extLst>
            </p:cNvPr>
            <p:cNvSpPr txBox="1"/>
            <p:nvPr/>
          </p:nvSpPr>
          <p:spPr>
            <a:xfrm>
              <a:off x="7269960" y="5612125"/>
              <a:ext cx="973667" cy="64633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ysClr val="windowText" lastClr="00000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9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We</a:t>
              </a:r>
              <a:r>
                <a:rPr kumimoji="0" lang="fr-F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 </a:t>
              </a:r>
              <a:r>
                <a:rPr kumimoji="0" lang="fr-FR" sz="9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keep</a:t>
              </a:r>
              <a:r>
                <a:rPr kumimoji="0" lang="fr-F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 </a:t>
              </a:r>
              <a:r>
                <a:rPr kumimoji="0" lang="fr-FR" sz="9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only</a:t>
              </a:r>
              <a:r>
                <a:rPr kumimoji="0" lang="fr-F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 variables </a:t>
              </a:r>
              <a:r>
                <a:rPr kumimoji="0" lang="fr-FR" sz="9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which</a:t>
              </a:r>
              <a:r>
                <a:rPr kumimoji="0" lang="fr-F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 are the </a:t>
              </a:r>
              <a:r>
                <a:rPr kumimoji="0" lang="fr-FR" sz="9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most</a:t>
              </a:r>
              <a:r>
                <a:rPr kumimoji="0" lang="fr-F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 relevant for us</a:t>
              </a:r>
            </a:p>
          </p:txBody>
        </p:sp>
        <p:pic>
          <p:nvPicPr>
            <p:cNvPr id="32" name="Image 31">
              <a:extLst>
                <a:ext uri="{FF2B5EF4-FFF2-40B4-BE49-F238E27FC236}">
                  <a16:creationId xmlns:a16="http://schemas.microsoft.com/office/drawing/2014/main" id="{792679F9-CD9D-4B3A-9CFE-1E23D5CA3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537067" y="5022819"/>
              <a:ext cx="2653200" cy="825741"/>
            </a:xfrm>
            <a:prstGeom prst="rect">
              <a:avLst/>
            </a:prstGeom>
          </p:spPr>
        </p:pic>
      </p:grpSp>
      <p:sp>
        <p:nvSpPr>
          <p:cNvPr id="34" name="Accolade ouvrante 33">
            <a:extLst>
              <a:ext uri="{FF2B5EF4-FFF2-40B4-BE49-F238E27FC236}">
                <a16:creationId xmlns:a16="http://schemas.microsoft.com/office/drawing/2014/main" id="{F035C502-945D-44E1-9195-747DE8C3674B}"/>
              </a:ext>
            </a:extLst>
          </p:cNvPr>
          <p:cNvSpPr/>
          <p:nvPr/>
        </p:nvSpPr>
        <p:spPr>
          <a:xfrm rot="16200000">
            <a:off x="5188090" y="5013539"/>
            <a:ext cx="139426" cy="896109"/>
          </a:xfrm>
          <a:prstGeom prst="leftBrac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Accolade ouvrante 34">
            <a:extLst>
              <a:ext uri="{FF2B5EF4-FFF2-40B4-BE49-F238E27FC236}">
                <a16:creationId xmlns:a16="http://schemas.microsoft.com/office/drawing/2014/main" id="{83902582-10AA-4E32-B0DA-FCDE499473A2}"/>
              </a:ext>
            </a:extLst>
          </p:cNvPr>
          <p:cNvSpPr/>
          <p:nvPr/>
        </p:nvSpPr>
        <p:spPr>
          <a:xfrm rot="16200000">
            <a:off x="6338832" y="4777498"/>
            <a:ext cx="104103" cy="136818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B5E46621-B776-4F22-AE7C-44EC5317E9F5}"/>
              </a:ext>
            </a:extLst>
          </p:cNvPr>
          <p:cNvSpPr txBox="1"/>
          <p:nvPr/>
        </p:nvSpPr>
        <p:spPr>
          <a:xfrm>
            <a:off x="4809748" y="5704724"/>
            <a:ext cx="896110" cy="369332"/>
          </a:xfrm>
          <a:prstGeom prst="rect">
            <a:avLst/>
          </a:prstGeom>
          <a:solidFill>
            <a:schemeClr val="accent2"/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Correlated</a:t>
            </a:r>
            <a:r>
              <a:rPr kumimoji="0" lang="fr-FR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fr-FR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each</a:t>
            </a:r>
            <a:r>
              <a:rPr kumimoji="0" lang="fr-FR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fr-FR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other</a:t>
            </a:r>
            <a:endParaRPr kumimoji="0" lang="fr-FR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A8C92B43-6373-40EF-A9C6-A67D429C75F8}"/>
              </a:ext>
            </a:extLst>
          </p:cNvPr>
          <p:cNvSpPr txBox="1"/>
          <p:nvPr/>
        </p:nvSpPr>
        <p:spPr>
          <a:xfrm>
            <a:off x="5811786" y="5700544"/>
            <a:ext cx="1263192" cy="2308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Correlated</a:t>
            </a:r>
            <a:r>
              <a:rPr kumimoji="0" lang="fr-FR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fr-FR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each</a:t>
            </a:r>
            <a:r>
              <a:rPr kumimoji="0" lang="fr-FR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fr-FR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other</a:t>
            </a:r>
            <a:endParaRPr kumimoji="0" lang="fr-FR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8" name="Vague 37">
            <a:extLst>
              <a:ext uri="{FF2B5EF4-FFF2-40B4-BE49-F238E27FC236}">
                <a16:creationId xmlns:a16="http://schemas.microsoft.com/office/drawing/2014/main" id="{823CEEAC-8CE5-4588-9076-C25AA4F058AC}"/>
              </a:ext>
            </a:extLst>
          </p:cNvPr>
          <p:cNvSpPr/>
          <p:nvPr/>
        </p:nvSpPr>
        <p:spPr>
          <a:xfrm>
            <a:off x="8741664" y="5645291"/>
            <a:ext cx="2834640" cy="1020685"/>
          </a:xfrm>
          <a:prstGeom prst="wav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87876C15-688A-4DFB-A125-13AE44A3DC77}"/>
              </a:ext>
            </a:extLst>
          </p:cNvPr>
          <p:cNvSpPr txBox="1"/>
          <p:nvPr/>
        </p:nvSpPr>
        <p:spPr>
          <a:xfrm>
            <a:off x="8858056" y="5886310"/>
            <a:ext cx="250545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u="sng" dirty="0" err="1"/>
              <a:t>Remark</a:t>
            </a:r>
            <a:r>
              <a:rPr lang="fr-FR" sz="900" u="sng" dirty="0"/>
              <a:t>:</a:t>
            </a:r>
            <a:r>
              <a:rPr lang="fr-FR" sz="900" dirty="0"/>
              <a:t> This </a:t>
            </a:r>
            <a:r>
              <a:rPr lang="fr-FR" sz="900" dirty="0" err="1"/>
              <a:t>method</a:t>
            </a:r>
            <a:r>
              <a:rPr lang="fr-FR" sz="900" dirty="0"/>
              <a:t> </a:t>
            </a:r>
            <a:r>
              <a:rPr lang="fr-FR" sz="900" dirty="0" err="1"/>
              <a:t>also</a:t>
            </a:r>
            <a:r>
              <a:rPr lang="fr-FR" sz="900" dirty="0"/>
              <a:t> permit to </a:t>
            </a:r>
            <a:r>
              <a:rPr lang="fr-FR" sz="900" dirty="0" err="1"/>
              <a:t>obtain</a:t>
            </a:r>
            <a:r>
              <a:rPr lang="fr-FR" sz="900" dirty="0"/>
              <a:t> </a:t>
            </a:r>
            <a:r>
              <a:rPr lang="fr-FR" sz="900" dirty="0" err="1"/>
              <a:t>unidimensional</a:t>
            </a:r>
            <a:r>
              <a:rPr lang="fr-FR" sz="900" dirty="0"/>
              <a:t> blocks, a </a:t>
            </a:r>
            <a:r>
              <a:rPr lang="fr-FR" sz="900" dirty="0" err="1"/>
              <a:t>necessary</a:t>
            </a:r>
            <a:r>
              <a:rPr lang="fr-FR" sz="900" dirty="0"/>
              <a:t> </a:t>
            </a:r>
            <a:r>
              <a:rPr lang="fr-FR" sz="900" dirty="0" err="1"/>
              <a:t>assumption</a:t>
            </a:r>
            <a:r>
              <a:rPr lang="fr-FR" sz="900" dirty="0"/>
              <a:t> for </a:t>
            </a:r>
            <a:r>
              <a:rPr lang="fr-FR" sz="900" dirty="0" err="1"/>
              <a:t>applying</a:t>
            </a:r>
            <a:r>
              <a:rPr lang="fr-FR" sz="900" dirty="0"/>
              <a:t> the model GSCA</a:t>
            </a:r>
            <a:endParaRPr lang="fr-FR" sz="900" u="sng" dirty="0"/>
          </a:p>
        </p:txBody>
      </p:sp>
    </p:spTree>
    <p:extLst>
      <p:ext uri="{BB962C8B-B14F-4D97-AF65-F5344CB8AC3E}">
        <p14:creationId xmlns:p14="http://schemas.microsoft.com/office/powerpoint/2010/main" val="1013786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D8B1B96-4344-41EC-BB3F-025E941480CE}"/>
              </a:ext>
            </a:extLst>
          </p:cNvPr>
          <p:cNvSpPr txBox="1"/>
          <p:nvPr/>
        </p:nvSpPr>
        <p:spPr>
          <a:xfrm>
            <a:off x="97008" y="-4146"/>
            <a:ext cx="9766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Scientific </a:t>
            </a:r>
            <a:r>
              <a:rPr lang="fr-FR" sz="2800" dirty="0" err="1"/>
              <a:t>Problematic</a:t>
            </a:r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126A8F8-27A3-411A-B855-21472B4CBE80}"/>
              </a:ext>
            </a:extLst>
          </p:cNvPr>
          <p:cNvSpPr txBox="1"/>
          <p:nvPr/>
        </p:nvSpPr>
        <p:spPr>
          <a:xfrm>
            <a:off x="812800" y="1769534"/>
            <a:ext cx="917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C8BC15E-4105-4180-B284-66CC3E7A6BFE}"/>
              </a:ext>
            </a:extLst>
          </p:cNvPr>
          <p:cNvSpPr txBox="1"/>
          <p:nvPr/>
        </p:nvSpPr>
        <p:spPr>
          <a:xfrm>
            <a:off x="1413933" y="2358274"/>
            <a:ext cx="893233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2"/>
                </a:solidFill>
              </a:rPr>
              <a:t>How can temporal and regional variations in fluoroquinolone resistance in France primary care settings be explained within a One Health framework ?</a:t>
            </a:r>
            <a:endParaRPr lang="fr-FR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6630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569C1422-F534-4F82-9CDB-68E65C3B5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1677" y="639321"/>
            <a:ext cx="5240322" cy="296549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1D8B1B96-4344-41EC-BB3F-025E941480CE}"/>
              </a:ext>
            </a:extLst>
          </p:cNvPr>
          <p:cNvSpPr txBox="1"/>
          <p:nvPr/>
        </p:nvSpPr>
        <p:spPr>
          <a:xfrm>
            <a:off x="97008" y="-4146"/>
            <a:ext cx="9766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/>
              <a:t>Generalized</a:t>
            </a:r>
            <a:r>
              <a:rPr lang="fr-FR" sz="2800" dirty="0"/>
              <a:t> </a:t>
            </a:r>
            <a:r>
              <a:rPr lang="fr-FR" sz="2800" dirty="0" err="1"/>
              <a:t>structured</a:t>
            </a:r>
            <a:r>
              <a:rPr lang="fr-FR" sz="2800" dirty="0"/>
              <a:t> component </a:t>
            </a:r>
            <a:r>
              <a:rPr lang="fr-FR" sz="2800" dirty="0" err="1"/>
              <a:t>analysis</a:t>
            </a:r>
            <a:r>
              <a:rPr lang="fr-FR" sz="2800" dirty="0"/>
              <a:t> (GSCA)</a:t>
            </a:r>
            <a:r>
              <a:rPr lang="fr-FR" sz="2800" baseline="30000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1BA99191-B606-4EBE-8403-A898E492C95F}"/>
                  </a:ext>
                </a:extLst>
              </p:cNvPr>
              <p:cNvSpPr txBox="1"/>
              <p:nvPr/>
            </p:nvSpPr>
            <p:spPr>
              <a:xfrm>
                <a:off x="97008" y="711200"/>
                <a:ext cx="6854670" cy="4103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u="sng" dirty="0"/>
                  <a:t>Notations:</a:t>
                </a:r>
                <a:r>
                  <a:rPr lang="fr-FR" sz="1600" dirty="0"/>
                  <a:t>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|…|</m:t>
                    </m:r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fr-FR" sz="1600" dirty="0"/>
                  <a:t> the matrix of K blocks of fPC1 scores, </a:t>
                </a:r>
                <a:r>
                  <a:rPr lang="fr-FR" sz="1600" dirty="0" err="1"/>
                  <a:t>each</a:t>
                </a:r>
                <a:r>
                  <a:rPr lang="fr-FR" sz="1600" dirty="0"/>
                  <a:t> of size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fr-FR" sz="1600" dirty="0"/>
                  <a:t>,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⟦"/>
                        <m:endChr m:val="⟧"/>
                        <m:ctrlP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</m:d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fr-FR" sz="1600" dirty="0"/>
                  <a:t>. In </a:t>
                </a:r>
                <a:r>
                  <a:rPr lang="fr-FR" sz="1600" dirty="0" err="1"/>
                  <a:t>our</a:t>
                </a:r>
                <a:r>
                  <a:rPr lang="fr-FR" sz="1600" dirty="0"/>
                  <a:t> </a:t>
                </a:r>
                <a:r>
                  <a:rPr lang="fr-FR" sz="1600" dirty="0" err="1"/>
                  <a:t>example</a:t>
                </a:r>
                <a:r>
                  <a:rPr lang="fr-FR" sz="16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=5, </m:t>
                    </m:r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fr-FR" sz="1600" dirty="0"/>
                  <a:t> </a:t>
                </a:r>
                <a:r>
                  <a:rPr lang="fr-FR" sz="1600" dirty="0" err="1"/>
                  <a:t>vary</a:t>
                </a:r>
                <a:r>
                  <a:rPr lang="fr-FR" sz="1600" dirty="0"/>
                  <a:t> </a:t>
                </a:r>
                <a:r>
                  <a:rPr lang="fr-FR" sz="1600" dirty="0" err="1"/>
                  <a:t>between</a:t>
                </a:r>
                <a:r>
                  <a:rPr lang="fr-FR" sz="1600" dirty="0"/>
                  <a:t> 1 (block Y) and 4 (block Animals). </a:t>
                </a:r>
                <a:br>
                  <a:rPr lang="fr-FR" sz="1600" dirty="0"/>
                </a:br>
                <a:r>
                  <a:rPr lang="fr-FR" sz="1600" dirty="0" err="1"/>
                  <a:t>Each</a:t>
                </a:r>
                <a:r>
                  <a:rPr lang="fr-FR" sz="1600" dirty="0"/>
                  <a:t>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fr-FR" sz="1600" dirty="0"/>
                  <a:t> </a:t>
                </a:r>
                <a:r>
                  <a:rPr lang="fr-FR" sz="1600" dirty="0" err="1"/>
                  <a:t>is</a:t>
                </a:r>
                <a:r>
                  <a:rPr lang="fr-FR" sz="1600" dirty="0"/>
                  <a:t> </a:t>
                </a:r>
                <a:r>
                  <a:rPr lang="fr-FR" sz="1600" dirty="0" err="1"/>
                  <a:t>summarized</a:t>
                </a:r>
                <a:r>
                  <a:rPr lang="fr-FR" sz="1600" dirty="0"/>
                  <a:t> by a latent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fr-FR" sz="16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fr-FR" sz="1600" b="1" i="0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fr-FR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fr-FR" sz="16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sSub>
                      <m:sSubPr>
                        <m:ctrlPr>
                          <a:rPr lang="fr-FR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fr-FR" sz="16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fr-FR" sz="1600" dirty="0"/>
                  <a:t> </a:t>
                </a:r>
                <a:r>
                  <a:rPr lang="fr-FR" sz="1600" dirty="0" err="1"/>
                  <a:t>with</a:t>
                </a:r>
                <a:r>
                  <a:rPr lang="fr-FR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fr-FR" sz="1600" dirty="0"/>
                  <a:t> the </a:t>
                </a:r>
                <a:r>
                  <a:rPr lang="fr-FR" sz="1600" dirty="0" err="1"/>
                  <a:t>corresponding</a:t>
                </a:r>
                <a:r>
                  <a:rPr lang="fr-FR" sz="1600" dirty="0"/>
                  <a:t> </a:t>
                </a:r>
                <a:r>
                  <a:rPr lang="fr-FR" sz="1600" dirty="0" err="1"/>
                  <a:t>weight</a:t>
                </a:r>
                <a:r>
                  <a:rPr lang="fr-FR" sz="1600" dirty="0"/>
                  <a:t> of the block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fr-FR" sz="1600" dirty="0"/>
                  <a:t>.</a:t>
                </a:r>
                <a:br>
                  <a:rPr lang="fr-FR" sz="1600" dirty="0"/>
                </a:br>
                <a:r>
                  <a:rPr lang="fr-FR" sz="1600" dirty="0"/>
                  <a:t>The model </a:t>
                </a:r>
                <a:r>
                  <a:rPr lang="fr-FR" sz="1600" dirty="0" err="1"/>
                  <a:t>is</a:t>
                </a:r>
                <a:r>
                  <a:rPr lang="fr-FR" sz="1600" dirty="0"/>
                  <a:t> </a:t>
                </a:r>
                <a:r>
                  <a:rPr lang="fr-FR" sz="1600" dirty="0" err="1"/>
                  <a:t>reflective</a:t>
                </a:r>
                <a:r>
                  <a:rPr lang="fr-FR" sz="1600" dirty="0"/>
                  <a:t>, </a:t>
                </a:r>
                <a:r>
                  <a:rPr lang="fr-FR" sz="1600" dirty="0" err="1"/>
                  <a:t>it</a:t>
                </a:r>
                <a:r>
                  <a:rPr lang="fr-FR" sz="1600" dirty="0"/>
                  <a:t> </a:t>
                </a:r>
                <a:r>
                  <a:rPr lang="fr-FR" sz="1600" dirty="0" err="1"/>
                  <a:t>means</a:t>
                </a:r>
                <a:r>
                  <a:rPr lang="fr-FR" sz="1600" dirty="0"/>
                  <a:t> </a:t>
                </a:r>
                <a:r>
                  <a:rPr lang="fr-FR" sz="1600" dirty="0" err="1"/>
                  <a:t>that</a:t>
                </a:r>
                <a:r>
                  <a:rPr lang="fr-FR" sz="1600" dirty="0"/>
                  <a:t> the latent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fr-FR" sz="1600" dirty="0"/>
                  <a:t> are </a:t>
                </a:r>
                <a:r>
                  <a:rPr lang="fr-FR" sz="1600" dirty="0" err="1"/>
                  <a:t>also</a:t>
                </a:r>
                <a:r>
                  <a:rPr lang="fr-FR" sz="1600" dirty="0"/>
                  <a:t> </a:t>
                </a:r>
                <a:r>
                  <a:rPr lang="fr-FR" sz="1600" dirty="0" err="1"/>
                  <a:t>predictors</a:t>
                </a:r>
                <a:r>
                  <a:rPr lang="fr-FR" sz="1600" dirty="0"/>
                  <a:t> of fPC1: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fr-FR" sz="16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fr-FR" sz="16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fr-FR" sz="16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sSub>
                      <m:sSubPr>
                        <m:ctrlPr>
                          <a:rPr lang="fr-FR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fr-FR" sz="16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fr-FR" sz="1600" b="1" dirty="0"/>
                  <a:t>.</a:t>
                </a:r>
                <a:br>
                  <a:rPr lang="fr-FR" sz="1600" b="1" dirty="0"/>
                </a:br>
                <a:endParaRPr lang="fr-FR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u="sng" dirty="0"/>
                  <a:t>Assumptions:</a:t>
                </a:r>
                <a:r>
                  <a:rPr lang="fr-FR" sz="1600" dirty="0"/>
                  <a:t> The blocks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fr-FR" sz="1600" dirty="0"/>
                  <a:t> are </a:t>
                </a:r>
                <a:r>
                  <a:rPr lang="fr-FR" sz="1600" dirty="0" err="1"/>
                  <a:t>supposed</a:t>
                </a:r>
                <a:r>
                  <a:rPr lang="fr-FR" sz="1600" dirty="0"/>
                  <a:t> to </a:t>
                </a:r>
                <a:r>
                  <a:rPr lang="fr-FR" sz="1600" dirty="0" err="1"/>
                  <a:t>be</a:t>
                </a:r>
                <a:r>
                  <a:rPr lang="fr-FR" sz="1600" dirty="0"/>
                  <a:t> </a:t>
                </a:r>
                <a:r>
                  <a:rPr lang="fr-FR" sz="1600" dirty="0" err="1"/>
                  <a:t>unidimensional</a:t>
                </a:r>
                <a:r>
                  <a:rPr lang="fr-FR" sz="1600" dirty="0"/>
                  <a:t>, </a:t>
                </a:r>
                <a:r>
                  <a:rPr lang="fr-FR" sz="1600" dirty="0" err="1"/>
                  <a:t>columnwise-centered</a:t>
                </a:r>
                <a:r>
                  <a:rPr lang="fr-FR" sz="1600" dirty="0"/>
                  <a:t> and </a:t>
                </a:r>
                <a:r>
                  <a:rPr lang="fr-FR" sz="1600" dirty="0" err="1"/>
                  <a:t>scales</a:t>
                </a:r>
                <a:r>
                  <a:rPr lang="fr-FR" sz="1600" dirty="0"/>
                  <a:t> to unit variance. No NA</a:t>
                </a:r>
                <a:br>
                  <a:rPr lang="fr-FR" sz="1600" dirty="0"/>
                </a:br>
                <a:endParaRPr lang="fr-FR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u="sng" dirty="0" err="1"/>
                  <a:t>Regression</a:t>
                </a:r>
                <a:r>
                  <a:rPr lang="fr-FR" sz="1600" u="sng" dirty="0"/>
                  <a:t> </a:t>
                </a:r>
                <a:r>
                  <a:rPr lang="fr-FR" sz="1600" u="sng" dirty="0" err="1"/>
                  <a:t>models</a:t>
                </a:r>
                <a:r>
                  <a:rPr lang="fr-FR" sz="1600" u="sng" dirty="0"/>
                  <a:t> </a:t>
                </a:r>
                <a:r>
                  <a:rPr lang="fr-FR" sz="1600" u="sng" dirty="0" err="1"/>
                  <a:t>considered</a:t>
                </a:r>
                <a:r>
                  <a:rPr lang="fr-FR" sz="1600" u="sng" dirty="0"/>
                  <a:t>:</a:t>
                </a:r>
                <a:r>
                  <a:rPr lang="fr-FR" sz="1600" dirty="0"/>
                  <a:t> </a:t>
                </a:r>
                <a:r>
                  <a:rPr lang="fr-F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</a:t>
                </a:r>
                <a:r>
                  <a:rPr lang="fr-FR" sz="18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</a:t>
                </a:r>
                <a:r>
                  <a:rPr lang="fr-FR" sz="1800" b="1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r>
                  <a:rPr lang="fr-F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fr-FR" sz="18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</a:t>
                </a:r>
                <a:r>
                  <a:rPr lang="fr-FR" sz="1800" b="1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fr-F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fr-FR" sz="18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</a:t>
                </a:r>
                <a:r>
                  <a:rPr lang="fr-FR" sz="1800" b="1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  <a:r>
                  <a:rPr lang="fr-F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fr-FR" sz="18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</a:t>
                </a:r>
                <a:r>
                  <a:rPr lang="fr-FR" sz="1800" b="1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4</a:t>
                </a:r>
                <a:r>
                  <a:rPr lang="fr-F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 </a:t>
                </a:r>
                <a:r>
                  <a:rPr lang="fr-F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→</a:t>
                </a:r>
                <a:r>
                  <a:rPr lang="fr-FR" sz="18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fr-FR" sz="1800" b="1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</a:t>
                </a:r>
                <a:r>
                  <a:rPr lang="fr-FR" sz="1800" b="1" baseline="-250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y</a:t>
                </a:r>
                <a:r>
                  <a:rPr lang="fr-FR" sz="1800" b="1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</a:t>
                </a:r>
                <a:r>
                  <a:rPr lang="fr-F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</a:t>
                </a:r>
                <a:r>
                  <a:rPr lang="fr-FR" sz="18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</a:t>
                </a:r>
                <a:r>
                  <a:rPr lang="fr-FR" sz="1800" b="1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  <a:r>
                  <a:rPr lang="fr-F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fr-FR" sz="18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</a:t>
                </a:r>
                <a:r>
                  <a:rPr lang="fr-FR" sz="1800" b="1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4</a:t>
                </a:r>
                <a:r>
                  <a:rPr lang="fr-F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 </a:t>
                </a:r>
                <a:r>
                  <a:rPr lang="fr-F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→</a:t>
                </a:r>
                <a:r>
                  <a:rPr lang="fr-FR" sz="18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t</a:t>
                </a:r>
                <a:r>
                  <a:rPr lang="fr-FR" sz="1800" b="1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r>
                  <a:rPr lang="fr-F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(</a:t>
                </a:r>
                <a:r>
                  <a:rPr lang="fr-FR" sz="18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</a:t>
                </a:r>
                <a:r>
                  <a:rPr lang="fr-FR" sz="1800" b="1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  <a:r>
                  <a:rPr lang="fr-F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fr-FR" sz="18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</a:t>
                </a:r>
                <a:r>
                  <a:rPr lang="fr-FR" sz="1800" b="1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4</a:t>
                </a:r>
                <a:r>
                  <a:rPr lang="fr-F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 </a:t>
                </a:r>
                <a:r>
                  <a:rPr lang="fr-F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→</a:t>
                </a:r>
                <a:r>
                  <a:rPr lang="fr-FR" sz="18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t</a:t>
                </a:r>
                <a:r>
                  <a:rPr lang="fr-FR" sz="1800" b="1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fr-F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(</a:t>
                </a:r>
                <a:r>
                  <a:rPr lang="fr-FR" sz="18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</a:t>
                </a:r>
                <a:r>
                  <a:rPr lang="fr-FR" sz="1800" b="1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fr-F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fr-FR" sz="18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</a:t>
                </a:r>
                <a:r>
                  <a:rPr lang="fr-FR" sz="1800" b="1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  <a:r>
                  <a:rPr lang="fr-F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 </a:t>
                </a:r>
                <a:r>
                  <a:rPr lang="fr-F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→</a:t>
                </a:r>
                <a:r>
                  <a:rPr lang="fr-FR" sz="18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t</a:t>
                </a:r>
                <a:r>
                  <a:rPr lang="fr-FR" sz="1800" b="1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4</a:t>
                </a:r>
                <a:r>
                  <a:rPr lang="fr-F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and (</a:t>
                </a:r>
                <a:r>
                  <a:rPr lang="fr-FR" sz="18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</a:t>
                </a:r>
                <a:r>
                  <a:rPr lang="fr-FR" sz="1800" b="1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fr-F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fr-FR" sz="18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</a:t>
                </a:r>
                <a:r>
                  <a:rPr lang="fr-FR" sz="1800" b="1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4</a:t>
                </a:r>
                <a:r>
                  <a:rPr lang="fr-F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 </a:t>
                </a:r>
                <a:r>
                  <a:rPr lang="fr-F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→</a:t>
                </a:r>
                <a:r>
                  <a:rPr lang="fr-FR" sz="18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t</a:t>
                </a:r>
                <a:r>
                  <a:rPr lang="fr-FR" sz="1800" b="1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3.</a:t>
                </a:r>
                <a:br>
                  <a:rPr lang="fr-FR" sz="1600" b="1" u="sng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fr-FR" sz="24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Solutions are </a:t>
                </a:r>
                <a:r>
                  <a:rPr lang="fr-FR" sz="2400" baseline="-250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obtained</a:t>
                </a:r>
                <a:r>
                  <a:rPr lang="fr-FR" sz="24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by an </a:t>
                </a:r>
                <a:r>
                  <a:rPr lang="fr-FR" sz="2400" baseline="-250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Alternating</a:t>
                </a:r>
                <a:r>
                  <a:rPr lang="fr-FR" sz="24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Least square </a:t>
                </a:r>
                <a:r>
                  <a:rPr lang="fr-FR" sz="2400" baseline="-250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Algorithm</a:t>
                </a:r>
                <a:r>
                  <a:rPr lang="fr-FR" sz="24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 Once Path Coefficients </a:t>
                </a:r>
                <a:r>
                  <a:rPr lang="fr-FR" sz="2400" baseline="-250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estimated</a:t>
                </a:r>
                <a:r>
                  <a:rPr lang="fr-FR" sz="24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fr-FR" sz="2400" baseline="-250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those</a:t>
                </a:r>
                <a:r>
                  <a:rPr lang="fr-FR" sz="24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fr-FR" sz="2400" baseline="-250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who</a:t>
                </a:r>
                <a:r>
                  <a:rPr lang="fr-FR" sz="24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are close to 0 are </a:t>
                </a:r>
                <a:r>
                  <a:rPr lang="fr-FR" sz="2400" baseline="-250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eliminated</a:t>
                </a:r>
                <a:r>
                  <a:rPr lang="fr-FR" sz="24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and a new model </a:t>
                </a:r>
                <a:r>
                  <a:rPr lang="fr-FR" sz="2400" baseline="-250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is</a:t>
                </a:r>
                <a:r>
                  <a:rPr lang="fr-FR" sz="24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fr-FR" sz="2400" baseline="-250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recomputed</a:t>
                </a:r>
                <a:r>
                  <a:rPr lang="fr-FR" sz="24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fr-FR" sz="2400" baseline="-250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without</a:t>
                </a:r>
                <a:r>
                  <a:rPr lang="fr-FR" sz="24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fr-FR" sz="2400" baseline="-250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these</a:t>
                </a:r>
                <a:r>
                  <a:rPr lang="fr-FR" sz="24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links.</a:t>
                </a:r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1BA99191-B606-4EBE-8403-A898E492C9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08" y="711200"/>
                <a:ext cx="6854670" cy="4103303"/>
              </a:xfrm>
              <a:prstGeom prst="rect">
                <a:avLst/>
              </a:prstGeom>
              <a:blipFill>
                <a:blip r:embed="rId4"/>
                <a:stretch>
                  <a:fillRect l="-356" t="-2823" r="-534" b="-282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ZoneTexte 71">
                <a:extLst>
                  <a:ext uri="{FF2B5EF4-FFF2-40B4-BE49-F238E27FC236}">
                    <a16:creationId xmlns:a16="http://schemas.microsoft.com/office/drawing/2014/main" id="{A19FF511-AECD-4F4E-BB61-E22031342C38}"/>
                  </a:ext>
                </a:extLst>
              </p:cNvPr>
              <p:cNvSpPr txBox="1"/>
              <p:nvPr/>
            </p:nvSpPr>
            <p:spPr>
              <a:xfrm>
                <a:off x="97008" y="4953000"/>
                <a:ext cx="6710192" cy="14083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u="sng" dirty="0"/>
                  <a:t>Regression coefficients </a:t>
                </a:r>
                <a:r>
                  <a:rPr lang="fr-FR" sz="1600" u="sng" dirty="0" err="1"/>
                  <a:t>betwenn</a:t>
                </a:r>
                <a:r>
                  <a:rPr lang="fr-FR" sz="1600" u="sng" dirty="0"/>
                  <a:t> fPC1:</a:t>
                </a:r>
                <a:r>
                  <a:rPr lang="fr-FR" sz="1600" dirty="0"/>
                  <a:t> It </a:t>
                </a:r>
                <a:r>
                  <a:rPr lang="fr-FR" sz="1600" dirty="0" err="1"/>
                  <a:t>is</a:t>
                </a:r>
                <a:r>
                  <a:rPr lang="fr-FR" sz="1600" dirty="0"/>
                  <a:t> possible to </a:t>
                </a:r>
                <a:r>
                  <a:rPr lang="fr-FR" sz="1600" dirty="0" err="1"/>
                  <a:t>calculate</a:t>
                </a:r>
                <a:r>
                  <a:rPr lang="fr-FR" sz="1600" dirty="0"/>
                  <a:t> </a:t>
                </a:r>
                <a:r>
                  <a:rPr lang="fr-FR" sz="1600" dirty="0" err="1"/>
                  <a:t>regression</a:t>
                </a:r>
                <a:r>
                  <a:rPr lang="fr-FR" sz="1600" dirty="0"/>
                  <a:t> coefficients </a:t>
                </a:r>
                <a:r>
                  <a:rPr lang="fr-FR" sz="1600" dirty="0" err="1"/>
                  <a:t>between</a:t>
                </a:r>
                <a:r>
                  <a:rPr lang="fr-FR" sz="1600" dirty="0"/>
                  <a:t> fPC1 </a:t>
                </a:r>
                <a:r>
                  <a:rPr lang="fr-FR" sz="1600" dirty="0" err="1"/>
                  <a:t>from</a:t>
                </a:r>
                <a:r>
                  <a:rPr lang="fr-FR" sz="1600" dirty="0"/>
                  <a:t> a block i and fPC1 </a:t>
                </a:r>
                <a:r>
                  <a:rPr lang="fr-FR" sz="1600" dirty="0" err="1"/>
                  <a:t>from</a:t>
                </a:r>
                <a:r>
                  <a:rPr lang="fr-FR" sz="1600" dirty="0"/>
                  <a:t> </a:t>
                </a:r>
                <a:r>
                  <a:rPr lang="fr-FR" sz="1600" dirty="0" err="1"/>
                  <a:t>another</a:t>
                </a:r>
                <a:r>
                  <a:rPr lang="fr-FR" sz="1600" dirty="0"/>
                  <a:t> block j. For </a:t>
                </a:r>
                <a:r>
                  <a:rPr lang="fr-FR" sz="1600" dirty="0" err="1"/>
                  <a:t>that</a:t>
                </a:r>
                <a:r>
                  <a:rPr lang="fr-FR" sz="1600" dirty="0"/>
                  <a:t> </a:t>
                </a:r>
                <a:r>
                  <a:rPr lang="fr-FR" sz="1600" dirty="0" err="1"/>
                  <a:t>we</a:t>
                </a:r>
                <a:r>
                  <a:rPr lang="fr-FR" sz="1600" dirty="0"/>
                  <a:t> can </a:t>
                </a:r>
                <a:r>
                  <a:rPr lang="fr-FR" sz="1600" dirty="0" err="1"/>
                  <a:t>apply</a:t>
                </a:r>
                <a:r>
                  <a:rPr lang="fr-FR" sz="1600" dirty="0"/>
                  <a:t> </a:t>
                </a:r>
                <a:r>
                  <a:rPr lang="fr-FR" sz="1600" dirty="0" err="1"/>
                  <a:t>this</a:t>
                </a:r>
                <a:r>
                  <a:rPr lang="fr-FR" sz="1600" dirty="0"/>
                  <a:t> formula</a:t>
                </a:r>
                <a:r>
                  <a:rPr lang="fr-FR" sz="1600" baseline="30000" dirty="0"/>
                  <a:t>4</a:t>
                </a:r>
                <a:r>
                  <a:rPr lang="fr-FR" sz="1600" dirty="0"/>
                  <a:t>:</a:t>
                </a:r>
                <a:br>
                  <a:rPr lang="fr-FR" sz="1600" dirty="0"/>
                </a:br>
                <a:br>
                  <a:rPr lang="fr-FR" sz="1600" u="sng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endParaRPr lang="fr-FR" sz="1600" dirty="0"/>
              </a:p>
            </p:txBody>
          </p:sp>
        </mc:Choice>
        <mc:Fallback xmlns="">
          <p:sp>
            <p:nvSpPr>
              <p:cNvPr id="72" name="ZoneTexte 71">
                <a:extLst>
                  <a:ext uri="{FF2B5EF4-FFF2-40B4-BE49-F238E27FC236}">
                    <a16:creationId xmlns:a16="http://schemas.microsoft.com/office/drawing/2014/main" id="{A19FF511-AECD-4F4E-BB61-E22031342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08" y="4953000"/>
                <a:ext cx="6710192" cy="1408334"/>
              </a:xfrm>
              <a:prstGeom prst="rect">
                <a:avLst/>
              </a:prstGeom>
              <a:blipFill>
                <a:blip r:embed="rId5"/>
                <a:stretch>
                  <a:fillRect l="-363" t="-1299" r="-27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Rectangle 72">
            <a:extLst>
              <a:ext uri="{FF2B5EF4-FFF2-40B4-BE49-F238E27FC236}">
                <a16:creationId xmlns:a16="http://schemas.microsoft.com/office/drawing/2014/main" id="{63B01D91-D991-4D20-BB40-8D9913CBA989}"/>
              </a:ext>
            </a:extLst>
          </p:cNvPr>
          <p:cNvSpPr/>
          <p:nvPr/>
        </p:nvSpPr>
        <p:spPr>
          <a:xfrm>
            <a:off x="2531533" y="5901267"/>
            <a:ext cx="1481667" cy="4600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2F4A2769-8D0D-4FD0-93C5-3C465C8E1732}"/>
              </a:ext>
            </a:extLst>
          </p:cNvPr>
          <p:cNvSpPr txBox="1"/>
          <p:nvPr/>
        </p:nvSpPr>
        <p:spPr>
          <a:xfrm>
            <a:off x="7302772" y="4315418"/>
            <a:ext cx="4538133" cy="1815882"/>
          </a:xfrm>
          <a:prstGeom prst="rect">
            <a:avLst/>
          </a:prstGeom>
          <a:solidFill>
            <a:srgbClr val="FFFACC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600" u="sng" dirty="0"/>
              <a:t>FIT </a:t>
            </a:r>
            <a:r>
              <a:rPr lang="fr-FR" sz="1600" u="sng" dirty="0" err="1"/>
              <a:t>measures</a:t>
            </a:r>
            <a:endParaRPr lang="fr-FR" sz="1600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u="sng" dirty="0"/>
              <a:t>FIT:</a:t>
            </a:r>
            <a:r>
              <a:rPr lang="fr-FR" sz="1600" dirty="0"/>
              <a:t> global FIT of the model (R2 </a:t>
            </a:r>
            <a:r>
              <a:rPr lang="fr-FR" sz="1600" dirty="0" err="1"/>
              <a:t>equivalent</a:t>
            </a:r>
            <a:r>
              <a:rPr lang="fr-FR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u="sng" dirty="0"/>
              <a:t>AFIT:</a:t>
            </a:r>
            <a:r>
              <a:rPr lang="fr-FR" sz="1600" baseline="30000" dirty="0"/>
              <a:t> </a:t>
            </a:r>
            <a:r>
              <a:rPr lang="fr-FR" sz="1600" dirty="0" err="1"/>
              <a:t>adjusted</a:t>
            </a:r>
            <a:r>
              <a:rPr lang="fr-FR" sz="1600" dirty="0"/>
              <a:t> FIT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u="sng" dirty="0"/>
              <a:t>FIT M:</a:t>
            </a:r>
            <a:r>
              <a:rPr lang="fr-FR" sz="1600" dirty="0"/>
              <a:t> FIT of the </a:t>
            </a:r>
            <a:r>
              <a:rPr lang="fr-FR" sz="1600" dirty="0" err="1"/>
              <a:t>measurement</a:t>
            </a:r>
            <a:r>
              <a:rPr lang="fr-FR" sz="1600" dirty="0"/>
              <a:t> model (</a:t>
            </a:r>
            <a:r>
              <a:rPr lang="fr-FR" sz="1600" dirty="0" err="1"/>
              <a:t>from</a:t>
            </a:r>
            <a:r>
              <a:rPr lang="fr-FR" sz="1600" dirty="0"/>
              <a:t> latent variables to original fPC1).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u="sng" dirty="0"/>
              <a:t>FIT S:</a:t>
            </a:r>
            <a:r>
              <a:rPr lang="fr-FR" sz="1600" dirty="0"/>
              <a:t> FIT of the structural model (</a:t>
            </a:r>
            <a:r>
              <a:rPr lang="fr-FR" sz="1600" dirty="0" err="1"/>
              <a:t>between</a:t>
            </a:r>
            <a:r>
              <a:rPr lang="fr-FR" sz="1600" dirty="0"/>
              <a:t> latent variables</a:t>
            </a:r>
          </a:p>
        </p:txBody>
      </p:sp>
    </p:spTree>
    <p:extLst>
      <p:ext uri="{BB962C8B-B14F-4D97-AF65-F5344CB8AC3E}">
        <p14:creationId xmlns:p14="http://schemas.microsoft.com/office/powerpoint/2010/main" val="1087076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ED82FD38-7D6B-4DC8-9FB6-E36A2700E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999" y="984000"/>
            <a:ext cx="11232000" cy="5395200"/>
          </a:xfrm>
        </p:spPr>
        <p:txBody>
          <a:bodyPr/>
          <a:lstStyle/>
          <a:p>
            <a:r>
              <a:rPr lang="fr-FR" sz="5333" dirty="0" err="1"/>
              <a:t>Results</a:t>
            </a:r>
            <a:endParaRPr lang="fr-FR" sz="5333" dirty="0"/>
          </a:p>
        </p:txBody>
      </p:sp>
    </p:spTree>
    <p:extLst>
      <p:ext uri="{BB962C8B-B14F-4D97-AF65-F5344CB8AC3E}">
        <p14:creationId xmlns:p14="http://schemas.microsoft.com/office/powerpoint/2010/main" val="1915617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D8B1B96-4344-41EC-BB3F-025E941480CE}"/>
              </a:ext>
            </a:extLst>
          </p:cNvPr>
          <p:cNvSpPr txBox="1"/>
          <p:nvPr/>
        </p:nvSpPr>
        <p:spPr>
          <a:xfrm>
            <a:off x="97008" y="-4146"/>
            <a:ext cx="9766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fPC1 </a:t>
            </a:r>
            <a:r>
              <a:rPr lang="fr-FR" sz="2800" dirty="0" err="1"/>
              <a:t>interpretation</a:t>
            </a:r>
            <a:r>
              <a:rPr lang="fr-FR" sz="2800" dirty="0"/>
              <a:t> of </a:t>
            </a:r>
            <a:r>
              <a:rPr lang="fr-FR" sz="2800" dirty="0" err="1"/>
              <a:t>retained</a:t>
            </a:r>
            <a:r>
              <a:rPr lang="fr-FR" sz="2800" dirty="0"/>
              <a:t> variable</a:t>
            </a:r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126A8F8-27A3-411A-B855-21472B4CBE80}"/>
              </a:ext>
            </a:extLst>
          </p:cNvPr>
          <p:cNvSpPr txBox="1"/>
          <p:nvPr/>
        </p:nvSpPr>
        <p:spPr>
          <a:xfrm>
            <a:off x="812800" y="1769534"/>
            <a:ext cx="917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A343796-DC16-4E7F-B642-893C444B8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742"/>
            <a:ext cx="5719899" cy="457591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727CF907-F272-4F51-9FB3-84CC8F4795B9}"/>
              </a:ext>
            </a:extLst>
          </p:cNvPr>
          <p:cNvSpPr txBox="1"/>
          <p:nvPr/>
        </p:nvSpPr>
        <p:spPr>
          <a:xfrm>
            <a:off x="215670" y="5076737"/>
            <a:ext cx="5288558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fPC1 </a:t>
            </a:r>
            <a:r>
              <a:rPr lang="fr-FR" sz="1600" dirty="0" err="1"/>
              <a:t>represents</a:t>
            </a:r>
            <a:r>
              <a:rPr lang="fr-FR" sz="1600" dirty="0"/>
              <a:t> the global </a:t>
            </a:r>
            <a:r>
              <a:rPr lang="fr-FR" sz="1600" dirty="0" err="1"/>
              <a:t>intensity</a:t>
            </a:r>
            <a:r>
              <a:rPr lang="fr-FR" sz="1600" dirty="0"/>
              <a:t> of </a:t>
            </a:r>
            <a:r>
              <a:rPr lang="fr-FR" sz="1600" dirty="0" err="1"/>
              <a:t>antimicrobial</a:t>
            </a:r>
            <a:r>
              <a:rPr lang="fr-FR" sz="1600" dirty="0"/>
              <a:t> </a:t>
            </a:r>
            <a:r>
              <a:rPr lang="fr-FR" sz="1600" dirty="0" err="1"/>
              <a:t>consumption</a:t>
            </a:r>
            <a:r>
              <a:rPr lang="fr-FR" sz="1600" dirty="0"/>
              <a:t> over the time </a:t>
            </a:r>
            <a:r>
              <a:rPr lang="fr-FR" sz="1600" dirty="0">
                <a:sym typeface="Wingdings" panose="05000000000000000000" pitchFamily="2" charset="2"/>
              </a:rPr>
              <a:t> PACA and Occitanie have a lot of </a:t>
            </a:r>
            <a:r>
              <a:rPr lang="fr-FR" sz="1600" dirty="0" err="1">
                <a:sym typeface="Wingdings" panose="05000000000000000000" pitchFamily="2" charset="2"/>
              </a:rPr>
              <a:t>consumption</a:t>
            </a:r>
            <a:r>
              <a:rPr lang="fr-FR" sz="1600" dirty="0">
                <a:sym typeface="Wingdings" panose="05000000000000000000" pitchFamily="2" charset="2"/>
              </a:rPr>
              <a:t> of fluoroquinolone in </a:t>
            </a:r>
            <a:r>
              <a:rPr lang="fr-FR" sz="1600" dirty="0" err="1">
                <a:sym typeface="Wingdings" panose="05000000000000000000" pitchFamily="2" charset="2"/>
              </a:rPr>
              <a:t>primary</a:t>
            </a:r>
            <a:r>
              <a:rPr lang="fr-FR" sz="1600" dirty="0">
                <a:sym typeface="Wingdings" panose="05000000000000000000" pitchFamily="2" charset="2"/>
              </a:rPr>
              <a:t> care setting </a:t>
            </a:r>
            <a:r>
              <a:rPr lang="fr-FR" sz="1600" dirty="0" err="1">
                <a:sym typeface="Wingdings" panose="05000000000000000000" pitchFamily="2" charset="2"/>
              </a:rPr>
              <a:t>whereas</a:t>
            </a:r>
            <a:r>
              <a:rPr lang="fr-FR" sz="1600" dirty="0">
                <a:sym typeface="Wingdings" panose="05000000000000000000" pitchFamily="2" charset="2"/>
              </a:rPr>
              <a:t> Bretagne and Pays de la Loire have few </a:t>
            </a:r>
            <a:r>
              <a:rPr lang="fr-FR" sz="1600" dirty="0" err="1">
                <a:sym typeface="Wingdings" panose="05000000000000000000" pitchFamily="2" charset="2"/>
              </a:rPr>
              <a:t>consumption</a:t>
            </a:r>
            <a:r>
              <a:rPr lang="fr-FR" sz="1600" dirty="0">
                <a:sym typeface="Wingdings" panose="05000000000000000000" pitchFamily="2" charset="2"/>
              </a:rPr>
              <a:t>.</a:t>
            </a:r>
            <a:endParaRPr lang="fr-FR" sz="16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9C09DE4-C70F-4142-9B20-FF104F7A6C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2519" y="1051936"/>
            <a:ext cx="5869181" cy="544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950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ED8BE0DA-ECF7-42E8-A027-94C3C20456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A29E3E8D-A0AA-4BBA-92F3-6F06736E9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Classif</a:t>
            </a:r>
            <a:r>
              <a:rPr lang="fr-FR" dirty="0"/>
              <a:t> de variable</a:t>
            </a:r>
          </a:p>
        </p:txBody>
      </p:sp>
    </p:spTree>
    <p:extLst>
      <p:ext uri="{BB962C8B-B14F-4D97-AF65-F5344CB8AC3E}">
        <p14:creationId xmlns:p14="http://schemas.microsoft.com/office/powerpoint/2010/main" val="3120882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D8B1B96-4344-41EC-BB3F-025E941480CE}"/>
              </a:ext>
            </a:extLst>
          </p:cNvPr>
          <p:cNvSpPr txBox="1"/>
          <p:nvPr/>
        </p:nvSpPr>
        <p:spPr>
          <a:xfrm>
            <a:off x="97008" y="-4146"/>
            <a:ext cx="9766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Final model</a:t>
            </a:r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126A8F8-27A3-411A-B855-21472B4CBE80}"/>
              </a:ext>
            </a:extLst>
          </p:cNvPr>
          <p:cNvSpPr txBox="1"/>
          <p:nvPr/>
        </p:nvSpPr>
        <p:spPr>
          <a:xfrm>
            <a:off x="812800" y="1769534"/>
            <a:ext cx="917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6E3D8DE-770F-4E1B-B84E-56A904C50D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22" y="445694"/>
            <a:ext cx="7315215" cy="548641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194D1D2C-D5E0-4CA5-977F-4A8BB6DCD024}"/>
              </a:ext>
            </a:extLst>
          </p:cNvPr>
          <p:cNvSpPr txBox="1"/>
          <p:nvPr/>
        </p:nvSpPr>
        <p:spPr>
          <a:xfrm>
            <a:off x="7306491" y="872745"/>
            <a:ext cx="4622319" cy="550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u="sng" dirty="0" err="1"/>
              <a:t>Interpretation</a:t>
            </a:r>
            <a:br>
              <a:rPr lang="fr-FR" sz="1600" u="sng" dirty="0"/>
            </a:br>
            <a:endParaRPr lang="fr-FR" sz="1600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AMC </a:t>
            </a:r>
            <a:r>
              <a:rPr lang="fr-FR" sz="1600" dirty="0" err="1"/>
              <a:t>doesn’t</a:t>
            </a:r>
            <a:r>
              <a:rPr lang="fr-FR" sz="1600" dirty="0"/>
              <a:t> </a:t>
            </a:r>
            <a:r>
              <a:rPr lang="fr-FR" sz="1600" dirty="0" err="1"/>
              <a:t>explain</a:t>
            </a:r>
            <a:r>
              <a:rPr lang="fr-FR" sz="1600" dirty="0"/>
              <a:t> </a:t>
            </a:r>
            <a:r>
              <a:rPr lang="fr-FR" sz="1600" dirty="0" err="1"/>
              <a:t>very</a:t>
            </a:r>
            <a:r>
              <a:rPr lang="fr-FR" sz="1600" dirty="0"/>
              <a:t> </a:t>
            </a:r>
            <a:r>
              <a:rPr lang="fr-FR" sz="1600" dirty="0" err="1"/>
              <a:t>well</a:t>
            </a:r>
            <a:r>
              <a:rPr lang="fr-FR" sz="1600" dirty="0"/>
              <a:t> AMR, </a:t>
            </a:r>
            <a:r>
              <a:rPr lang="fr-FR" sz="1600" b="1" dirty="0" err="1"/>
              <a:t>it’s</a:t>
            </a:r>
            <a:r>
              <a:rPr lang="fr-FR" sz="1600" b="1" dirty="0"/>
              <a:t> more the </a:t>
            </a:r>
            <a:r>
              <a:rPr lang="fr-FR" sz="1600" b="1" dirty="0" err="1"/>
              <a:t>humans</a:t>
            </a:r>
            <a:r>
              <a:rPr lang="fr-FR" sz="1600" b="1" dirty="0"/>
              <a:t> block </a:t>
            </a:r>
            <a:r>
              <a:rPr lang="fr-FR" sz="1600" b="1" dirty="0" err="1"/>
              <a:t>which</a:t>
            </a:r>
            <a:r>
              <a:rPr lang="fr-FR" sz="1600" b="1" dirty="0"/>
              <a:t> </a:t>
            </a:r>
            <a:r>
              <a:rPr lang="fr-FR" sz="1600" b="1" dirty="0" err="1"/>
              <a:t>explain</a:t>
            </a:r>
            <a:r>
              <a:rPr lang="fr-FR" sz="1600" b="1" dirty="0"/>
              <a:t> </a:t>
            </a:r>
            <a:r>
              <a:rPr lang="fr-FR" sz="1600" b="1" dirty="0" err="1"/>
              <a:t>it</a:t>
            </a:r>
            <a:r>
              <a:rPr lang="fr-FR" sz="1600" b="1" dirty="0"/>
              <a:t> </a:t>
            </a:r>
            <a:r>
              <a:rPr lang="fr-FR" sz="1600" b="1" dirty="0" err="1"/>
              <a:t>well</a:t>
            </a:r>
            <a:r>
              <a:rPr lang="fr-FR" sz="1600" dirty="0"/>
              <a:t>. Indeed if in a </a:t>
            </a:r>
            <a:r>
              <a:rPr lang="fr-FR" sz="1600" dirty="0" err="1"/>
              <a:t>considered</a:t>
            </a:r>
            <a:r>
              <a:rPr lang="fr-FR" sz="1600" dirty="0"/>
              <a:t> </a:t>
            </a:r>
            <a:r>
              <a:rPr lang="fr-FR" sz="1600" dirty="0" err="1"/>
              <a:t>region</a:t>
            </a:r>
            <a:r>
              <a:rPr lang="fr-FR" sz="1600" dirty="0"/>
              <a:t>, </a:t>
            </a:r>
            <a:r>
              <a:rPr lang="fr-FR" sz="1600" dirty="0" err="1"/>
              <a:t>there</a:t>
            </a:r>
            <a:r>
              <a:rPr lang="fr-FR" sz="1600" dirty="0"/>
              <a:t> are a lot of </a:t>
            </a:r>
            <a:r>
              <a:rPr lang="fr-FR" sz="1600" dirty="0" err="1"/>
              <a:t>doctors</a:t>
            </a:r>
            <a:r>
              <a:rPr lang="fr-FR" sz="1600" dirty="0"/>
              <a:t> and people </a:t>
            </a:r>
            <a:r>
              <a:rPr lang="fr-FR" sz="1600" dirty="0" err="1"/>
              <a:t>doesn’t</a:t>
            </a:r>
            <a:r>
              <a:rPr lang="fr-FR" sz="1600" dirty="0"/>
              <a:t> trust in public institutions, </a:t>
            </a:r>
            <a:r>
              <a:rPr lang="fr-FR" sz="1600" dirty="0" err="1"/>
              <a:t>then</a:t>
            </a:r>
            <a:r>
              <a:rPr lang="fr-FR" sz="1600" dirty="0"/>
              <a:t> the </a:t>
            </a:r>
            <a:r>
              <a:rPr lang="fr-FR" sz="1600" dirty="0" err="1"/>
              <a:t>resistance</a:t>
            </a:r>
            <a:r>
              <a:rPr lang="fr-FR" sz="1600" dirty="0"/>
              <a:t> </a:t>
            </a:r>
            <a:r>
              <a:rPr lang="fr-FR" sz="1600" dirty="0" err="1"/>
              <a:t>is</a:t>
            </a:r>
            <a:r>
              <a:rPr lang="fr-FR" sz="1600" dirty="0"/>
              <a:t> high. In addition, </a:t>
            </a:r>
            <a:r>
              <a:rPr lang="fr-FR" sz="1600" dirty="0" err="1"/>
              <a:t>this</a:t>
            </a:r>
            <a:r>
              <a:rPr lang="fr-FR" sz="1600" dirty="0"/>
              <a:t> </a:t>
            </a:r>
            <a:r>
              <a:rPr lang="fr-FR" sz="1600" dirty="0" err="1"/>
              <a:t>humans</a:t>
            </a:r>
            <a:r>
              <a:rPr lang="fr-FR" sz="1600" dirty="0"/>
              <a:t> block have a </a:t>
            </a:r>
            <a:r>
              <a:rPr lang="fr-FR" sz="1600" dirty="0" err="1"/>
              <a:t>negative</a:t>
            </a:r>
            <a:r>
              <a:rPr lang="fr-FR" sz="1600" dirty="0"/>
              <a:t> </a:t>
            </a:r>
            <a:r>
              <a:rPr lang="fr-FR" sz="1600" dirty="0" err="1"/>
              <a:t>effect</a:t>
            </a:r>
            <a:r>
              <a:rPr lang="fr-FR" sz="1600" dirty="0"/>
              <a:t> on AMC.</a:t>
            </a:r>
            <a:br>
              <a:rPr lang="fr-FR" sz="1600" dirty="0"/>
            </a:b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 err="1"/>
              <a:t>Environment</a:t>
            </a:r>
            <a:r>
              <a:rPr lang="fr-FR" sz="1600" b="1" dirty="0"/>
              <a:t> block has a positive </a:t>
            </a:r>
            <a:r>
              <a:rPr lang="fr-FR" sz="1600" b="1" dirty="0" err="1"/>
              <a:t>effect</a:t>
            </a:r>
            <a:r>
              <a:rPr lang="fr-FR" sz="1600" b="1" dirty="0"/>
              <a:t> on AMC and </a:t>
            </a:r>
            <a:r>
              <a:rPr lang="fr-FR" sz="1600" b="1" dirty="0" err="1"/>
              <a:t>humans</a:t>
            </a:r>
            <a:r>
              <a:rPr lang="fr-FR" sz="1600" b="1" dirty="0"/>
              <a:t> blocks but a </a:t>
            </a:r>
            <a:r>
              <a:rPr lang="fr-FR" sz="1600" b="1" dirty="0" err="1"/>
              <a:t>negative</a:t>
            </a:r>
            <a:r>
              <a:rPr lang="fr-FR" sz="1600" b="1" dirty="0"/>
              <a:t> </a:t>
            </a:r>
            <a:r>
              <a:rPr lang="fr-FR" sz="1600" b="1" dirty="0" err="1"/>
              <a:t>effect</a:t>
            </a:r>
            <a:r>
              <a:rPr lang="fr-FR" sz="1600" b="1" dirty="0"/>
              <a:t> on </a:t>
            </a:r>
            <a:r>
              <a:rPr lang="fr-FR" sz="1600" b="1" dirty="0" err="1"/>
              <a:t>animals</a:t>
            </a:r>
            <a:r>
              <a:rPr lang="fr-FR" sz="1600" b="1" dirty="0"/>
              <a:t> block</a:t>
            </a:r>
            <a:r>
              <a:rPr lang="fr-FR" sz="1600" dirty="0"/>
              <a:t>. That </a:t>
            </a:r>
            <a:r>
              <a:rPr lang="fr-FR" sz="1600" dirty="0" err="1"/>
              <a:t>is</a:t>
            </a:r>
            <a:r>
              <a:rPr lang="fr-FR" sz="1600" dirty="0"/>
              <a:t> </a:t>
            </a:r>
            <a:r>
              <a:rPr lang="fr-FR" sz="1600" dirty="0" err="1"/>
              <a:t>correlated</a:t>
            </a:r>
            <a:r>
              <a:rPr lang="fr-FR" sz="1600" dirty="0"/>
              <a:t> to </a:t>
            </a:r>
            <a:r>
              <a:rPr lang="fr-FR" sz="1600" dirty="0" err="1"/>
              <a:t>urbanism</a:t>
            </a:r>
            <a:r>
              <a:rPr lang="fr-FR" sz="1600" dirty="0"/>
              <a:t>/</a:t>
            </a:r>
            <a:r>
              <a:rPr lang="fr-FR" sz="1600" dirty="0" err="1"/>
              <a:t>rurality</a:t>
            </a:r>
            <a:r>
              <a:rPr lang="fr-FR" sz="1600" dirty="0"/>
              <a:t>.</a:t>
            </a:r>
            <a:br>
              <a:rPr lang="fr-FR" sz="1600" dirty="0"/>
            </a:b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/>
              <a:t>Limit</a:t>
            </a:r>
            <a:r>
              <a:rPr lang="fr-FR" sz="1600" dirty="0"/>
              <a:t>: </a:t>
            </a:r>
            <a:r>
              <a:rPr lang="fr-FR" sz="1600" dirty="0" err="1"/>
              <a:t>bootstrap</a:t>
            </a:r>
            <a:r>
              <a:rPr lang="fr-FR" sz="1600" dirty="0"/>
              <a:t> confidence </a:t>
            </a:r>
            <a:r>
              <a:rPr lang="fr-FR" sz="1600" dirty="0" err="1"/>
              <a:t>intervals</a:t>
            </a:r>
            <a:r>
              <a:rPr lang="fr-FR" sz="1600" dirty="0"/>
              <a:t> are not </a:t>
            </a:r>
            <a:r>
              <a:rPr lang="fr-FR" sz="1600" dirty="0" err="1"/>
              <a:t>represeneted</a:t>
            </a:r>
            <a:r>
              <a:rPr lang="fr-FR" sz="1600" dirty="0"/>
              <a:t> in </a:t>
            </a:r>
            <a:r>
              <a:rPr lang="fr-FR" sz="1600" dirty="0" err="1"/>
              <a:t>this</a:t>
            </a:r>
            <a:r>
              <a:rPr lang="fr-FR" sz="1600" dirty="0"/>
              <a:t> graph but </a:t>
            </a:r>
            <a:r>
              <a:rPr lang="fr-FR" sz="1600" dirty="0" err="1"/>
              <a:t>they</a:t>
            </a:r>
            <a:r>
              <a:rPr lang="fr-FR" sz="1600" dirty="0"/>
              <a:t> are </a:t>
            </a:r>
            <a:r>
              <a:rPr lang="fr-FR" sz="1600" dirty="0" err="1"/>
              <a:t>very</a:t>
            </a:r>
            <a:r>
              <a:rPr lang="fr-FR" sz="1600" dirty="0"/>
              <a:t> high, </a:t>
            </a:r>
            <a:r>
              <a:rPr lang="fr-FR" sz="1600" dirty="0" err="1"/>
              <a:t>it’s</a:t>
            </a:r>
            <a:r>
              <a:rPr lang="fr-FR" sz="1600" dirty="0"/>
              <a:t> </a:t>
            </a:r>
            <a:r>
              <a:rPr lang="fr-FR" sz="1600" dirty="0" err="1"/>
              <a:t>because</a:t>
            </a:r>
            <a:r>
              <a:rPr lang="fr-FR" sz="1600" dirty="0"/>
              <a:t> of the </a:t>
            </a:r>
            <a:r>
              <a:rPr lang="fr-FR" sz="1600" dirty="0" err="1"/>
              <a:t>sample</a:t>
            </a:r>
            <a:r>
              <a:rPr lang="fr-FR" sz="1600" dirty="0"/>
              <a:t> size (n = 12 </a:t>
            </a:r>
            <a:r>
              <a:rPr lang="fr-FR" sz="1600" dirty="0" err="1"/>
              <a:t>regions</a:t>
            </a:r>
            <a:r>
              <a:rPr lang="fr-FR" sz="1600" dirty="0"/>
              <a:t>). </a:t>
            </a:r>
            <a:r>
              <a:rPr lang="fr-FR" sz="1600" dirty="0" err="1"/>
              <a:t>Some</a:t>
            </a:r>
            <a:r>
              <a:rPr lang="fr-FR" sz="1600" dirty="0"/>
              <a:t> variables are </a:t>
            </a:r>
            <a:r>
              <a:rPr lang="fr-FR" sz="1600" dirty="0" err="1"/>
              <a:t>probably</a:t>
            </a:r>
            <a:r>
              <a:rPr lang="fr-FR" sz="1600" dirty="0"/>
              <a:t> </a:t>
            </a:r>
            <a:r>
              <a:rPr lang="fr-FR" sz="1600" dirty="0" err="1"/>
              <a:t>correlated</a:t>
            </a:r>
            <a:r>
              <a:rPr lang="fr-FR" sz="1600" dirty="0"/>
              <a:t> to variables not </a:t>
            </a:r>
            <a:r>
              <a:rPr lang="fr-FR" sz="1600" dirty="0" err="1"/>
              <a:t>selected</a:t>
            </a:r>
            <a:r>
              <a:rPr lang="fr-FR" sz="1600" dirty="0"/>
              <a:t> by CLV </a:t>
            </a:r>
            <a:r>
              <a:rPr lang="fr-FR" sz="1600" dirty="0" err="1"/>
              <a:t>algorithm</a:t>
            </a:r>
            <a:r>
              <a:rPr lang="fr-FR" sz="1600" dirty="0"/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F2CFA3-F078-4B86-9A79-9000EC70FFE2}"/>
              </a:ext>
            </a:extLst>
          </p:cNvPr>
          <p:cNvSpPr/>
          <p:nvPr/>
        </p:nvSpPr>
        <p:spPr>
          <a:xfrm>
            <a:off x="2755457" y="590306"/>
            <a:ext cx="1786855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245254C-A8A9-46BB-ABA9-7DB41C180A47}"/>
              </a:ext>
            </a:extLst>
          </p:cNvPr>
          <p:cNvSpPr txBox="1"/>
          <p:nvPr/>
        </p:nvSpPr>
        <p:spPr>
          <a:xfrm>
            <a:off x="2931139" y="5779573"/>
            <a:ext cx="1611173" cy="646331"/>
          </a:xfrm>
          <a:prstGeom prst="rect">
            <a:avLst/>
          </a:prstGeom>
          <a:solidFill>
            <a:srgbClr val="00BF7D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AFIT: 0.54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FIT_M: 0.59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FIT_S: 0.8</a:t>
            </a:r>
          </a:p>
        </p:txBody>
      </p:sp>
    </p:spTree>
    <p:extLst>
      <p:ext uri="{BB962C8B-B14F-4D97-AF65-F5344CB8AC3E}">
        <p14:creationId xmlns:p14="http://schemas.microsoft.com/office/powerpoint/2010/main" val="494321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D8B1B96-4344-41EC-BB3F-025E941480CE}"/>
              </a:ext>
            </a:extLst>
          </p:cNvPr>
          <p:cNvSpPr txBox="1"/>
          <p:nvPr/>
        </p:nvSpPr>
        <p:spPr>
          <a:xfrm>
            <a:off x="97008" y="-4146"/>
            <a:ext cx="9766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/>
              <a:t>Scatterplot</a:t>
            </a:r>
            <a:r>
              <a:rPr lang="fr-FR" sz="2800" dirty="0"/>
              <a:t> of latent variables – faire plutôt mod mes</a:t>
            </a:r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126A8F8-27A3-411A-B855-21472B4CBE80}"/>
              </a:ext>
            </a:extLst>
          </p:cNvPr>
          <p:cNvSpPr txBox="1"/>
          <p:nvPr/>
        </p:nvSpPr>
        <p:spPr>
          <a:xfrm>
            <a:off x="812800" y="1769534"/>
            <a:ext cx="917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F2CFA3-F078-4B86-9A79-9000EC70FFE2}"/>
              </a:ext>
            </a:extLst>
          </p:cNvPr>
          <p:cNvSpPr/>
          <p:nvPr/>
        </p:nvSpPr>
        <p:spPr>
          <a:xfrm>
            <a:off x="2801923" y="1155680"/>
            <a:ext cx="1786855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E924A05-BD80-4DE0-8974-C52C10CF7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0226"/>
            <a:ext cx="7088697" cy="6076026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B2AF931F-0D3A-4606-8EE8-1B0E9F85A9A5}"/>
              </a:ext>
            </a:extLst>
          </p:cNvPr>
          <p:cNvSpPr txBox="1"/>
          <p:nvPr/>
        </p:nvSpPr>
        <p:spPr>
          <a:xfrm>
            <a:off x="7390701" y="1155680"/>
            <a:ext cx="4622319" cy="45243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u="sng" dirty="0" err="1"/>
              <a:t>Interpretation</a:t>
            </a:r>
            <a:br>
              <a:rPr lang="fr-FR" sz="1600" u="sng" dirty="0"/>
            </a:br>
            <a:endParaRPr lang="fr-FR" sz="1600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The positive relation </a:t>
            </a:r>
            <a:r>
              <a:rPr lang="fr-FR" sz="1600" dirty="0" err="1"/>
              <a:t>between</a:t>
            </a:r>
            <a:r>
              <a:rPr lang="fr-FR" sz="1600" dirty="0"/>
              <a:t> Y block and </a:t>
            </a:r>
            <a:r>
              <a:rPr lang="fr-FR" sz="1600" dirty="0" err="1"/>
              <a:t>Humans</a:t>
            </a:r>
            <a:r>
              <a:rPr lang="fr-FR" sz="1600" dirty="0"/>
              <a:t> block </a:t>
            </a:r>
            <a:r>
              <a:rPr lang="fr-FR" sz="1600" dirty="0" err="1"/>
              <a:t>is</a:t>
            </a:r>
            <a:r>
              <a:rPr lang="fr-FR" sz="1600" dirty="0"/>
              <a:t> </a:t>
            </a:r>
            <a:r>
              <a:rPr lang="fr-FR" sz="1600" dirty="0" err="1"/>
              <a:t>characterized</a:t>
            </a:r>
            <a:r>
              <a:rPr lang="fr-FR" sz="1600" dirty="0"/>
              <a:t> by PACA </a:t>
            </a:r>
            <a:r>
              <a:rPr lang="fr-FR" sz="1600" dirty="0" err="1"/>
              <a:t>which</a:t>
            </a:r>
            <a:r>
              <a:rPr lang="fr-FR" sz="1600" dirty="0"/>
              <a:t> has a lot of </a:t>
            </a:r>
            <a:r>
              <a:rPr lang="fr-FR" sz="1600" dirty="0" err="1"/>
              <a:t>doctors</a:t>
            </a:r>
            <a:r>
              <a:rPr lang="fr-FR" sz="1600" dirty="0"/>
              <a:t> per population and few trust in institutions, </a:t>
            </a:r>
            <a:r>
              <a:rPr lang="fr-FR" sz="1600" dirty="0" err="1"/>
              <a:t>this</a:t>
            </a:r>
            <a:r>
              <a:rPr lang="fr-FR" sz="1600" dirty="0"/>
              <a:t> </a:t>
            </a:r>
            <a:r>
              <a:rPr lang="fr-FR" sz="1600" dirty="0" err="1"/>
              <a:t>region</a:t>
            </a:r>
            <a:r>
              <a:rPr lang="fr-FR" sz="1600" dirty="0"/>
              <a:t> has a lot of </a:t>
            </a:r>
            <a:r>
              <a:rPr lang="fr-FR" sz="1600" dirty="0" err="1"/>
              <a:t>resistance</a:t>
            </a:r>
            <a:r>
              <a:rPr lang="fr-FR" sz="1600" dirty="0"/>
              <a:t>.</a:t>
            </a:r>
            <a:br>
              <a:rPr lang="fr-FR" sz="1600" dirty="0"/>
            </a:b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err="1"/>
              <a:t>Some</a:t>
            </a:r>
            <a:r>
              <a:rPr lang="fr-FR" sz="1600" dirty="0"/>
              <a:t> </a:t>
            </a:r>
            <a:r>
              <a:rPr lang="fr-FR" sz="1600" dirty="0" err="1"/>
              <a:t>regions</a:t>
            </a:r>
            <a:r>
              <a:rPr lang="fr-FR" sz="1600" dirty="0"/>
              <a:t> have an high AMC </a:t>
            </a:r>
            <a:r>
              <a:rPr lang="fr-FR" sz="1600" dirty="0" err="1"/>
              <a:t>level</a:t>
            </a:r>
            <a:r>
              <a:rPr lang="fr-FR" sz="1600" dirty="0"/>
              <a:t> but few </a:t>
            </a:r>
            <a:r>
              <a:rPr lang="fr-FR" sz="1600" dirty="0" err="1"/>
              <a:t>resistance</a:t>
            </a:r>
            <a:r>
              <a:rPr lang="fr-FR" sz="1600" dirty="0"/>
              <a:t>: Grand-Est, Occitanie, Nouvelle-Aquitaine.</a:t>
            </a:r>
            <a:br>
              <a:rPr lang="fr-FR" sz="1600" dirty="0"/>
            </a:b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PACA and </a:t>
            </a:r>
            <a:r>
              <a:rPr lang="fr-FR" sz="1600" dirty="0" err="1"/>
              <a:t>sometimes</a:t>
            </a:r>
            <a:r>
              <a:rPr lang="fr-FR" sz="1600" dirty="0"/>
              <a:t> IDF </a:t>
            </a:r>
            <a:r>
              <a:rPr lang="fr-FR" sz="1600" dirty="0" err="1"/>
              <a:t>could</a:t>
            </a:r>
            <a:r>
              <a:rPr lang="fr-FR" sz="1600" dirty="0"/>
              <a:t> </a:t>
            </a:r>
            <a:r>
              <a:rPr lang="fr-FR" sz="1600" dirty="0" err="1"/>
              <a:t>be</a:t>
            </a:r>
            <a:r>
              <a:rPr lang="fr-FR" sz="1600" dirty="0"/>
              <a:t> </a:t>
            </a:r>
            <a:r>
              <a:rPr lang="fr-FR" sz="1600" dirty="0" err="1"/>
              <a:t>considered</a:t>
            </a:r>
            <a:r>
              <a:rPr lang="fr-FR" sz="1600" dirty="0"/>
              <a:t> as </a:t>
            </a:r>
            <a:r>
              <a:rPr lang="fr-FR" sz="1600" dirty="0" err="1"/>
              <a:t>atypical</a:t>
            </a:r>
            <a:r>
              <a:rPr lang="fr-FR" sz="1600" dirty="0"/>
              <a:t> </a:t>
            </a:r>
            <a:r>
              <a:rPr lang="fr-FR" sz="1600" dirty="0" err="1"/>
              <a:t>regions</a:t>
            </a:r>
            <a:r>
              <a:rPr lang="fr-FR" sz="1600" dirty="0"/>
              <a:t> and have </a:t>
            </a:r>
            <a:r>
              <a:rPr lang="fr-FR" sz="1600" dirty="0" err="1"/>
              <a:t>some</a:t>
            </a:r>
            <a:r>
              <a:rPr lang="fr-FR" sz="1600" dirty="0"/>
              <a:t> values </a:t>
            </a:r>
            <a:r>
              <a:rPr lang="fr-FR" sz="1600" dirty="0" err="1"/>
              <a:t>very</a:t>
            </a:r>
            <a:r>
              <a:rPr lang="fr-FR" sz="1600" dirty="0"/>
              <a:t> </a:t>
            </a:r>
            <a:r>
              <a:rPr lang="fr-FR" sz="1600" dirty="0" err="1"/>
              <a:t>different</a:t>
            </a:r>
            <a:r>
              <a:rPr lang="fr-FR" sz="1600" dirty="0"/>
              <a:t> </a:t>
            </a:r>
            <a:r>
              <a:rPr lang="fr-FR" sz="1600" dirty="0" err="1"/>
              <a:t>compared</a:t>
            </a:r>
            <a:r>
              <a:rPr lang="fr-FR" sz="1600" dirty="0"/>
              <a:t> to </a:t>
            </a:r>
            <a:r>
              <a:rPr lang="fr-FR" sz="1600" dirty="0" err="1"/>
              <a:t>other</a:t>
            </a:r>
            <a:r>
              <a:rPr lang="fr-FR" sz="1600" dirty="0"/>
              <a:t> </a:t>
            </a:r>
            <a:r>
              <a:rPr lang="fr-FR" sz="1600" dirty="0" err="1"/>
              <a:t>regions</a:t>
            </a:r>
            <a:r>
              <a:rPr lang="fr-FR" sz="1600" dirty="0"/>
              <a:t> and can drive the values of </a:t>
            </a:r>
            <a:r>
              <a:rPr lang="fr-FR" sz="1600" dirty="0" err="1"/>
              <a:t>path</a:t>
            </a:r>
            <a:r>
              <a:rPr lang="fr-FR" sz="1600" dirty="0"/>
              <a:t> coefficients. The </a:t>
            </a:r>
            <a:r>
              <a:rPr lang="fr-FR" sz="1600" dirty="0" err="1"/>
              <a:t>sample</a:t>
            </a:r>
            <a:r>
              <a:rPr lang="fr-FR" sz="1600" dirty="0"/>
              <a:t> size </a:t>
            </a:r>
            <a:r>
              <a:rPr lang="fr-FR" sz="1600" dirty="0" err="1"/>
              <a:t>is</a:t>
            </a:r>
            <a:r>
              <a:rPr lang="fr-FR" sz="1600" dirty="0"/>
              <a:t> </a:t>
            </a:r>
            <a:r>
              <a:rPr lang="fr-FR" sz="1600" dirty="0" err="1"/>
              <a:t>also</a:t>
            </a:r>
            <a:r>
              <a:rPr lang="fr-FR" sz="1600" dirty="0"/>
              <a:t> a limitation.</a:t>
            </a:r>
          </a:p>
        </p:txBody>
      </p:sp>
    </p:spTree>
    <p:extLst>
      <p:ext uri="{BB962C8B-B14F-4D97-AF65-F5344CB8AC3E}">
        <p14:creationId xmlns:p14="http://schemas.microsoft.com/office/powerpoint/2010/main" val="3761762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D8B1B96-4344-41EC-BB3F-025E941480CE}"/>
              </a:ext>
            </a:extLst>
          </p:cNvPr>
          <p:cNvSpPr txBox="1"/>
          <p:nvPr/>
        </p:nvSpPr>
        <p:spPr>
          <a:xfrm>
            <a:off x="97008" y="-4146"/>
            <a:ext cx="9766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/>
              <a:t>Regression</a:t>
            </a:r>
            <a:r>
              <a:rPr lang="fr-FR" sz="2800" dirty="0"/>
              <a:t> coefficients </a:t>
            </a:r>
            <a:r>
              <a:rPr lang="fr-FR" sz="2800" dirty="0" err="1"/>
              <a:t>between</a:t>
            </a:r>
            <a:r>
              <a:rPr lang="fr-FR" sz="2800" dirty="0"/>
              <a:t> fPC1 scores</a:t>
            </a:r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F2CFA3-F078-4B86-9A79-9000EC70FFE2}"/>
              </a:ext>
            </a:extLst>
          </p:cNvPr>
          <p:cNvSpPr/>
          <p:nvPr/>
        </p:nvSpPr>
        <p:spPr>
          <a:xfrm>
            <a:off x="2801923" y="1155680"/>
            <a:ext cx="1786855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F540235-74D0-4276-99EF-61D27AC1E3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61424"/>
            <a:ext cx="7122791" cy="5087706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559D0489-D7FA-4B4B-B2E9-59A978539891}"/>
              </a:ext>
            </a:extLst>
          </p:cNvPr>
          <p:cNvSpPr txBox="1"/>
          <p:nvPr/>
        </p:nvSpPr>
        <p:spPr>
          <a:xfrm>
            <a:off x="7078917" y="850677"/>
            <a:ext cx="4622319" cy="550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u="sng" dirty="0" err="1"/>
              <a:t>Interpretation</a:t>
            </a:r>
            <a:br>
              <a:rPr lang="fr-FR" sz="1600" u="sng" dirty="0"/>
            </a:br>
            <a:endParaRPr lang="fr-FR" sz="1600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u="sng" dirty="0"/>
              <a:t>Example</a:t>
            </a:r>
            <a:r>
              <a:rPr lang="fr-FR" sz="1600" dirty="0"/>
              <a:t>: </a:t>
            </a:r>
            <a:r>
              <a:rPr lang="fr-FR" sz="1600" dirty="0" err="1"/>
              <a:t>AMR_ville_FQ_R</a:t>
            </a:r>
            <a:r>
              <a:rPr lang="fr-FR" sz="1600" dirty="0"/>
              <a:t> = 0.56*</a:t>
            </a:r>
            <a:r>
              <a:rPr lang="fr-FR" sz="1600" dirty="0" err="1"/>
              <a:t>medecin_hab</a:t>
            </a:r>
            <a:r>
              <a:rPr lang="fr-FR" sz="1600" dirty="0"/>
              <a:t> – 0.51 </a:t>
            </a:r>
            <a:r>
              <a:rPr lang="fr-FR" sz="1600" dirty="0" err="1"/>
              <a:t>EQI_st</a:t>
            </a:r>
            <a:r>
              <a:rPr lang="fr-FR" sz="1600" dirty="0"/>
              <a:t> + 0.06 </a:t>
            </a:r>
            <a:r>
              <a:rPr lang="fr-FR" sz="1600" dirty="0" err="1"/>
              <a:t>log_AMC_ES_FQ</a:t>
            </a:r>
            <a:r>
              <a:rPr lang="fr-FR" sz="1600" dirty="0"/>
              <a:t> + 0.07 </a:t>
            </a:r>
            <a:r>
              <a:rPr lang="fr-FR" sz="1600" dirty="0" err="1"/>
              <a:t>log_AMC_ville</a:t>
            </a:r>
            <a:r>
              <a:rPr lang="fr-FR" sz="1600" dirty="0"/>
              <a:t> _FQ</a:t>
            </a:r>
            <a:br>
              <a:rPr lang="fr-FR" sz="1600" dirty="0"/>
            </a:b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 err="1"/>
              <a:t>It’s</a:t>
            </a:r>
            <a:r>
              <a:rPr lang="fr-FR" sz="1600" b="1" dirty="0"/>
              <a:t> </a:t>
            </a:r>
            <a:r>
              <a:rPr lang="fr-FR" sz="1600" b="1" dirty="0" err="1"/>
              <a:t>low</a:t>
            </a:r>
            <a:r>
              <a:rPr lang="fr-FR" sz="1600" b="1" dirty="0"/>
              <a:t> EQI and high </a:t>
            </a:r>
            <a:r>
              <a:rPr lang="fr-FR" sz="1600" b="1" dirty="0" err="1"/>
              <a:t>number</a:t>
            </a:r>
            <a:r>
              <a:rPr lang="fr-FR" sz="1600" b="1" dirty="0"/>
              <a:t> of </a:t>
            </a:r>
            <a:r>
              <a:rPr lang="fr-FR" sz="1600" b="1" dirty="0" err="1"/>
              <a:t>doctors</a:t>
            </a:r>
            <a:r>
              <a:rPr lang="fr-FR" sz="1600" b="1" dirty="0"/>
              <a:t> per population </a:t>
            </a:r>
            <a:r>
              <a:rPr lang="fr-FR" sz="1600" b="1" dirty="0" err="1"/>
              <a:t>which</a:t>
            </a:r>
            <a:r>
              <a:rPr lang="fr-FR" sz="1600" b="1" dirty="0"/>
              <a:t> </a:t>
            </a:r>
            <a:r>
              <a:rPr lang="fr-FR" sz="1600" b="1" dirty="0" err="1"/>
              <a:t>explain</a:t>
            </a:r>
            <a:r>
              <a:rPr lang="fr-FR" sz="1600" b="1" dirty="0"/>
              <a:t> the </a:t>
            </a:r>
            <a:r>
              <a:rPr lang="fr-FR" sz="1600" b="1" dirty="0" err="1"/>
              <a:t>most</a:t>
            </a:r>
            <a:r>
              <a:rPr lang="fr-FR" sz="1600" b="1" dirty="0"/>
              <a:t> the </a:t>
            </a:r>
            <a:r>
              <a:rPr lang="fr-FR" sz="1600" b="1" dirty="0" err="1"/>
              <a:t>regional</a:t>
            </a:r>
            <a:r>
              <a:rPr lang="fr-FR" sz="1600" b="1" dirty="0"/>
              <a:t> </a:t>
            </a:r>
            <a:r>
              <a:rPr lang="fr-FR" sz="1600" b="1" dirty="0" err="1"/>
              <a:t>resistance</a:t>
            </a:r>
            <a:r>
              <a:rPr lang="fr-FR" sz="1600" b="1" dirty="0"/>
              <a:t> of fluoroquinolone in </a:t>
            </a:r>
            <a:r>
              <a:rPr lang="fr-FR" sz="1600" b="1" dirty="0" err="1"/>
              <a:t>primary</a:t>
            </a:r>
            <a:r>
              <a:rPr lang="fr-FR" sz="1600" b="1" dirty="0"/>
              <a:t> care setting</a:t>
            </a:r>
            <a:r>
              <a:rPr lang="fr-FR" sz="1600" dirty="0"/>
              <a:t>.</a:t>
            </a:r>
            <a:br>
              <a:rPr lang="fr-FR" sz="1600" dirty="0"/>
            </a:b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The </a:t>
            </a:r>
            <a:r>
              <a:rPr lang="fr-FR" sz="1600" dirty="0" err="1"/>
              <a:t>consumption</a:t>
            </a:r>
            <a:r>
              <a:rPr lang="fr-FR" sz="1600" dirty="0"/>
              <a:t> of FQ in </a:t>
            </a:r>
            <a:r>
              <a:rPr lang="fr-FR" sz="1600" dirty="0" err="1"/>
              <a:t>hospitals</a:t>
            </a:r>
            <a:r>
              <a:rPr lang="fr-FR" sz="1600" dirty="0"/>
              <a:t> and </a:t>
            </a:r>
            <a:r>
              <a:rPr lang="fr-FR" sz="1600" dirty="0" err="1"/>
              <a:t>primary</a:t>
            </a:r>
            <a:r>
              <a:rPr lang="fr-FR" sz="1600" dirty="0"/>
              <a:t> care setting are </a:t>
            </a:r>
            <a:r>
              <a:rPr lang="fr-FR" sz="1600" dirty="0" err="1"/>
              <a:t>positively</a:t>
            </a:r>
            <a:r>
              <a:rPr lang="fr-FR" sz="1600" dirty="0"/>
              <a:t> </a:t>
            </a:r>
            <a:r>
              <a:rPr lang="fr-FR" sz="1600" dirty="0" err="1"/>
              <a:t>explained</a:t>
            </a:r>
            <a:r>
              <a:rPr lang="fr-FR" sz="1600" dirty="0"/>
              <a:t> by </a:t>
            </a:r>
            <a:r>
              <a:rPr lang="fr-FR" sz="1600" dirty="0" err="1"/>
              <a:t>polution</a:t>
            </a:r>
            <a:r>
              <a:rPr lang="fr-FR" sz="1600" dirty="0"/>
              <a:t> of the air (PM 2.5) and the use of climatisation (</a:t>
            </a:r>
            <a:r>
              <a:rPr lang="fr-FR" sz="1600" dirty="0" err="1"/>
              <a:t>dju_refroi</a:t>
            </a:r>
            <a:r>
              <a:rPr lang="fr-FR" sz="1600" dirty="0"/>
              <a:t>). </a:t>
            </a:r>
            <a:r>
              <a:rPr lang="fr-FR" sz="1600" dirty="0" err="1"/>
              <a:t>These</a:t>
            </a:r>
            <a:r>
              <a:rPr lang="fr-FR" sz="1600" dirty="0"/>
              <a:t> </a:t>
            </a:r>
            <a:r>
              <a:rPr lang="fr-FR" sz="1600" dirty="0" err="1"/>
              <a:t>two</a:t>
            </a:r>
            <a:r>
              <a:rPr lang="fr-FR" sz="1600" dirty="0"/>
              <a:t> variables are </a:t>
            </a:r>
            <a:r>
              <a:rPr lang="fr-FR" sz="1600" dirty="0" err="1"/>
              <a:t>also</a:t>
            </a:r>
            <a:r>
              <a:rPr lang="fr-FR" sz="1600" dirty="0"/>
              <a:t> </a:t>
            </a:r>
            <a:r>
              <a:rPr lang="fr-FR" sz="1600" dirty="0" err="1"/>
              <a:t>well</a:t>
            </a:r>
            <a:r>
              <a:rPr lang="fr-FR" sz="1600" dirty="0"/>
              <a:t> </a:t>
            </a:r>
            <a:r>
              <a:rPr lang="fr-FR" sz="1600" dirty="0" err="1"/>
              <a:t>explained</a:t>
            </a:r>
            <a:r>
              <a:rPr lang="fr-FR" sz="1600" dirty="0"/>
              <a:t> by variables of the </a:t>
            </a:r>
            <a:r>
              <a:rPr lang="fr-FR" sz="1600" dirty="0" err="1"/>
              <a:t>Humans</a:t>
            </a:r>
            <a:r>
              <a:rPr lang="fr-FR" sz="1600" dirty="0"/>
              <a:t> block</a:t>
            </a:r>
            <a:br>
              <a:rPr lang="fr-FR" sz="1600" dirty="0"/>
            </a:b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FQ </a:t>
            </a:r>
            <a:r>
              <a:rPr lang="fr-FR" sz="1600" dirty="0" err="1"/>
              <a:t>resistance</a:t>
            </a:r>
            <a:r>
              <a:rPr lang="fr-FR" sz="1600" dirty="0"/>
              <a:t> in pets </a:t>
            </a:r>
            <a:r>
              <a:rPr lang="fr-FR" sz="1600" dirty="0" err="1"/>
              <a:t>is</a:t>
            </a:r>
            <a:r>
              <a:rPr lang="fr-FR" sz="1600" dirty="0"/>
              <a:t> </a:t>
            </a:r>
            <a:r>
              <a:rPr lang="fr-FR" sz="1600" dirty="0" err="1"/>
              <a:t>also</a:t>
            </a:r>
            <a:r>
              <a:rPr lang="fr-FR" sz="1600" dirty="0"/>
              <a:t> </a:t>
            </a:r>
            <a:r>
              <a:rPr lang="fr-FR" sz="1600" dirty="0" err="1"/>
              <a:t>chracterized</a:t>
            </a:r>
            <a:r>
              <a:rPr lang="fr-FR" sz="1600" dirty="0"/>
              <a:t> by a lot of </a:t>
            </a:r>
            <a:r>
              <a:rPr lang="fr-FR" sz="1600" dirty="0" err="1"/>
              <a:t>doctors</a:t>
            </a:r>
            <a:r>
              <a:rPr lang="fr-FR" sz="1600" dirty="0"/>
              <a:t> per population (</a:t>
            </a:r>
            <a:r>
              <a:rPr lang="fr-FR" sz="1600" dirty="0" err="1"/>
              <a:t>surprisingly</a:t>
            </a:r>
            <a:r>
              <a:rPr lang="fr-FR" sz="1600" dirty="0"/>
              <a:t> not </a:t>
            </a:r>
            <a:r>
              <a:rPr lang="fr-FR" sz="1600" dirty="0" err="1"/>
              <a:t>vet</a:t>
            </a:r>
            <a:r>
              <a:rPr lang="fr-FR" sz="1600" dirty="0"/>
              <a:t>) and </a:t>
            </a:r>
            <a:r>
              <a:rPr lang="fr-FR" sz="1600" dirty="0" err="1"/>
              <a:t>low</a:t>
            </a:r>
            <a:r>
              <a:rPr lang="fr-FR" sz="1600" dirty="0"/>
              <a:t> EQI. </a:t>
            </a:r>
          </a:p>
        </p:txBody>
      </p:sp>
    </p:spTree>
    <p:extLst>
      <p:ext uri="{BB962C8B-B14F-4D97-AF65-F5344CB8AC3E}">
        <p14:creationId xmlns:p14="http://schemas.microsoft.com/office/powerpoint/2010/main" val="25718426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ED82FD38-7D6B-4DC8-9FB6-E36A2700E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999" y="984000"/>
            <a:ext cx="11232000" cy="5395200"/>
          </a:xfrm>
        </p:spPr>
        <p:txBody>
          <a:bodyPr/>
          <a:lstStyle/>
          <a:p>
            <a:r>
              <a:rPr lang="fr-FR" sz="5333" dirty="0"/>
              <a:t>Conclusion and perspectives</a:t>
            </a:r>
          </a:p>
        </p:txBody>
      </p:sp>
    </p:spTree>
    <p:extLst>
      <p:ext uri="{BB962C8B-B14F-4D97-AF65-F5344CB8AC3E}">
        <p14:creationId xmlns:p14="http://schemas.microsoft.com/office/powerpoint/2010/main" val="3857026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D8B1B96-4344-41EC-BB3F-025E941480CE}"/>
              </a:ext>
            </a:extLst>
          </p:cNvPr>
          <p:cNvSpPr txBox="1"/>
          <p:nvPr/>
        </p:nvSpPr>
        <p:spPr>
          <a:xfrm>
            <a:off x="97008" y="-4146"/>
            <a:ext cx="9766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Conclusion</a:t>
            </a:r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126A8F8-27A3-411A-B855-21472B4CBE80}"/>
              </a:ext>
            </a:extLst>
          </p:cNvPr>
          <p:cNvSpPr txBox="1"/>
          <p:nvPr/>
        </p:nvSpPr>
        <p:spPr>
          <a:xfrm>
            <a:off x="812800" y="1769534"/>
            <a:ext cx="917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4E2E6DA-CA2F-425A-AEB1-C142A65F9518}"/>
              </a:ext>
            </a:extLst>
          </p:cNvPr>
          <p:cNvSpPr txBox="1"/>
          <p:nvPr/>
        </p:nvSpPr>
        <p:spPr>
          <a:xfrm>
            <a:off x="578841" y="1023457"/>
            <a:ext cx="10335236" cy="50783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 err="1"/>
              <a:t>fPCA</a:t>
            </a:r>
            <a:r>
              <a:rPr lang="fr-FR" dirty="0"/>
              <a:t> </a:t>
            </a:r>
            <a:r>
              <a:rPr lang="fr-FR" dirty="0" err="1"/>
              <a:t>allows</a:t>
            </a:r>
            <a:r>
              <a:rPr lang="fr-FR" dirty="0"/>
              <a:t> us to go </a:t>
            </a:r>
            <a:r>
              <a:rPr lang="fr-FR" dirty="0" err="1"/>
              <a:t>from</a:t>
            </a:r>
            <a:r>
              <a:rPr lang="fr-FR" dirty="0"/>
              <a:t> a </a:t>
            </a:r>
            <a:r>
              <a:rPr lang="fr-FR" dirty="0" err="1"/>
              <a:t>functional</a:t>
            </a:r>
            <a:r>
              <a:rPr lang="fr-FR" dirty="0"/>
              <a:t> variable to a principal component score, </a:t>
            </a:r>
            <a:r>
              <a:rPr lang="fr-FR" dirty="0" err="1"/>
              <a:t>which</a:t>
            </a:r>
            <a:r>
              <a:rPr lang="fr-FR" dirty="0"/>
              <a:t> permit us </a:t>
            </a:r>
            <a:r>
              <a:rPr lang="fr-FR" b="1" dirty="0"/>
              <a:t>to </a:t>
            </a:r>
            <a:r>
              <a:rPr lang="fr-FR" b="1" dirty="0" err="1"/>
              <a:t>summarize</a:t>
            </a:r>
            <a:r>
              <a:rPr lang="fr-FR" b="1" dirty="0"/>
              <a:t> the temporal dimension of a variable and to </a:t>
            </a:r>
            <a:r>
              <a:rPr lang="fr-FR" b="1" dirty="0" err="1"/>
              <a:t>obtain</a:t>
            </a:r>
            <a:r>
              <a:rPr lang="fr-FR" b="1" dirty="0"/>
              <a:t> </a:t>
            </a:r>
            <a:r>
              <a:rPr lang="fr-FR" b="1" dirty="0" err="1"/>
              <a:t>independent</a:t>
            </a:r>
            <a:r>
              <a:rPr lang="fr-FR" b="1" dirty="0"/>
              <a:t> observations.</a:t>
            </a:r>
            <a:br>
              <a:rPr lang="fr-FR" b="1" dirty="0"/>
            </a:br>
            <a:endParaRPr lang="fr-F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 err="1"/>
              <a:t>Then</a:t>
            </a:r>
            <a:r>
              <a:rPr lang="fr-FR" b="1" dirty="0"/>
              <a:t> the use of GSCA </a:t>
            </a:r>
            <a:r>
              <a:rPr lang="fr-FR" b="1" dirty="0" err="1"/>
              <a:t>permits</a:t>
            </a:r>
            <a:r>
              <a:rPr lang="fr-FR" b="1" dirty="0"/>
              <a:t> us to explore </a:t>
            </a:r>
            <a:r>
              <a:rPr lang="fr-FR" b="1" dirty="0" err="1"/>
              <a:t>relational</a:t>
            </a:r>
            <a:r>
              <a:rPr lang="fr-FR" b="1" dirty="0"/>
              <a:t> links </a:t>
            </a:r>
            <a:r>
              <a:rPr lang="fr-FR" b="1" dirty="0" err="1"/>
              <a:t>between</a:t>
            </a:r>
            <a:r>
              <a:rPr lang="fr-FR" b="1" dirty="0"/>
              <a:t> blocks and to </a:t>
            </a:r>
            <a:r>
              <a:rPr lang="fr-FR" b="1" dirty="0" err="1"/>
              <a:t>consider</a:t>
            </a:r>
            <a:r>
              <a:rPr lang="fr-FR" b="1" dirty="0"/>
              <a:t> </a:t>
            </a:r>
            <a:r>
              <a:rPr lang="fr-FR" b="1" dirty="0" err="1"/>
              <a:t>several</a:t>
            </a:r>
            <a:r>
              <a:rPr lang="fr-FR" b="1" dirty="0"/>
              <a:t> </a:t>
            </a:r>
            <a:r>
              <a:rPr lang="fr-FR" b="1" dirty="0" err="1"/>
              <a:t>statistical</a:t>
            </a:r>
            <a:r>
              <a:rPr lang="fr-FR" b="1" dirty="0"/>
              <a:t> </a:t>
            </a:r>
            <a:r>
              <a:rPr lang="fr-FR" b="1" dirty="0" err="1"/>
              <a:t>models</a:t>
            </a:r>
            <a:r>
              <a:rPr lang="fr-FR" dirty="0"/>
              <a:t>: a main one (</a:t>
            </a:r>
            <a:r>
              <a:rPr lang="fr-FR" dirty="0" err="1"/>
              <a:t>with</a:t>
            </a:r>
            <a:r>
              <a:rPr lang="fr-FR" dirty="0"/>
              <a:t> Y = </a:t>
            </a:r>
            <a:r>
              <a:rPr lang="fr-FR" dirty="0" err="1"/>
              <a:t>AMR_ville_FQ_R</a:t>
            </a:r>
            <a:r>
              <a:rPr lang="fr-FR" dirty="0"/>
              <a:t> as </a:t>
            </a:r>
            <a:r>
              <a:rPr lang="fr-FR" dirty="0" err="1"/>
              <a:t>response</a:t>
            </a:r>
            <a:r>
              <a:rPr lang="fr-FR" dirty="0"/>
              <a:t> variable) and </a:t>
            </a:r>
            <a:r>
              <a:rPr lang="fr-FR" dirty="0" err="1"/>
              <a:t>submodels</a:t>
            </a:r>
            <a:r>
              <a:rPr lang="fr-FR" dirty="0"/>
              <a:t>. </a:t>
            </a:r>
            <a:r>
              <a:rPr lang="fr-FR" dirty="0" err="1"/>
              <a:t>It’s</a:t>
            </a:r>
            <a:r>
              <a:rPr lang="fr-FR" dirty="0"/>
              <a:t> </a:t>
            </a:r>
            <a:r>
              <a:rPr lang="fr-FR" dirty="0" err="1"/>
              <a:t>ideal</a:t>
            </a:r>
            <a:r>
              <a:rPr lang="fr-FR" dirty="0"/>
              <a:t> for </a:t>
            </a:r>
            <a:r>
              <a:rPr lang="fr-FR" dirty="0" err="1"/>
              <a:t>taking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account</a:t>
            </a:r>
            <a:r>
              <a:rPr lang="fr-FR" dirty="0"/>
              <a:t> the One </a:t>
            </a:r>
            <a:r>
              <a:rPr lang="fr-FR" dirty="0" err="1"/>
              <a:t>Health</a:t>
            </a:r>
            <a:r>
              <a:rPr lang="fr-FR" dirty="0"/>
              <a:t> dimension of </a:t>
            </a:r>
            <a:r>
              <a:rPr lang="fr-FR" dirty="0" err="1"/>
              <a:t>our</a:t>
            </a:r>
            <a:r>
              <a:rPr lang="fr-FR" dirty="0"/>
              <a:t> </a:t>
            </a:r>
            <a:r>
              <a:rPr lang="fr-FR" dirty="0" err="1"/>
              <a:t>problem</a:t>
            </a:r>
            <a:r>
              <a:rPr lang="fr-FR" dirty="0"/>
              <a:t>.</a:t>
            </a:r>
            <a:br>
              <a:rPr lang="fr-FR" dirty="0"/>
            </a:b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The </a:t>
            </a:r>
            <a:r>
              <a:rPr lang="fr-FR" dirty="0" err="1"/>
              <a:t>resistance</a:t>
            </a:r>
            <a:r>
              <a:rPr lang="fr-FR" dirty="0"/>
              <a:t> of Fluoroquinolone in </a:t>
            </a:r>
            <a:r>
              <a:rPr lang="fr-FR" dirty="0" err="1"/>
              <a:t>primary</a:t>
            </a:r>
            <a:r>
              <a:rPr lang="fr-FR" dirty="0"/>
              <a:t> care setting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surprisingly</a:t>
            </a:r>
            <a:r>
              <a:rPr lang="fr-FR" dirty="0"/>
              <a:t> </a:t>
            </a:r>
            <a:r>
              <a:rPr lang="fr-FR" dirty="0" err="1"/>
              <a:t>mainly</a:t>
            </a:r>
            <a:r>
              <a:rPr lang="fr-FR" dirty="0"/>
              <a:t> </a:t>
            </a:r>
            <a:r>
              <a:rPr lang="fr-FR" dirty="0" err="1"/>
              <a:t>explained</a:t>
            </a:r>
            <a:r>
              <a:rPr lang="fr-FR" dirty="0"/>
              <a:t> by the </a:t>
            </a:r>
            <a:r>
              <a:rPr lang="fr-FR" dirty="0" err="1"/>
              <a:t>humans</a:t>
            </a:r>
            <a:r>
              <a:rPr lang="fr-FR" dirty="0"/>
              <a:t> block more </a:t>
            </a:r>
            <a:r>
              <a:rPr lang="fr-FR" dirty="0" err="1"/>
              <a:t>than</a:t>
            </a:r>
            <a:r>
              <a:rPr lang="fr-FR" dirty="0"/>
              <a:t> the </a:t>
            </a:r>
            <a:r>
              <a:rPr lang="fr-FR" dirty="0" err="1"/>
              <a:t>animicrobial</a:t>
            </a:r>
            <a:r>
              <a:rPr lang="fr-FR" dirty="0"/>
              <a:t> </a:t>
            </a:r>
            <a:r>
              <a:rPr lang="fr-FR" dirty="0" err="1"/>
              <a:t>consumption</a:t>
            </a:r>
            <a:r>
              <a:rPr lang="fr-FR" dirty="0"/>
              <a:t> of Fluoroquinolone. </a:t>
            </a:r>
            <a:r>
              <a:rPr lang="fr-FR" b="1" dirty="0"/>
              <a:t>Indeed, a </a:t>
            </a:r>
            <a:r>
              <a:rPr lang="fr-FR" b="1" dirty="0" err="1"/>
              <a:t>low</a:t>
            </a:r>
            <a:r>
              <a:rPr lang="fr-FR" b="1" dirty="0"/>
              <a:t> EQI, and a high </a:t>
            </a:r>
            <a:r>
              <a:rPr lang="fr-FR" b="1" dirty="0" err="1"/>
              <a:t>level</a:t>
            </a:r>
            <a:r>
              <a:rPr lang="fr-FR" b="1" dirty="0"/>
              <a:t> of </a:t>
            </a:r>
            <a:r>
              <a:rPr lang="fr-FR" b="1" dirty="0" err="1"/>
              <a:t>doctors</a:t>
            </a:r>
            <a:r>
              <a:rPr lang="fr-FR" b="1" dirty="0"/>
              <a:t> per population </a:t>
            </a:r>
            <a:r>
              <a:rPr lang="fr-FR" b="1" dirty="0" err="1"/>
              <a:t>is</a:t>
            </a:r>
            <a:r>
              <a:rPr lang="fr-FR" b="1" dirty="0"/>
              <a:t> </a:t>
            </a:r>
            <a:r>
              <a:rPr lang="fr-FR" b="1" dirty="0" err="1"/>
              <a:t>associated</a:t>
            </a:r>
            <a:r>
              <a:rPr lang="fr-FR" b="1" dirty="0"/>
              <a:t> </a:t>
            </a:r>
            <a:r>
              <a:rPr lang="fr-FR" b="1" dirty="0" err="1"/>
              <a:t>with</a:t>
            </a:r>
            <a:r>
              <a:rPr lang="fr-FR" b="1" dirty="0"/>
              <a:t> a high </a:t>
            </a:r>
            <a:r>
              <a:rPr lang="fr-FR" b="1" dirty="0" err="1"/>
              <a:t>level</a:t>
            </a:r>
            <a:r>
              <a:rPr lang="fr-FR" b="1" dirty="0"/>
              <a:t> of fluoroquinolone </a:t>
            </a:r>
            <a:r>
              <a:rPr lang="fr-FR" b="1" dirty="0" err="1"/>
              <a:t>resistance</a:t>
            </a:r>
            <a:r>
              <a:rPr lang="fr-FR" b="1" dirty="0"/>
              <a:t> at the </a:t>
            </a:r>
            <a:r>
              <a:rPr lang="fr-FR" b="1" dirty="0" err="1"/>
              <a:t>regional</a:t>
            </a:r>
            <a:r>
              <a:rPr lang="fr-FR" b="1" dirty="0"/>
              <a:t> </a:t>
            </a:r>
            <a:r>
              <a:rPr lang="fr-FR" b="1" dirty="0" err="1"/>
              <a:t>scale</a:t>
            </a:r>
            <a:r>
              <a:rPr lang="fr-FR" b="1" dirty="0"/>
              <a:t>.</a:t>
            </a:r>
            <a:br>
              <a:rPr lang="fr-FR" b="1" dirty="0"/>
            </a:br>
            <a:endParaRPr lang="fr-F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 </a:t>
            </a:r>
            <a:r>
              <a:rPr lang="fr-FR" dirty="0" err="1"/>
              <a:t>Environment</a:t>
            </a:r>
            <a:r>
              <a:rPr lang="fr-FR" dirty="0"/>
              <a:t> block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characterized</a:t>
            </a:r>
            <a:r>
              <a:rPr lang="fr-FR" dirty="0"/>
              <a:t> by pollution, Animals block </a:t>
            </a:r>
            <a:r>
              <a:rPr lang="fr-FR" dirty="0" err="1"/>
              <a:t>mainly</a:t>
            </a:r>
            <a:r>
              <a:rPr lang="fr-FR" dirty="0"/>
              <a:t> by </a:t>
            </a:r>
            <a:r>
              <a:rPr lang="fr-FR" dirty="0" err="1"/>
              <a:t>livestock</a:t>
            </a:r>
            <a:r>
              <a:rPr lang="fr-FR" dirty="0"/>
              <a:t> </a:t>
            </a:r>
            <a:r>
              <a:rPr lang="fr-FR" dirty="0" err="1"/>
              <a:t>density</a:t>
            </a:r>
            <a:r>
              <a:rPr lang="fr-FR" dirty="0"/>
              <a:t>. </a:t>
            </a:r>
            <a:r>
              <a:rPr lang="fr-FR" b="1" dirty="0"/>
              <a:t>The </a:t>
            </a:r>
            <a:r>
              <a:rPr lang="fr-FR" b="1" dirty="0" err="1"/>
              <a:t>common</a:t>
            </a:r>
            <a:r>
              <a:rPr lang="fr-FR" b="1" dirty="0"/>
              <a:t> point of the </a:t>
            </a:r>
            <a:r>
              <a:rPr lang="fr-FR" b="1" dirty="0" err="1"/>
              <a:t>three</a:t>
            </a:r>
            <a:r>
              <a:rPr lang="fr-FR" b="1" dirty="0"/>
              <a:t> One </a:t>
            </a:r>
            <a:r>
              <a:rPr lang="fr-FR" b="1" dirty="0" err="1"/>
              <a:t>Health</a:t>
            </a:r>
            <a:r>
              <a:rPr lang="fr-FR" b="1" dirty="0"/>
              <a:t> blocks </a:t>
            </a:r>
            <a:r>
              <a:rPr lang="fr-FR" b="1" dirty="0" err="1"/>
              <a:t>is</a:t>
            </a:r>
            <a:r>
              <a:rPr lang="fr-FR" b="1" dirty="0"/>
              <a:t> the </a:t>
            </a:r>
            <a:r>
              <a:rPr lang="fr-FR" b="1" dirty="0" err="1"/>
              <a:t>urban</a:t>
            </a:r>
            <a:r>
              <a:rPr lang="fr-FR" b="1" dirty="0"/>
              <a:t>/rural </a:t>
            </a:r>
            <a:r>
              <a:rPr lang="fr-FR" b="1" dirty="0" err="1"/>
              <a:t>characteristic</a:t>
            </a:r>
            <a:r>
              <a:rPr lang="fr-FR" b="1" dirty="0"/>
              <a:t> of the </a:t>
            </a:r>
            <a:r>
              <a:rPr lang="fr-FR" b="1" dirty="0" err="1"/>
              <a:t>region</a:t>
            </a:r>
            <a:r>
              <a:rPr lang="fr-FR" b="1" dirty="0"/>
              <a:t>.</a:t>
            </a:r>
            <a:r>
              <a:rPr lang="fr-FR" dirty="0"/>
              <a:t>  There are more </a:t>
            </a:r>
            <a:r>
              <a:rPr lang="fr-FR" dirty="0" err="1"/>
              <a:t>resistance</a:t>
            </a:r>
            <a:r>
              <a:rPr lang="fr-FR" dirty="0"/>
              <a:t> in </a:t>
            </a:r>
            <a:r>
              <a:rPr lang="fr-FR" dirty="0" err="1"/>
              <a:t>urban</a:t>
            </a:r>
            <a:r>
              <a:rPr lang="fr-FR" dirty="0"/>
              <a:t> </a:t>
            </a:r>
            <a:r>
              <a:rPr lang="fr-FR" dirty="0" err="1"/>
              <a:t>regions</a:t>
            </a:r>
            <a:r>
              <a:rPr lang="fr-F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185157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D8B1B96-4344-41EC-BB3F-025E941480CE}"/>
              </a:ext>
            </a:extLst>
          </p:cNvPr>
          <p:cNvSpPr txBox="1"/>
          <p:nvPr/>
        </p:nvSpPr>
        <p:spPr>
          <a:xfrm>
            <a:off x="97008" y="-4146"/>
            <a:ext cx="9766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Limits and perspective</a:t>
            </a:r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126A8F8-27A3-411A-B855-21472B4CBE80}"/>
              </a:ext>
            </a:extLst>
          </p:cNvPr>
          <p:cNvSpPr txBox="1"/>
          <p:nvPr/>
        </p:nvSpPr>
        <p:spPr>
          <a:xfrm>
            <a:off x="812800" y="1769534"/>
            <a:ext cx="917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4E2E6DA-CA2F-425A-AEB1-C142A65F9518}"/>
              </a:ext>
            </a:extLst>
          </p:cNvPr>
          <p:cNvSpPr txBox="1"/>
          <p:nvPr/>
        </p:nvSpPr>
        <p:spPr>
          <a:xfrm>
            <a:off x="629175" y="1351508"/>
            <a:ext cx="10335236" cy="41549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The </a:t>
            </a:r>
            <a:r>
              <a:rPr lang="fr-FR" b="1" dirty="0" err="1"/>
              <a:t>sample</a:t>
            </a:r>
            <a:r>
              <a:rPr lang="fr-FR" b="1" dirty="0"/>
              <a:t> size </a:t>
            </a:r>
            <a:r>
              <a:rPr lang="fr-FR" b="1" dirty="0" err="1"/>
              <a:t>is</a:t>
            </a:r>
            <a:r>
              <a:rPr lang="fr-FR" b="1" dirty="0"/>
              <a:t> </a:t>
            </a:r>
            <a:r>
              <a:rPr lang="fr-FR" b="1" dirty="0" err="1"/>
              <a:t>low</a:t>
            </a:r>
            <a:r>
              <a:rPr lang="fr-FR" b="1" dirty="0"/>
              <a:t> (n=12 </a:t>
            </a:r>
            <a:r>
              <a:rPr lang="fr-FR" b="1" dirty="0" err="1"/>
              <a:t>regions</a:t>
            </a:r>
            <a:r>
              <a:rPr lang="fr-FR" b="1" dirty="0"/>
              <a:t>)</a:t>
            </a:r>
            <a:r>
              <a:rPr lang="fr-FR" dirty="0"/>
              <a:t>. This </a:t>
            </a:r>
            <a:r>
              <a:rPr lang="fr-FR" dirty="0" err="1"/>
              <a:t>is</a:t>
            </a:r>
            <a:r>
              <a:rPr lang="fr-FR" dirty="0"/>
              <a:t> the main </a:t>
            </a:r>
            <a:r>
              <a:rPr lang="fr-FR" dirty="0" err="1"/>
              <a:t>limit</a:t>
            </a:r>
            <a:r>
              <a:rPr lang="fr-FR" dirty="0"/>
              <a:t> </a:t>
            </a:r>
            <a:r>
              <a:rPr lang="fr-FR" dirty="0" err="1"/>
              <a:t>because</a:t>
            </a:r>
            <a:r>
              <a:rPr lang="fr-FR" dirty="0"/>
              <a:t> a </a:t>
            </a:r>
            <a:r>
              <a:rPr lang="fr-FR" dirty="0" err="1"/>
              <a:t>consequence</a:t>
            </a:r>
            <a:r>
              <a:rPr lang="fr-FR" dirty="0"/>
              <a:t> of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the estimation of model </a:t>
            </a:r>
            <a:r>
              <a:rPr lang="fr-FR" dirty="0" err="1"/>
              <a:t>parameters</a:t>
            </a:r>
            <a:r>
              <a:rPr lang="fr-FR" dirty="0"/>
              <a:t> are not stable. An </a:t>
            </a:r>
            <a:r>
              <a:rPr lang="fr-FR" dirty="0" err="1"/>
              <a:t>idea</a:t>
            </a:r>
            <a:r>
              <a:rPr lang="fr-FR" dirty="0"/>
              <a:t> </a:t>
            </a:r>
            <a:r>
              <a:rPr lang="fr-FR" dirty="0" err="1"/>
              <a:t>would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to </a:t>
            </a:r>
            <a:r>
              <a:rPr lang="fr-FR" dirty="0" err="1"/>
              <a:t>work</a:t>
            </a:r>
            <a:r>
              <a:rPr lang="fr-FR" dirty="0"/>
              <a:t> at the </a:t>
            </a:r>
            <a:r>
              <a:rPr lang="fr-FR" dirty="0" err="1"/>
              <a:t>departmental</a:t>
            </a:r>
            <a:r>
              <a:rPr lang="fr-FR" dirty="0"/>
              <a:t> </a:t>
            </a:r>
            <a:r>
              <a:rPr lang="fr-FR" dirty="0" err="1"/>
              <a:t>scale</a:t>
            </a:r>
            <a:r>
              <a:rPr lang="fr-FR" dirty="0"/>
              <a:t> </a:t>
            </a:r>
            <a:r>
              <a:rPr lang="fr-FR" dirty="0" err="1"/>
              <a:t>instead</a:t>
            </a:r>
            <a:r>
              <a:rPr lang="fr-FR" dirty="0"/>
              <a:t> of </a:t>
            </a:r>
            <a:r>
              <a:rPr lang="fr-FR" dirty="0" err="1"/>
              <a:t>regional</a:t>
            </a:r>
            <a:r>
              <a:rPr lang="fr-FR" dirty="0"/>
              <a:t> </a:t>
            </a:r>
            <a:r>
              <a:rPr lang="fr-FR" dirty="0" err="1"/>
              <a:t>scale</a:t>
            </a:r>
            <a:r>
              <a:rPr lang="fr-FR" dirty="0"/>
              <a:t> but </a:t>
            </a:r>
            <a:r>
              <a:rPr lang="fr-FR" dirty="0" err="1"/>
              <a:t>it’s</a:t>
            </a:r>
            <a:r>
              <a:rPr lang="fr-FR" dirty="0"/>
              <a:t> </a:t>
            </a:r>
            <a:r>
              <a:rPr lang="fr-FR" dirty="0" err="1"/>
              <a:t>difficult</a:t>
            </a:r>
            <a:r>
              <a:rPr lang="fr-FR" dirty="0"/>
              <a:t> </a:t>
            </a:r>
            <a:r>
              <a:rPr lang="fr-FR" dirty="0" err="1"/>
              <a:t>because</a:t>
            </a:r>
            <a:r>
              <a:rPr lang="fr-FR" dirty="0"/>
              <a:t>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no </a:t>
            </a:r>
            <a:r>
              <a:rPr lang="fr-FR" dirty="0" err="1"/>
              <a:t>enough</a:t>
            </a:r>
            <a:r>
              <a:rPr lang="fr-FR" dirty="0"/>
              <a:t> data of AMC and AMR at </a:t>
            </a:r>
            <a:r>
              <a:rPr lang="fr-FR" dirty="0" err="1"/>
              <a:t>departmental</a:t>
            </a:r>
            <a:r>
              <a:rPr lang="fr-FR" dirty="0"/>
              <a:t> </a:t>
            </a:r>
            <a:r>
              <a:rPr lang="fr-FR" dirty="0" err="1"/>
              <a:t>scale</a:t>
            </a:r>
            <a:r>
              <a:rPr lang="fr-FR" dirty="0"/>
              <a:t>.</a:t>
            </a:r>
            <a:br>
              <a:rPr lang="fr-FR" dirty="0"/>
            </a:b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summarized</a:t>
            </a:r>
            <a:r>
              <a:rPr lang="fr-FR" dirty="0"/>
              <a:t> </a:t>
            </a:r>
            <a:r>
              <a:rPr lang="fr-FR" dirty="0" err="1"/>
              <a:t>functional</a:t>
            </a:r>
            <a:r>
              <a:rPr lang="fr-FR" dirty="0"/>
              <a:t> variables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b="1" dirty="0" err="1"/>
              <a:t>only</a:t>
            </a:r>
            <a:r>
              <a:rPr lang="fr-FR" b="1" dirty="0"/>
              <a:t> one principal component score</a:t>
            </a:r>
            <a:r>
              <a:rPr lang="fr-FR" dirty="0"/>
              <a:t>. </a:t>
            </a:r>
            <a:r>
              <a:rPr lang="fr-FR" dirty="0" err="1"/>
              <a:t>Generally</a:t>
            </a:r>
            <a:r>
              <a:rPr lang="fr-FR" dirty="0"/>
              <a:t> </a:t>
            </a:r>
            <a:r>
              <a:rPr lang="fr-FR" dirty="0" err="1"/>
              <a:t>this</a:t>
            </a:r>
            <a:r>
              <a:rPr lang="fr-FR" dirty="0"/>
              <a:t> fPC1 </a:t>
            </a:r>
            <a:r>
              <a:rPr lang="fr-FR" dirty="0" err="1"/>
              <a:t>summarizes</a:t>
            </a:r>
            <a:r>
              <a:rPr lang="fr-FR" dirty="0"/>
              <a:t> </a:t>
            </a:r>
            <a:r>
              <a:rPr lang="fr-FR" dirty="0" err="1"/>
              <a:t>mean</a:t>
            </a:r>
            <a:r>
              <a:rPr lang="fr-FR" dirty="0"/>
              <a:t> </a:t>
            </a:r>
            <a:r>
              <a:rPr lang="fr-FR" dirty="0" err="1"/>
              <a:t>differences</a:t>
            </a:r>
            <a:r>
              <a:rPr lang="fr-FR" dirty="0"/>
              <a:t> over the time </a:t>
            </a:r>
            <a:r>
              <a:rPr lang="fr-FR" dirty="0" err="1"/>
              <a:t>between</a:t>
            </a:r>
            <a:r>
              <a:rPr lang="fr-FR" dirty="0"/>
              <a:t> </a:t>
            </a:r>
            <a:r>
              <a:rPr lang="fr-FR" dirty="0" err="1"/>
              <a:t>regions</a:t>
            </a:r>
            <a:r>
              <a:rPr lang="fr-FR" dirty="0"/>
              <a:t> but not </a:t>
            </a:r>
            <a:r>
              <a:rPr lang="fr-FR" dirty="0" err="1"/>
              <a:t>some</a:t>
            </a:r>
            <a:r>
              <a:rPr lang="fr-FR" dirty="0"/>
              <a:t> noises at </a:t>
            </a:r>
            <a:r>
              <a:rPr lang="fr-FR" dirty="0" err="1"/>
              <a:t>some</a:t>
            </a:r>
            <a:r>
              <a:rPr lang="fr-FR" dirty="0"/>
              <a:t> </a:t>
            </a:r>
            <a:r>
              <a:rPr lang="fr-FR" dirty="0" err="1"/>
              <a:t>years</a:t>
            </a:r>
            <a:r>
              <a:rPr lang="fr-FR" dirty="0"/>
              <a:t>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could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interesting</a:t>
            </a:r>
            <a:r>
              <a:rPr lang="fr-FR" dirty="0"/>
              <a:t> to </a:t>
            </a:r>
            <a:r>
              <a:rPr lang="fr-FR" dirty="0" err="1"/>
              <a:t>consider</a:t>
            </a:r>
            <a:r>
              <a:rPr lang="fr-FR" dirty="0"/>
              <a:t> in </a:t>
            </a:r>
            <a:r>
              <a:rPr lang="fr-FR" dirty="0" err="1"/>
              <a:t>our</a:t>
            </a:r>
            <a:r>
              <a:rPr lang="fr-FR" dirty="0"/>
              <a:t> </a:t>
            </a:r>
            <a:r>
              <a:rPr lang="fr-FR" dirty="0" err="1"/>
              <a:t>analysis</a:t>
            </a:r>
            <a:r>
              <a:rPr lang="fr-FR" dirty="0"/>
              <a:t>. </a:t>
            </a:r>
            <a:r>
              <a:rPr lang="fr-FR" b="1" dirty="0"/>
              <a:t>A perspective </a:t>
            </a:r>
            <a:r>
              <a:rPr lang="fr-FR" b="1" dirty="0" err="1"/>
              <a:t>could</a:t>
            </a:r>
            <a:r>
              <a:rPr lang="fr-FR" b="1" dirty="0"/>
              <a:t> </a:t>
            </a:r>
            <a:r>
              <a:rPr lang="fr-FR" b="1" dirty="0" err="1"/>
              <a:t>be</a:t>
            </a:r>
            <a:r>
              <a:rPr lang="fr-FR" b="1" dirty="0"/>
              <a:t> to use </a:t>
            </a:r>
            <a:r>
              <a:rPr lang="fr-FR" b="1" dirty="0" err="1"/>
              <a:t>Three-way</a:t>
            </a:r>
            <a:r>
              <a:rPr lang="fr-FR" b="1" dirty="0"/>
              <a:t> GSCA</a:t>
            </a:r>
            <a:r>
              <a:rPr lang="fr-FR" b="1" baseline="30000" dirty="0"/>
              <a:t>5</a:t>
            </a:r>
            <a:r>
              <a:rPr lang="fr-FR" b="1" dirty="0"/>
              <a:t> </a:t>
            </a:r>
            <a:r>
              <a:rPr lang="fr-FR" b="1" dirty="0" err="1"/>
              <a:t>with</a:t>
            </a:r>
            <a:r>
              <a:rPr lang="fr-FR" b="1" dirty="0"/>
              <a:t> more </a:t>
            </a:r>
            <a:r>
              <a:rPr lang="fr-FR" b="1" dirty="0" err="1"/>
              <a:t>than</a:t>
            </a:r>
            <a:r>
              <a:rPr lang="fr-FR" b="1" dirty="0"/>
              <a:t> one principal component.</a:t>
            </a:r>
            <a:br>
              <a:rPr lang="fr-FR" dirty="0"/>
            </a:br>
            <a:endParaRPr lang="fr-FR" baseline="30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The final goal of </a:t>
            </a:r>
            <a:r>
              <a:rPr lang="fr-FR" b="1" dirty="0" err="1"/>
              <a:t>our</a:t>
            </a:r>
            <a:r>
              <a:rPr lang="fr-FR" b="1" dirty="0"/>
              <a:t> </a:t>
            </a:r>
            <a:r>
              <a:rPr lang="fr-FR" b="1" dirty="0" err="1"/>
              <a:t>work</a:t>
            </a:r>
            <a:r>
              <a:rPr lang="fr-FR" b="1" dirty="0"/>
              <a:t> </a:t>
            </a:r>
            <a:r>
              <a:rPr lang="fr-FR" b="1" dirty="0" err="1"/>
              <a:t>would</a:t>
            </a:r>
            <a:r>
              <a:rPr lang="fr-FR" b="1" dirty="0"/>
              <a:t> </a:t>
            </a:r>
            <a:r>
              <a:rPr lang="fr-FR" b="1" dirty="0" err="1"/>
              <a:t>be</a:t>
            </a:r>
            <a:r>
              <a:rPr lang="fr-FR" b="1" dirty="0"/>
              <a:t> to </a:t>
            </a:r>
            <a:r>
              <a:rPr lang="fr-FR" b="1" dirty="0" err="1"/>
              <a:t>perform</a:t>
            </a:r>
            <a:r>
              <a:rPr lang="fr-FR" b="1" dirty="0"/>
              <a:t> </a:t>
            </a:r>
            <a:r>
              <a:rPr lang="fr-FR" b="1" dirty="0" err="1"/>
              <a:t>functional</a:t>
            </a:r>
            <a:r>
              <a:rPr lang="fr-FR" b="1" dirty="0"/>
              <a:t> GSCA</a:t>
            </a:r>
            <a:r>
              <a:rPr lang="fr-FR" b="1" baseline="30000" dirty="0"/>
              <a:t>6</a:t>
            </a:r>
            <a:r>
              <a:rPr lang="fr-FR" b="1" dirty="0"/>
              <a:t> </a:t>
            </a:r>
            <a:r>
              <a:rPr lang="fr-FR" b="1" dirty="0" err="1"/>
              <a:t>directly</a:t>
            </a:r>
            <a:r>
              <a:rPr lang="fr-FR" b="1" dirty="0"/>
              <a:t> to </a:t>
            </a:r>
            <a:r>
              <a:rPr lang="fr-FR" b="1" dirty="0" err="1"/>
              <a:t>functionnal</a:t>
            </a:r>
            <a:r>
              <a:rPr lang="fr-FR" b="1" dirty="0"/>
              <a:t> variable</a:t>
            </a:r>
            <a:r>
              <a:rPr lang="fr-FR" dirty="0"/>
              <a:t> </a:t>
            </a:r>
            <a:r>
              <a:rPr lang="fr-FR" dirty="0" err="1"/>
              <a:t>without</a:t>
            </a:r>
            <a:r>
              <a:rPr lang="fr-FR" dirty="0"/>
              <a:t> </a:t>
            </a:r>
            <a:r>
              <a:rPr lang="fr-FR" dirty="0" err="1"/>
              <a:t>doing</a:t>
            </a:r>
            <a:r>
              <a:rPr lang="fr-FR" dirty="0"/>
              <a:t> </a:t>
            </a:r>
            <a:r>
              <a:rPr lang="fr-FR" dirty="0" err="1"/>
              <a:t>any</a:t>
            </a:r>
            <a:r>
              <a:rPr lang="fr-FR" dirty="0"/>
              <a:t> </a:t>
            </a:r>
            <a:r>
              <a:rPr lang="fr-FR" dirty="0" err="1"/>
              <a:t>fPCA</a:t>
            </a:r>
            <a:r>
              <a:rPr lang="fr-FR" dirty="0"/>
              <a:t>.</a:t>
            </a:r>
            <a:br>
              <a:rPr lang="fr-FR" dirty="0"/>
            </a:b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The relations </a:t>
            </a:r>
            <a:r>
              <a:rPr lang="fr-FR" dirty="0" err="1"/>
              <a:t>observed</a:t>
            </a:r>
            <a:r>
              <a:rPr lang="fr-FR" dirty="0"/>
              <a:t> are </a:t>
            </a:r>
            <a:r>
              <a:rPr lang="fr-FR" dirty="0" err="1"/>
              <a:t>interesting</a:t>
            </a:r>
            <a:r>
              <a:rPr lang="fr-FR" dirty="0"/>
              <a:t> but </a:t>
            </a:r>
            <a:r>
              <a:rPr lang="fr-FR" b="1" dirty="0" err="1"/>
              <a:t>should</a:t>
            </a:r>
            <a:r>
              <a:rPr lang="fr-FR" b="1" dirty="0"/>
              <a:t> </a:t>
            </a:r>
            <a:r>
              <a:rPr lang="fr-FR" b="1" dirty="0" err="1"/>
              <a:t>be</a:t>
            </a:r>
            <a:r>
              <a:rPr lang="fr-FR" b="1" dirty="0"/>
              <a:t> </a:t>
            </a:r>
            <a:r>
              <a:rPr lang="fr-FR" b="1" dirty="0" err="1"/>
              <a:t>consider</a:t>
            </a:r>
            <a:r>
              <a:rPr lang="fr-FR" b="1" dirty="0"/>
              <a:t> </a:t>
            </a:r>
            <a:r>
              <a:rPr lang="fr-FR" b="1" dirty="0" err="1"/>
              <a:t>regarding</a:t>
            </a:r>
            <a:r>
              <a:rPr lang="fr-FR" b="1" dirty="0"/>
              <a:t> </a:t>
            </a:r>
            <a:r>
              <a:rPr lang="fr-FR" b="1" dirty="0" err="1"/>
              <a:t>their</a:t>
            </a:r>
            <a:r>
              <a:rPr lang="fr-FR" b="1" dirty="0"/>
              <a:t> </a:t>
            </a:r>
            <a:r>
              <a:rPr lang="fr-FR" b="1" dirty="0" err="1"/>
              <a:t>correlation</a:t>
            </a:r>
            <a:r>
              <a:rPr lang="fr-FR" b="1" dirty="0"/>
              <a:t> </a:t>
            </a:r>
            <a:r>
              <a:rPr lang="fr-FR" b="1" dirty="0" err="1"/>
              <a:t>with</a:t>
            </a:r>
            <a:r>
              <a:rPr lang="fr-FR" b="1" dirty="0"/>
              <a:t> </a:t>
            </a:r>
            <a:r>
              <a:rPr lang="fr-FR" b="1" dirty="0" err="1"/>
              <a:t>other</a:t>
            </a:r>
            <a:r>
              <a:rPr lang="fr-FR" b="1" dirty="0"/>
              <a:t> variables</a:t>
            </a:r>
            <a:r>
              <a:rPr lang="fr-FR" dirty="0"/>
              <a:t> not </a:t>
            </a:r>
            <a:r>
              <a:rPr lang="fr-FR" dirty="0" err="1"/>
              <a:t>selected</a:t>
            </a:r>
            <a:r>
              <a:rPr lang="fr-FR" dirty="0"/>
              <a:t> by the clustering of variables </a:t>
            </a:r>
            <a:r>
              <a:rPr lang="fr-FR" dirty="0" err="1"/>
              <a:t>method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5726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D8B1B96-4344-41EC-BB3F-025E941480CE}"/>
              </a:ext>
            </a:extLst>
          </p:cNvPr>
          <p:cNvSpPr txBox="1"/>
          <p:nvPr/>
        </p:nvSpPr>
        <p:spPr>
          <a:xfrm>
            <a:off x="97008" y="-4146"/>
            <a:ext cx="9766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/>
              <a:t>References</a:t>
            </a:r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126A8F8-27A3-411A-B855-21472B4CBE80}"/>
              </a:ext>
            </a:extLst>
          </p:cNvPr>
          <p:cNvSpPr txBox="1"/>
          <p:nvPr/>
        </p:nvSpPr>
        <p:spPr>
          <a:xfrm>
            <a:off x="812800" y="1769534"/>
            <a:ext cx="917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3BAB974-85B4-471C-A7CB-82CA9FB46432}"/>
              </a:ext>
            </a:extLst>
          </p:cNvPr>
          <p:cNvSpPr txBox="1"/>
          <p:nvPr/>
        </p:nvSpPr>
        <p:spPr>
          <a:xfrm>
            <a:off x="465667" y="1083733"/>
            <a:ext cx="1080346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Ramsey, J. O. and Silverman, B. W. (2005). </a:t>
            </a: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Functional Data Analysis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Chapter 8.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Vigneau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Qannari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 M. (2003). </a:t>
            </a: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Clustering of Variables Around Latent Components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 Communications in Statistics - Simulation and Computation, 32(4), 1131–1150.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Hwang H.,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Takane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Y. (2004). </a:t>
            </a: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Generalized Structured Component Analysis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fr-F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Psychometrika</a:t>
            </a: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Vol.69, No. 1, 81–99.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Bougeard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S., Hanafi M. (2023).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Prediction model for multiblock data with or without intermediate blocks. Estimation by PLS Path Modeling.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Choi J. Y., Hwang H. (2018).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Three-Way Generalized Structured Component Analysis.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Suk H. W., Hwang H. (2016).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Functional Generalized Structured Component Analysis.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Psychometrika </a:t>
            </a:r>
            <a:endParaRPr lang="en-US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38227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PÉRATEURS">
  <a:themeElements>
    <a:clrScheme name="ANSES">
      <a:dk1>
        <a:srgbClr val="000000"/>
      </a:dk1>
      <a:lt1>
        <a:srgbClr val="FFFFFF"/>
      </a:lt1>
      <a:dk2>
        <a:srgbClr val="FF9940"/>
      </a:dk2>
      <a:lt2>
        <a:srgbClr val="5770BE"/>
      </a:lt2>
      <a:accent1>
        <a:srgbClr val="FFE800"/>
      </a:accent1>
      <a:accent2>
        <a:srgbClr val="00AC8C"/>
      </a:accent2>
      <a:accent3>
        <a:srgbClr val="E1000F"/>
      </a:accent3>
      <a:accent4>
        <a:srgbClr val="FF9940"/>
      </a:accent4>
      <a:accent5>
        <a:srgbClr val="5770BE"/>
      </a:accent5>
      <a:accent6>
        <a:srgbClr val="FFE800"/>
      </a:accent6>
      <a:hlink>
        <a:srgbClr val="000000"/>
      </a:hlink>
      <a:folHlink>
        <a:srgbClr val="000000"/>
      </a:folHlink>
    </a:clrScheme>
    <a:fontScheme name="GOUVERNEMENT PPT">
      <a:majorFont>
        <a:latin typeface="Marianne"/>
        <a:ea typeface=""/>
        <a:cs typeface=""/>
      </a:majorFont>
      <a:minorFont>
        <a:latin typeface="Mariann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PÉRATEURS">
  <a:themeElements>
    <a:clrScheme name="ANSES">
      <a:dk1>
        <a:srgbClr val="000000"/>
      </a:dk1>
      <a:lt1>
        <a:srgbClr val="FFFFFF"/>
      </a:lt1>
      <a:dk2>
        <a:srgbClr val="FF9940"/>
      </a:dk2>
      <a:lt2>
        <a:srgbClr val="5770BE"/>
      </a:lt2>
      <a:accent1>
        <a:srgbClr val="FFE800"/>
      </a:accent1>
      <a:accent2>
        <a:srgbClr val="00AC8C"/>
      </a:accent2>
      <a:accent3>
        <a:srgbClr val="E1000F"/>
      </a:accent3>
      <a:accent4>
        <a:srgbClr val="FF9940"/>
      </a:accent4>
      <a:accent5>
        <a:srgbClr val="5770BE"/>
      </a:accent5>
      <a:accent6>
        <a:srgbClr val="FFE800"/>
      </a:accent6>
      <a:hlink>
        <a:srgbClr val="000000"/>
      </a:hlink>
      <a:folHlink>
        <a:srgbClr val="000000"/>
      </a:folHlink>
    </a:clrScheme>
    <a:fontScheme name="GOUVERNEMENT PPT">
      <a:majorFont>
        <a:latin typeface="Marianne"/>
        <a:ea typeface=""/>
        <a:cs typeface=""/>
      </a:majorFont>
      <a:minorFont>
        <a:latin typeface="Mariann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3381</TotalTime>
  <Words>2198</Words>
  <Application>Microsoft Office PowerPoint</Application>
  <PresentationFormat>Grand écran</PresentationFormat>
  <Paragraphs>212</Paragraphs>
  <Slides>21</Slides>
  <Notes>17</Notes>
  <HiddenSlides>1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21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Gill Sans MT</vt:lpstr>
      <vt:lpstr>Marianne</vt:lpstr>
      <vt:lpstr>Thème Office</vt:lpstr>
      <vt:lpstr>1_OPÉRATEURS</vt:lpstr>
      <vt:lpstr>OPÉRATEURS</vt:lpstr>
      <vt:lpstr>Présentation PowerPoint</vt:lpstr>
      <vt:lpstr>Introduction</vt:lpstr>
      <vt:lpstr>Présentation PowerPoint</vt:lpstr>
      <vt:lpstr>Présentation PowerPoint</vt:lpstr>
      <vt:lpstr>Présentation PowerPoint</vt:lpstr>
      <vt:lpstr>Methods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Results</vt:lpstr>
      <vt:lpstr>Présentation PowerPoint</vt:lpstr>
      <vt:lpstr>Classif de variable</vt:lpstr>
      <vt:lpstr>Présentation PowerPoint</vt:lpstr>
      <vt:lpstr>Présentation PowerPoint</vt:lpstr>
      <vt:lpstr>Présentation PowerPoint</vt:lpstr>
      <vt:lpstr>Conclusion and perspectives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MARTET Gaspard</dc:creator>
  <cp:lastModifiedBy>MARTET Gaspard</cp:lastModifiedBy>
  <cp:revision>157</cp:revision>
  <dcterms:created xsi:type="dcterms:W3CDTF">2026-07-15T12:59:48Z</dcterms:created>
  <dcterms:modified xsi:type="dcterms:W3CDTF">2026-08-26T14:40:27Z</dcterms:modified>
</cp:coreProperties>
</file>