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5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7C28AD-12E3-474C-AAAA-E0289B928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45E2EE-C6BC-4968-B66D-DA4728E83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D935C7-E3E2-483B-A23E-17E78168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E025AE-F9E2-493F-A191-6542499D8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867828-288F-497D-A73D-3561887D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638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A6264D-3FEE-4A77-B7E0-04C77DA6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081490-8916-419F-BD36-6C98189C3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29A393-CD29-4C64-BEDA-D84B6BA62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49B791-B773-4FE0-A64F-8B81948C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B54723-0459-4AE6-AB35-14234F14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46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23E0D8-745E-42C3-B990-06BD0D97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E8CB1A-4FFF-4D93-A652-78681A92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74459D-B6DE-4578-929A-A48DFDE0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B38406-E426-4781-B797-4442DBC4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D4AC41-ADA1-45D7-A03B-1A0E31297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250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078031-63B8-4A40-BD2A-6C19FF44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25A6AE-F129-4E11-A0D5-0D1DEBCFE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F255F11-08E4-41AB-A352-EEABC6F68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EAD970-8C7D-490E-89B6-72514358E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E13E15-0119-4424-A17A-2BFB1D1B0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A559E0-DDE3-4B00-B308-629051517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795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316CB7-D50D-4DB7-AB08-1846B08C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9BD773-31F4-4569-8D64-E02A7773E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9CD749-145A-43F2-95F3-C658686E8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097ECB2-DBCF-4AA7-AD3C-B880950A9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F446A41-31A0-473D-988C-B851CD34F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C6BE388-19FF-467D-8E7F-572000F3E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2A4686A-DCD4-4EB8-9148-047FB6554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26F72CC-B35D-44BC-8437-D9BAA7AD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60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76ECC2-423E-4B7E-AE86-54F6AFCB9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FCEE4A7-4E4F-4AAE-86D5-C6339C5A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0C3176-F050-4303-992A-7F015921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E7881E-04C2-4249-8064-E4CD5CF1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908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10FF670-9527-4F0D-8947-7B05D5699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0EFA4D3-7DCA-4729-BC8D-C3EDE374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93D5D4-AF12-4366-B976-B8118D7A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796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4A2291-C59B-45D8-97D5-0B96C2093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B306E5-DBD1-4190-8392-31B58FEE3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F325132-EE5B-4054-92F8-813D5C027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41682F-50FC-4F2A-A944-B40DD7CB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025C12-DD02-4F66-A75E-6A6A3C58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0EB2E3-D6D3-42CA-90DE-5C6AF8BA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862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D5F7E-FED5-4EB5-8E6E-8F09228D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5D54079-D5A4-4653-A714-912B4BF0F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6D7370-5C9A-45CB-9749-B52330618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98E61D-FC5B-4774-A686-7F210F93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A1CD6C-3D02-4F3F-847A-2B7044293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6EF418-8329-436A-B8EA-0BF46AE45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349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3F3BB6-D815-46B5-9094-78EAEAA6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320031-63D7-4457-86C0-873A8F1E1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E9242C-27DA-4D71-8027-0C1B9BF5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C24B5E-E75A-49B9-B7AC-6B576871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A16DBA-519B-42DF-8EF2-5114345B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66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351696B-B64B-45FC-A82D-E60E4C2595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6363EE-DCD2-42F6-B2E4-609047C0E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F2F163-A8AF-45E8-819B-BC8FADC7C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A4E78C-ADEC-4AB8-BEA7-9B32364F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CC69C3-6B3D-4EC4-BDFC-B93E57504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179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uverture 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aphique 2">
            <a:extLst>
              <a:ext uri="{FF2B5EF4-FFF2-40B4-BE49-F238E27FC236}">
                <a16:creationId xmlns:a16="http://schemas.microsoft.com/office/drawing/2014/main" id="{441A5E56-2E95-41CA-AAB0-759EE6144DD3}"/>
              </a:ext>
            </a:extLst>
          </p:cNvPr>
          <p:cNvGrpSpPr/>
          <p:nvPr userDrawn="1"/>
        </p:nvGrpSpPr>
        <p:grpSpPr>
          <a:xfrm>
            <a:off x="485450" y="490301"/>
            <a:ext cx="2434167" cy="1700065"/>
            <a:chOff x="2471737" y="1104900"/>
            <a:chExt cx="4200493" cy="2933699"/>
          </a:xfrm>
        </p:grpSpPr>
        <p:grpSp>
          <p:nvGrpSpPr>
            <p:cNvPr id="16" name="Graphique 2">
              <a:extLst>
                <a:ext uri="{FF2B5EF4-FFF2-40B4-BE49-F238E27FC236}">
                  <a16:creationId xmlns:a16="http://schemas.microsoft.com/office/drawing/2014/main" id="{449FE406-B627-4201-A48F-A2354F4D9824}"/>
                </a:ext>
              </a:extLst>
            </p:cNvPr>
            <p:cNvGrpSpPr/>
            <p:nvPr/>
          </p:nvGrpSpPr>
          <p:grpSpPr>
            <a:xfrm>
              <a:off x="2471737" y="3195351"/>
              <a:ext cx="4200493" cy="843248"/>
              <a:chOff x="2471737" y="3195351"/>
              <a:chExt cx="4200493" cy="843248"/>
            </a:xfrm>
            <a:solidFill>
              <a:srgbClr val="000000"/>
            </a:solidFill>
          </p:grpSpPr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C910B22B-3BD7-402A-AEC9-1C03E747DCA5}"/>
                  </a:ext>
                </a:extLst>
              </p:cNvPr>
              <p:cNvSpPr/>
              <p:nvPr/>
            </p:nvSpPr>
            <p:spPr>
              <a:xfrm>
                <a:off x="3415855" y="3211258"/>
                <a:ext cx="749807" cy="821340"/>
              </a:xfrm>
              <a:custGeom>
                <a:avLst/>
                <a:gdLst>
                  <a:gd name="connsiteX0" fmla="*/ 444913 w 749807"/>
                  <a:gd name="connsiteY0" fmla="*/ 0 h 821340"/>
                  <a:gd name="connsiteX1" fmla="*/ 159258 w 749807"/>
                  <a:gd name="connsiteY1" fmla="*/ 114300 h 821340"/>
                  <a:gd name="connsiteX2" fmla="*/ 159258 w 749807"/>
                  <a:gd name="connsiteY2" fmla="*/ 0 h 821340"/>
                  <a:gd name="connsiteX3" fmla="*/ 0 w 749807"/>
                  <a:gd name="connsiteY3" fmla="*/ 0 h 821340"/>
                  <a:gd name="connsiteX4" fmla="*/ 0 w 749807"/>
                  <a:gd name="connsiteY4" fmla="*/ 821341 h 821340"/>
                  <a:gd name="connsiteX5" fmla="*/ 159258 w 749807"/>
                  <a:gd name="connsiteY5" fmla="*/ 821341 h 821340"/>
                  <a:gd name="connsiteX6" fmla="*/ 159258 w 749807"/>
                  <a:gd name="connsiteY6" fmla="*/ 321945 h 821340"/>
                  <a:gd name="connsiteX7" fmla="*/ 416147 w 749807"/>
                  <a:gd name="connsiteY7" fmla="*/ 131254 h 821340"/>
                  <a:gd name="connsiteX8" fmla="*/ 589978 w 749807"/>
                  <a:gd name="connsiteY8" fmla="*/ 276701 h 821340"/>
                  <a:gd name="connsiteX9" fmla="*/ 590550 w 749807"/>
                  <a:gd name="connsiteY9" fmla="*/ 276701 h 821340"/>
                  <a:gd name="connsiteX10" fmla="*/ 590550 w 749807"/>
                  <a:gd name="connsiteY10" fmla="*/ 821245 h 821340"/>
                  <a:gd name="connsiteX11" fmla="*/ 749808 w 749807"/>
                  <a:gd name="connsiteY11" fmla="*/ 821245 h 821340"/>
                  <a:gd name="connsiteX12" fmla="*/ 749808 w 749807"/>
                  <a:gd name="connsiteY12" fmla="*/ 276796 h 821340"/>
                  <a:gd name="connsiteX13" fmla="*/ 444913 w 749807"/>
                  <a:gd name="connsiteY13" fmla="*/ 0 h 82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9807" h="821340">
                    <a:moveTo>
                      <a:pt x="444913" y="0"/>
                    </a:moveTo>
                    <a:cubicBezTo>
                      <a:pt x="248126" y="0"/>
                      <a:pt x="160972" y="112109"/>
                      <a:pt x="159258" y="114300"/>
                    </a:cubicBezTo>
                    <a:lnTo>
                      <a:pt x="159258" y="0"/>
                    </a:lnTo>
                    <a:lnTo>
                      <a:pt x="0" y="0"/>
                    </a:lnTo>
                    <a:lnTo>
                      <a:pt x="0" y="821341"/>
                    </a:lnTo>
                    <a:lnTo>
                      <a:pt x="159258" y="821341"/>
                    </a:lnTo>
                    <a:lnTo>
                      <a:pt x="159258" y="321945"/>
                    </a:lnTo>
                    <a:cubicBezTo>
                      <a:pt x="162687" y="201263"/>
                      <a:pt x="314420" y="131254"/>
                      <a:pt x="416147" y="131254"/>
                    </a:cubicBezTo>
                    <a:cubicBezTo>
                      <a:pt x="492157" y="131254"/>
                      <a:pt x="589978" y="183261"/>
                      <a:pt x="589978" y="276701"/>
                    </a:cubicBezTo>
                    <a:lnTo>
                      <a:pt x="590550" y="276701"/>
                    </a:lnTo>
                    <a:lnTo>
                      <a:pt x="590550" y="821245"/>
                    </a:lnTo>
                    <a:lnTo>
                      <a:pt x="749808" y="821245"/>
                    </a:lnTo>
                    <a:lnTo>
                      <a:pt x="749808" y="276796"/>
                    </a:lnTo>
                    <a:cubicBezTo>
                      <a:pt x="749713" y="92107"/>
                      <a:pt x="612743" y="0"/>
                      <a:pt x="444913" y="0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864E6E91-5585-4F6F-ACE6-4A6FF76C47A8}"/>
                  </a:ext>
                </a:extLst>
              </p:cNvPr>
              <p:cNvSpPr/>
              <p:nvPr/>
            </p:nvSpPr>
            <p:spPr>
              <a:xfrm>
                <a:off x="6005059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6" y="36004"/>
                      <a:pt x="478608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177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1FA0679D-AE7B-46B1-934A-E8319FC98439}"/>
                  </a:ext>
                </a:extLst>
              </p:cNvPr>
              <p:cNvSpPr/>
              <p:nvPr/>
            </p:nvSpPr>
            <p:spPr>
              <a:xfrm>
                <a:off x="5090064" y="3195351"/>
                <a:ext cx="793527" cy="843248"/>
              </a:xfrm>
              <a:custGeom>
                <a:avLst/>
                <a:gdLst>
                  <a:gd name="connsiteX0" fmla="*/ 403765 w 793527"/>
                  <a:gd name="connsiteY0" fmla="*/ 0 h 843248"/>
                  <a:gd name="connsiteX1" fmla="*/ 0 w 793527"/>
                  <a:gd name="connsiteY1" fmla="*/ 429578 h 843248"/>
                  <a:gd name="connsiteX2" fmla="*/ 440722 w 793527"/>
                  <a:gd name="connsiteY2" fmla="*/ 843248 h 843248"/>
                  <a:gd name="connsiteX3" fmla="*/ 753808 w 793527"/>
                  <a:gd name="connsiteY3" fmla="*/ 774573 h 843248"/>
                  <a:gd name="connsiteX4" fmla="*/ 695134 w 793527"/>
                  <a:gd name="connsiteY4" fmla="*/ 652081 h 843248"/>
                  <a:gd name="connsiteX5" fmla="*/ 435769 w 793527"/>
                  <a:gd name="connsiteY5" fmla="*/ 703040 h 843248"/>
                  <a:gd name="connsiteX6" fmla="*/ 165163 w 793527"/>
                  <a:gd name="connsiteY6" fmla="*/ 491204 h 843248"/>
                  <a:gd name="connsiteX7" fmla="*/ 632460 w 793527"/>
                  <a:gd name="connsiteY7" fmla="*/ 491204 h 843248"/>
                  <a:gd name="connsiteX8" fmla="*/ 793528 w 793527"/>
                  <a:gd name="connsiteY8" fmla="*/ 491204 h 843248"/>
                  <a:gd name="connsiteX9" fmla="*/ 793528 w 793527"/>
                  <a:gd name="connsiteY9" fmla="*/ 419671 h 843248"/>
                  <a:gd name="connsiteX10" fmla="*/ 403765 w 793527"/>
                  <a:gd name="connsiteY10" fmla="*/ 0 h 843248"/>
                  <a:gd name="connsiteX11" fmla="*/ 167068 w 793527"/>
                  <a:gd name="connsiteY11" fmla="*/ 359950 h 843248"/>
                  <a:gd name="connsiteX12" fmla="*/ 409670 w 793527"/>
                  <a:gd name="connsiteY12" fmla="*/ 135255 h 843248"/>
                  <a:gd name="connsiteX13" fmla="*/ 630460 w 793527"/>
                  <a:gd name="connsiteY13" fmla="*/ 359950 h 843248"/>
                  <a:gd name="connsiteX14" fmla="*/ 167068 w 793527"/>
                  <a:gd name="connsiteY14" fmla="*/ 359950 h 84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3527" h="843248">
                    <a:moveTo>
                      <a:pt x="403765" y="0"/>
                    </a:moveTo>
                    <a:cubicBezTo>
                      <a:pt x="173069" y="0"/>
                      <a:pt x="0" y="133255"/>
                      <a:pt x="0" y="429578"/>
                    </a:cubicBezTo>
                    <a:cubicBezTo>
                      <a:pt x="0" y="725900"/>
                      <a:pt x="218218" y="843248"/>
                      <a:pt x="440722" y="843248"/>
                    </a:cubicBezTo>
                    <a:cubicBezTo>
                      <a:pt x="645985" y="843248"/>
                      <a:pt x="753808" y="774573"/>
                      <a:pt x="753808" y="774573"/>
                    </a:cubicBezTo>
                    <a:lnTo>
                      <a:pt x="695134" y="652081"/>
                    </a:lnTo>
                    <a:cubicBezTo>
                      <a:pt x="695134" y="652081"/>
                      <a:pt x="615601" y="703040"/>
                      <a:pt x="435769" y="703040"/>
                    </a:cubicBezTo>
                    <a:cubicBezTo>
                      <a:pt x="314039" y="703040"/>
                      <a:pt x="183070" y="666274"/>
                      <a:pt x="165163" y="491204"/>
                    </a:cubicBezTo>
                    <a:lnTo>
                      <a:pt x="632460" y="491204"/>
                    </a:lnTo>
                    <a:lnTo>
                      <a:pt x="793528" y="491204"/>
                    </a:lnTo>
                    <a:lnTo>
                      <a:pt x="793528" y="419671"/>
                    </a:lnTo>
                    <a:cubicBezTo>
                      <a:pt x="793528" y="149162"/>
                      <a:pt x="668274" y="0"/>
                      <a:pt x="403765" y="0"/>
                    </a:cubicBezTo>
                    <a:close/>
                    <a:moveTo>
                      <a:pt x="167068" y="359950"/>
                    </a:moveTo>
                    <a:cubicBezTo>
                      <a:pt x="184975" y="186880"/>
                      <a:pt x="274415" y="135255"/>
                      <a:pt x="409670" y="135255"/>
                    </a:cubicBezTo>
                    <a:cubicBezTo>
                      <a:pt x="554831" y="135255"/>
                      <a:pt x="620458" y="204883"/>
                      <a:pt x="630460" y="359950"/>
                    </a:cubicBezTo>
                    <a:lnTo>
                      <a:pt x="167068" y="359950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024850A8-8D36-482C-89B1-9A0DF65551BD}"/>
                  </a:ext>
                </a:extLst>
              </p:cNvPr>
              <p:cNvSpPr/>
              <p:nvPr/>
            </p:nvSpPr>
            <p:spPr>
              <a:xfrm>
                <a:off x="4311705" y="3199161"/>
                <a:ext cx="667170" cy="837247"/>
              </a:xfrm>
              <a:custGeom>
                <a:avLst/>
                <a:gdLst>
                  <a:gd name="connsiteX0" fmla="*/ 413552 w 667170"/>
                  <a:gd name="connsiteY0" fmla="*/ 346234 h 837247"/>
                  <a:gd name="connsiteX1" fmla="*/ 413552 w 667170"/>
                  <a:gd name="connsiteY1" fmla="*/ 346043 h 837247"/>
                  <a:gd name="connsiteX2" fmla="*/ 270391 w 667170"/>
                  <a:gd name="connsiteY2" fmla="*/ 346043 h 837247"/>
                  <a:gd name="connsiteX3" fmla="*/ 151614 w 667170"/>
                  <a:gd name="connsiteY3" fmla="*/ 241649 h 837247"/>
                  <a:gd name="connsiteX4" fmla="*/ 323255 w 667170"/>
                  <a:gd name="connsiteY4" fmla="*/ 139256 h 837247"/>
                  <a:gd name="connsiteX5" fmla="*/ 571952 w 667170"/>
                  <a:gd name="connsiteY5" fmla="*/ 184309 h 837247"/>
                  <a:gd name="connsiteX6" fmla="*/ 626531 w 667170"/>
                  <a:gd name="connsiteY6" fmla="*/ 55912 h 837247"/>
                  <a:gd name="connsiteX7" fmla="*/ 339161 w 667170"/>
                  <a:gd name="connsiteY7" fmla="*/ 0 h 837247"/>
                  <a:gd name="connsiteX8" fmla="*/ 357 w 667170"/>
                  <a:gd name="connsiteY8" fmla="*/ 243650 h 837247"/>
                  <a:gd name="connsiteX9" fmla="*/ 253627 w 667170"/>
                  <a:gd name="connsiteY9" fmla="*/ 491204 h 837247"/>
                  <a:gd name="connsiteX10" fmla="*/ 253627 w 667170"/>
                  <a:gd name="connsiteY10" fmla="*/ 491395 h 837247"/>
                  <a:gd name="connsiteX11" fmla="*/ 396788 w 667170"/>
                  <a:gd name="connsiteY11" fmla="*/ 491395 h 837247"/>
                  <a:gd name="connsiteX12" fmla="*/ 515564 w 667170"/>
                  <a:gd name="connsiteY12" fmla="*/ 595694 h 837247"/>
                  <a:gd name="connsiteX13" fmla="*/ 343924 w 667170"/>
                  <a:gd name="connsiteY13" fmla="*/ 698087 h 837247"/>
                  <a:gd name="connsiteX14" fmla="*/ 68080 w 667170"/>
                  <a:gd name="connsiteY14" fmla="*/ 640842 h 837247"/>
                  <a:gd name="connsiteX15" fmla="*/ 13978 w 667170"/>
                  <a:gd name="connsiteY15" fmla="*/ 768572 h 837247"/>
                  <a:gd name="connsiteX16" fmla="*/ 328017 w 667170"/>
                  <a:gd name="connsiteY16" fmla="*/ 837247 h 837247"/>
                  <a:gd name="connsiteX17" fmla="*/ 666821 w 667170"/>
                  <a:gd name="connsiteY17" fmla="*/ 593598 h 837247"/>
                  <a:gd name="connsiteX18" fmla="*/ 413552 w 667170"/>
                  <a:gd name="connsiteY18" fmla="*/ 346234 h 83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67170" h="837247">
                    <a:moveTo>
                      <a:pt x="413552" y="346234"/>
                    </a:moveTo>
                    <a:lnTo>
                      <a:pt x="413552" y="346043"/>
                    </a:lnTo>
                    <a:lnTo>
                      <a:pt x="270391" y="346043"/>
                    </a:lnTo>
                    <a:cubicBezTo>
                      <a:pt x="190857" y="346043"/>
                      <a:pt x="148376" y="315373"/>
                      <a:pt x="151614" y="241649"/>
                    </a:cubicBezTo>
                    <a:cubicBezTo>
                      <a:pt x="154948" y="163830"/>
                      <a:pt x="239720" y="139256"/>
                      <a:pt x="323255" y="139256"/>
                    </a:cubicBezTo>
                    <a:cubicBezTo>
                      <a:pt x="442317" y="139256"/>
                      <a:pt x="530233" y="167545"/>
                      <a:pt x="571952" y="184309"/>
                    </a:cubicBezTo>
                    <a:lnTo>
                      <a:pt x="626531" y="55912"/>
                    </a:lnTo>
                    <a:cubicBezTo>
                      <a:pt x="580715" y="36004"/>
                      <a:pt x="478607" y="0"/>
                      <a:pt x="339161" y="0"/>
                    </a:cubicBezTo>
                    <a:cubicBezTo>
                      <a:pt x="199906" y="0"/>
                      <a:pt x="8549" y="55245"/>
                      <a:pt x="357" y="243650"/>
                    </a:cubicBezTo>
                    <a:cubicBezTo>
                      <a:pt x="-7644" y="427196"/>
                      <a:pt x="120086" y="488252"/>
                      <a:pt x="253627" y="491204"/>
                    </a:cubicBezTo>
                    <a:lnTo>
                      <a:pt x="253627" y="491395"/>
                    </a:lnTo>
                    <a:lnTo>
                      <a:pt x="396788" y="491395"/>
                    </a:lnTo>
                    <a:cubicBezTo>
                      <a:pt x="476321" y="491395"/>
                      <a:pt x="518803" y="522065"/>
                      <a:pt x="515564" y="595694"/>
                    </a:cubicBezTo>
                    <a:cubicBezTo>
                      <a:pt x="512231" y="673513"/>
                      <a:pt x="427458" y="698087"/>
                      <a:pt x="343924" y="698087"/>
                    </a:cubicBezTo>
                    <a:cubicBezTo>
                      <a:pt x="174855" y="698087"/>
                      <a:pt x="68080" y="640842"/>
                      <a:pt x="68080" y="640842"/>
                    </a:cubicBezTo>
                    <a:lnTo>
                      <a:pt x="13978" y="768572"/>
                    </a:lnTo>
                    <a:cubicBezTo>
                      <a:pt x="13978" y="768572"/>
                      <a:pt x="135612" y="837247"/>
                      <a:pt x="328017" y="837247"/>
                    </a:cubicBezTo>
                    <a:cubicBezTo>
                      <a:pt x="467273" y="837247"/>
                      <a:pt x="658630" y="782003"/>
                      <a:pt x="666821" y="593598"/>
                    </a:cubicBezTo>
                    <a:cubicBezTo>
                      <a:pt x="674727" y="410337"/>
                      <a:pt x="547092" y="349282"/>
                      <a:pt x="413552" y="346234"/>
                    </a:cubicBez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4D8D355-EDAD-414F-BF39-20AEE0C91120}"/>
                  </a:ext>
                </a:extLst>
              </p:cNvPr>
              <p:cNvSpPr/>
              <p:nvPr/>
            </p:nvSpPr>
            <p:spPr>
              <a:xfrm>
                <a:off x="2471737" y="3201066"/>
                <a:ext cx="761618" cy="833246"/>
              </a:xfrm>
              <a:custGeom>
                <a:avLst/>
                <a:gdLst>
                  <a:gd name="connsiteX0" fmla="*/ 378714 w 761618"/>
                  <a:gd name="connsiteY0" fmla="*/ 0 h 833246"/>
                  <a:gd name="connsiteX1" fmla="*/ 66485 w 761618"/>
                  <a:gd name="connsiteY1" fmla="*/ 51244 h 833246"/>
                  <a:gd name="connsiteX2" fmla="*/ 129445 w 761618"/>
                  <a:gd name="connsiteY2" fmla="*/ 179546 h 833246"/>
                  <a:gd name="connsiteX3" fmla="*/ 396716 w 761618"/>
                  <a:gd name="connsiteY3" fmla="*/ 139255 h 833246"/>
                  <a:gd name="connsiteX4" fmla="*/ 602552 w 761618"/>
                  <a:gd name="connsiteY4" fmla="*/ 288798 h 833246"/>
                  <a:gd name="connsiteX5" fmla="*/ 602552 w 761618"/>
                  <a:gd name="connsiteY5" fmla="*/ 338233 h 833246"/>
                  <a:gd name="connsiteX6" fmla="*/ 288322 w 761618"/>
                  <a:gd name="connsiteY6" fmla="*/ 338233 h 833246"/>
                  <a:gd name="connsiteX7" fmla="*/ 0 w 761618"/>
                  <a:gd name="connsiteY7" fmla="*/ 584645 h 833246"/>
                  <a:gd name="connsiteX8" fmla="*/ 310991 w 761618"/>
                  <a:gd name="connsiteY8" fmla="*/ 833247 h 833246"/>
                  <a:gd name="connsiteX9" fmla="*/ 602552 w 761618"/>
                  <a:gd name="connsiteY9" fmla="*/ 718756 h 833246"/>
                  <a:gd name="connsiteX10" fmla="*/ 602552 w 761618"/>
                  <a:gd name="connsiteY10" fmla="*/ 833247 h 833246"/>
                  <a:gd name="connsiteX11" fmla="*/ 761619 w 761618"/>
                  <a:gd name="connsiteY11" fmla="*/ 833247 h 833246"/>
                  <a:gd name="connsiteX12" fmla="*/ 761619 w 761618"/>
                  <a:gd name="connsiteY12" fmla="*/ 243554 h 833246"/>
                  <a:gd name="connsiteX13" fmla="*/ 378714 w 761618"/>
                  <a:gd name="connsiteY13" fmla="*/ 0 h 833246"/>
                  <a:gd name="connsiteX14" fmla="*/ 602552 w 761618"/>
                  <a:gd name="connsiteY14" fmla="*/ 507206 h 833246"/>
                  <a:gd name="connsiteX15" fmla="*/ 340328 w 761618"/>
                  <a:gd name="connsiteY15" fmla="*/ 701992 h 833246"/>
                  <a:gd name="connsiteX16" fmla="*/ 163068 w 761618"/>
                  <a:gd name="connsiteY16" fmla="*/ 582644 h 833246"/>
                  <a:gd name="connsiteX17" fmla="*/ 298323 w 761618"/>
                  <a:gd name="connsiteY17" fmla="*/ 463296 h 833246"/>
                  <a:gd name="connsiteX18" fmla="*/ 602647 w 761618"/>
                  <a:gd name="connsiteY18" fmla="*/ 463296 h 833246"/>
                  <a:gd name="connsiteX19" fmla="*/ 602647 w 761618"/>
                  <a:gd name="connsiteY19" fmla="*/ 507206 h 833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61618" h="833246">
                    <a:moveTo>
                      <a:pt x="378714" y="0"/>
                    </a:moveTo>
                    <a:cubicBezTo>
                      <a:pt x="232886" y="0"/>
                      <a:pt x="123063" y="30861"/>
                      <a:pt x="66485" y="51244"/>
                    </a:cubicBezTo>
                    <a:lnTo>
                      <a:pt x="129445" y="179546"/>
                    </a:lnTo>
                    <a:cubicBezTo>
                      <a:pt x="180880" y="162687"/>
                      <a:pt x="274320" y="139255"/>
                      <a:pt x="396716" y="139255"/>
                    </a:cubicBezTo>
                    <a:cubicBezTo>
                      <a:pt x="491204" y="139255"/>
                      <a:pt x="602552" y="164973"/>
                      <a:pt x="602552" y="288798"/>
                    </a:cubicBezTo>
                    <a:cubicBezTo>
                      <a:pt x="602552" y="288798"/>
                      <a:pt x="602361" y="334042"/>
                      <a:pt x="602552" y="338233"/>
                    </a:cubicBezTo>
                    <a:lnTo>
                      <a:pt x="288322" y="338233"/>
                    </a:lnTo>
                    <a:cubicBezTo>
                      <a:pt x="129254" y="338042"/>
                      <a:pt x="0" y="393763"/>
                      <a:pt x="0" y="584645"/>
                    </a:cubicBezTo>
                    <a:cubicBezTo>
                      <a:pt x="0" y="755332"/>
                      <a:pt x="139732" y="833247"/>
                      <a:pt x="310991" y="833247"/>
                    </a:cubicBezTo>
                    <a:cubicBezTo>
                      <a:pt x="513779" y="833247"/>
                      <a:pt x="602552" y="718756"/>
                      <a:pt x="602552" y="718756"/>
                    </a:cubicBezTo>
                    <a:lnTo>
                      <a:pt x="602552" y="833247"/>
                    </a:lnTo>
                    <a:lnTo>
                      <a:pt x="761619" y="833247"/>
                    </a:lnTo>
                    <a:lnTo>
                      <a:pt x="761619" y="243554"/>
                    </a:lnTo>
                    <a:cubicBezTo>
                      <a:pt x="752475" y="55150"/>
                      <a:pt x="536067" y="0"/>
                      <a:pt x="378714" y="0"/>
                    </a:cubicBezTo>
                    <a:close/>
                    <a:moveTo>
                      <a:pt x="602552" y="507206"/>
                    </a:moveTo>
                    <a:cubicBezTo>
                      <a:pt x="602552" y="630364"/>
                      <a:pt x="445294" y="701992"/>
                      <a:pt x="340328" y="701992"/>
                    </a:cubicBezTo>
                    <a:cubicBezTo>
                      <a:pt x="262795" y="701992"/>
                      <a:pt x="163068" y="676084"/>
                      <a:pt x="163068" y="582644"/>
                    </a:cubicBezTo>
                    <a:cubicBezTo>
                      <a:pt x="163068" y="489204"/>
                      <a:pt x="216789" y="463296"/>
                      <a:pt x="298323" y="463296"/>
                    </a:cubicBezTo>
                    <a:lnTo>
                      <a:pt x="602647" y="463296"/>
                    </a:lnTo>
                    <a:lnTo>
                      <a:pt x="602647" y="507206"/>
                    </a:lnTo>
                    <a:close/>
                  </a:path>
                </a:pathLst>
              </a:custGeom>
              <a:solidFill>
                <a:srgbClr val="3C3C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2400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7148A700-F7D8-4402-9F95-58B18F8C236D}"/>
                </a:ext>
              </a:extLst>
            </p:cNvPr>
            <p:cNvSpPr/>
            <p:nvPr/>
          </p:nvSpPr>
          <p:spPr>
            <a:xfrm>
              <a:off x="4142993" y="1104900"/>
              <a:ext cx="859916" cy="433102"/>
            </a:xfrm>
            <a:custGeom>
              <a:avLst/>
              <a:gdLst>
                <a:gd name="connsiteX0" fmla="*/ 859917 w 859916"/>
                <a:gd name="connsiteY0" fmla="*/ 124968 h 433102"/>
                <a:gd name="connsiteX1" fmla="*/ 431387 w 859916"/>
                <a:gd name="connsiteY1" fmla="*/ 0 h 433102"/>
                <a:gd name="connsiteX2" fmla="*/ 0 w 859916"/>
                <a:gd name="connsiteY2" fmla="*/ 118967 h 433102"/>
                <a:gd name="connsiteX3" fmla="*/ 430435 w 859916"/>
                <a:gd name="connsiteY3" fmla="*/ 433102 h 433102"/>
                <a:gd name="connsiteX4" fmla="*/ 859917 w 859916"/>
                <a:gd name="connsiteY4" fmla="*/ 124968 h 43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9916" h="433102">
                  <a:moveTo>
                    <a:pt x="859917" y="124968"/>
                  </a:moveTo>
                  <a:cubicBezTo>
                    <a:pt x="742759" y="49720"/>
                    <a:pt x="588645" y="0"/>
                    <a:pt x="431387" y="0"/>
                  </a:cubicBezTo>
                  <a:cubicBezTo>
                    <a:pt x="285274" y="0"/>
                    <a:pt x="134779" y="35719"/>
                    <a:pt x="0" y="118967"/>
                  </a:cubicBezTo>
                  <a:cubicBezTo>
                    <a:pt x="0" y="118967"/>
                    <a:pt x="183642" y="432530"/>
                    <a:pt x="430435" y="433102"/>
                  </a:cubicBezTo>
                  <a:cubicBezTo>
                    <a:pt x="677132" y="433673"/>
                    <a:pt x="859917" y="124968"/>
                    <a:pt x="859917" y="124968"/>
                  </a:cubicBez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043231D7-5025-44C3-900B-149CF010FC9F}"/>
                </a:ext>
              </a:extLst>
            </p:cNvPr>
            <p:cNvSpPr/>
            <p:nvPr/>
          </p:nvSpPr>
          <p:spPr>
            <a:xfrm>
              <a:off x="3749374" y="1300924"/>
              <a:ext cx="466844" cy="817244"/>
            </a:xfrm>
            <a:custGeom>
              <a:avLst/>
              <a:gdLst>
                <a:gd name="connsiteX0" fmla="*/ 287416 w 466844"/>
                <a:gd name="connsiteY0" fmla="*/ 0 h 817244"/>
                <a:gd name="connsiteX1" fmla="*/ 40051 w 466844"/>
                <a:gd name="connsiteY1" fmla="*/ 371570 h 817244"/>
                <a:gd name="connsiteX2" fmla="*/ 24145 w 466844"/>
                <a:gd name="connsiteY2" fmla="*/ 817245 h 817244"/>
                <a:gd name="connsiteX3" fmla="*/ 451722 w 466844"/>
                <a:gd name="connsiteY3" fmla="*/ 506444 h 817244"/>
                <a:gd name="connsiteX4" fmla="*/ 287416 w 466844"/>
                <a:gd name="connsiteY4" fmla="*/ 0 h 81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844" h="817244">
                  <a:moveTo>
                    <a:pt x="287416" y="0"/>
                  </a:moveTo>
                  <a:cubicBezTo>
                    <a:pt x="175021" y="94488"/>
                    <a:pt x="88915" y="222123"/>
                    <a:pt x="40051" y="371570"/>
                  </a:cubicBezTo>
                  <a:cubicBezTo>
                    <a:pt x="-8907" y="521018"/>
                    <a:pt x="-11479" y="669322"/>
                    <a:pt x="24145" y="817245"/>
                  </a:cubicBezTo>
                  <a:cubicBezTo>
                    <a:pt x="24145" y="817245"/>
                    <a:pt x="374855" y="740855"/>
                    <a:pt x="451722" y="506444"/>
                  </a:cubicBezTo>
                  <a:cubicBezTo>
                    <a:pt x="528589" y="272034"/>
                    <a:pt x="287416" y="0"/>
                    <a:pt x="287416" y="0"/>
                  </a:cubicBezTo>
                  <a:close/>
                </a:path>
              </a:pathLst>
            </a:custGeom>
            <a:solidFill>
              <a:srgbClr val="FF99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057539C-0DF8-4385-B5A0-076759EE1E9E}"/>
                </a:ext>
              </a:extLst>
            </p:cNvPr>
            <p:cNvSpPr/>
            <p:nvPr/>
          </p:nvSpPr>
          <p:spPr>
            <a:xfrm>
              <a:off x="3810094" y="2167431"/>
              <a:ext cx="695999" cy="571005"/>
            </a:xfrm>
            <a:custGeom>
              <a:avLst/>
              <a:gdLst>
                <a:gd name="connsiteX0" fmla="*/ 0 w 695999"/>
                <a:gd name="connsiteY0" fmla="*/ 63418 h 571005"/>
                <a:gd name="connsiteX1" fmla="*/ 274034 w 695999"/>
                <a:gd name="connsiteY1" fmla="*/ 414986 h 571005"/>
                <a:gd name="connsiteX2" fmla="*/ 693611 w 695999"/>
                <a:gd name="connsiteY2" fmla="*/ 571006 h 571005"/>
                <a:gd name="connsiteX3" fmla="*/ 529400 w 695999"/>
                <a:gd name="connsiteY3" fmla="*/ 65133 h 571005"/>
                <a:gd name="connsiteX4" fmla="*/ 0 w 695999"/>
                <a:gd name="connsiteY4" fmla="*/ 63418 h 57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999" h="571005">
                  <a:moveTo>
                    <a:pt x="0" y="63418"/>
                  </a:moveTo>
                  <a:cubicBezTo>
                    <a:pt x="57436" y="202198"/>
                    <a:pt x="148876" y="322022"/>
                    <a:pt x="274034" y="414986"/>
                  </a:cubicBezTo>
                  <a:cubicBezTo>
                    <a:pt x="400241" y="508712"/>
                    <a:pt x="552926" y="561671"/>
                    <a:pt x="693611" y="571006"/>
                  </a:cubicBezTo>
                  <a:cubicBezTo>
                    <a:pt x="693611" y="571006"/>
                    <a:pt x="728758" y="210675"/>
                    <a:pt x="529400" y="65133"/>
                  </a:cubicBezTo>
                  <a:cubicBezTo>
                    <a:pt x="330041" y="-80409"/>
                    <a:pt x="0" y="63418"/>
                    <a:pt x="0" y="63418"/>
                  </a:cubicBezTo>
                  <a:close/>
                </a:path>
              </a:pathLst>
            </a:custGeom>
            <a:solidFill>
              <a:srgbClr val="E1000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C9A25EC6-816D-4BF1-B5DF-B2396460CD9C}"/>
                </a:ext>
              </a:extLst>
            </p:cNvPr>
            <p:cNvSpPr/>
            <p:nvPr/>
          </p:nvSpPr>
          <p:spPr>
            <a:xfrm>
              <a:off x="4633686" y="2165635"/>
              <a:ext cx="694216" cy="572421"/>
            </a:xfrm>
            <a:custGeom>
              <a:avLst/>
              <a:gdLst>
                <a:gd name="connsiteX0" fmla="*/ 3178 w 694216"/>
                <a:gd name="connsiteY0" fmla="*/ 572422 h 572421"/>
                <a:gd name="connsiteX1" fmla="*/ 420087 w 694216"/>
                <a:gd name="connsiteY1" fmla="*/ 414783 h 572421"/>
                <a:gd name="connsiteX2" fmla="*/ 694217 w 694216"/>
                <a:gd name="connsiteY2" fmla="*/ 61024 h 572421"/>
                <a:gd name="connsiteX3" fmla="*/ 161960 w 694216"/>
                <a:gd name="connsiteY3" fmla="*/ 66930 h 572421"/>
                <a:gd name="connsiteX4" fmla="*/ 3178 w 694216"/>
                <a:gd name="connsiteY4" fmla="*/ 572422 h 57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16" h="572421">
                  <a:moveTo>
                    <a:pt x="3178" y="572422"/>
                  </a:moveTo>
                  <a:cubicBezTo>
                    <a:pt x="160817" y="556705"/>
                    <a:pt x="292738" y="506985"/>
                    <a:pt x="420087" y="414783"/>
                  </a:cubicBezTo>
                  <a:cubicBezTo>
                    <a:pt x="543341" y="325533"/>
                    <a:pt x="637162" y="199327"/>
                    <a:pt x="694217" y="61024"/>
                  </a:cubicBezTo>
                  <a:cubicBezTo>
                    <a:pt x="694217" y="61024"/>
                    <a:pt x="360080" y="-80136"/>
                    <a:pt x="161960" y="66930"/>
                  </a:cubicBezTo>
                  <a:cubicBezTo>
                    <a:pt x="-36160" y="213996"/>
                    <a:pt x="3178" y="572422"/>
                    <a:pt x="3178" y="572422"/>
                  </a:cubicBezTo>
                  <a:close/>
                </a:path>
              </a:pathLst>
            </a:custGeom>
            <a:solidFill>
              <a:srgbClr val="5770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B6F03869-A025-426A-8DB2-BBE57A2FA149}"/>
                </a:ext>
              </a:extLst>
            </p:cNvPr>
            <p:cNvSpPr/>
            <p:nvPr/>
          </p:nvSpPr>
          <p:spPr>
            <a:xfrm>
              <a:off x="4920405" y="1302353"/>
              <a:ext cx="465742" cy="817435"/>
            </a:xfrm>
            <a:custGeom>
              <a:avLst/>
              <a:gdLst>
                <a:gd name="connsiteX0" fmla="*/ 441883 w 465742"/>
                <a:gd name="connsiteY0" fmla="*/ 817436 h 817435"/>
                <a:gd name="connsiteX1" fmla="*/ 427024 w 465742"/>
                <a:gd name="connsiteY1" fmla="*/ 371189 h 817435"/>
                <a:gd name="connsiteX2" fmla="*/ 180707 w 465742"/>
                <a:gd name="connsiteY2" fmla="*/ 0 h 817435"/>
                <a:gd name="connsiteX3" fmla="*/ 14687 w 465742"/>
                <a:gd name="connsiteY3" fmla="*/ 504158 h 817435"/>
                <a:gd name="connsiteX4" fmla="*/ 441883 w 465742"/>
                <a:gd name="connsiteY4" fmla="*/ 817436 h 8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742" h="817435">
                  <a:moveTo>
                    <a:pt x="441883" y="817436"/>
                  </a:moveTo>
                  <a:cubicBezTo>
                    <a:pt x="476268" y="675799"/>
                    <a:pt x="475316" y="520827"/>
                    <a:pt x="427024" y="371189"/>
                  </a:cubicBezTo>
                  <a:cubicBezTo>
                    <a:pt x="378732" y="221552"/>
                    <a:pt x="292340" y="97917"/>
                    <a:pt x="180707" y="0"/>
                  </a:cubicBezTo>
                  <a:cubicBezTo>
                    <a:pt x="180707" y="0"/>
                    <a:pt x="-61037" y="269272"/>
                    <a:pt x="14687" y="504158"/>
                  </a:cubicBezTo>
                  <a:cubicBezTo>
                    <a:pt x="90410" y="739045"/>
                    <a:pt x="441883" y="817436"/>
                    <a:pt x="441883" y="817436"/>
                  </a:cubicBezTo>
                  <a:close/>
                </a:path>
              </a:pathLst>
            </a:custGeom>
            <a:solidFill>
              <a:srgbClr val="00AC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F1AA8A00-22A6-4AC2-960F-2483AE6782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rgbClr val="262626"/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 baseline="0"/>
            </a:lvl2pPr>
          </a:lstStyle>
          <a:p>
            <a:pPr lvl="0"/>
            <a:r>
              <a:rPr lang="fr-FR" dirty="0"/>
              <a:t>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  <a:p>
            <a:pPr lvl="1"/>
            <a:r>
              <a:rPr lang="fr-FR" dirty="0"/>
              <a:t>Sous-titre de la présentation </a:t>
            </a:r>
            <a:br>
              <a:rPr lang="fr-FR" dirty="0"/>
            </a:br>
            <a:r>
              <a:rPr lang="fr-FR" dirty="0"/>
              <a:t>sur deux lignes maximum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2FC0E8-6F73-4131-92BB-23652B1A5AB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66300" y="6212901"/>
            <a:ext cx="1560000" cy="282572"/>
          </a:xfrm>
        </p:spPr>
        <p:txBody>
          <a:bodyPr>
            <a:noAutofit/>
          </a:bodyPr>
          <a:lstStyle/>
          <a:p>
            <a:pPr algn="r"/>
            <a:r>
              <a:rPr lang="fr-FR" cap="all" dirty="0"/>
              <a:t>XX/XX/2021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1DF7BD-76CD-45EB-8FE8-07FE684BDF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>
            <a:noAutofit/>
          </a:bodyPr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6" name="ZoneTexte 25"/>
          <p:cNvSpPr txBox="1"/>
          <p:nvPr userDrawn="1"/>
        </p:nvSpPr>
        <p:spPr>
          <a:xfrm>
            <a:off x="365190" y="6059015"/>
            <a:ext cx="4569829" cy="761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947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Connaître, évaluer, protéger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95573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0181D42-439B-42C2-B337-10C69EF8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83A34E-620D-4365-8BC0-3DED06A1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EFDDCB-3102-4A08-9F1A-A75B64CC2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D7A7C-49E6-4710-BB56-9A9E327A362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A5F04D-C344-4B23-B63D-FEFCA8EC6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88D41E-5DC5-42A4-B719-A875197CD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0F9E4-F6FF-4103-A9D1-50A7BCEA2A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009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386866" y="2388286"/>
            <a:ext cx="11232000" cy="18619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Mixing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multiblock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approaches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to explore one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health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antimicrobial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4000" dirty="0" err="1">
                <a:latin typeface="Arial" panose="020B0604020202020204" pitchFamily="34" charset="0"/>
                <a:cs typeface="Arial" panose="020B0604020202020204" pitchFamily="34" charset="0"/>
              </a:rPr>
              <a:t>resistance</a:t>
            </a:r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 in France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5"/>
          </p:nvPr>
        </p:nvSpPr>
        <p:spPr>
          <a:xfrm>
            <a:off x="10232434" y="6215064"/>
            <a:ext cx="1560000" cy="282572"/>
          </a:xfrm>
        </p:spPr>
        <p:txBody>
          <a:bodyPr/>
          <a:lstStyle/>
          <a:p>
            <a:pPr algn="r"/>
            <a:r>
              <a:rPr lang="fr-FR" cap="all" dirty="0"/>
              <a:t>15/07/2026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7"/>
          </p:nvPr>
        </p:nvSpPr>
        <p:spPr>
          <a:xfrm>
            <a:off x="9177867" y="6492875"/>
            <a:ext cx="2870200" cy="365125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FA7F13E-BD9B-4037-891C-B98C74538E8F}"/>
              </a:ext>
            </a:extLst>
          </p:cNvPr>
          <p:cNvSpPr txBox="1"/>
          <p:nvPr/>
        </p:nvSpPr>
        <p:spPr>
          <a:xfrm>
            <a:off x="1667934" y="4348845"/>
            <a:ext cx="7941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Gaspard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Martet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, Stéphanie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Bougeard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, Claire Chauvin</a:t>
            </a:r>
            <a:b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Anses, Unité Epidémiologie, Santé et Bien-être (</a:t>
            </a:r>
            <a:r>
              <a:rPr lang="fr-F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EpiSaBE</a:t>
            </a:r>
            <a:r>
              <a:rPr lang="fr-F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), Laboratoire de Ploufragan-Plouzané-Niort, France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gaspard.martet@anses.fr</a:t>
            </a:r>
          </a:p>
        </p:txBody>
      </p:sp>
    </p:spTree>
    <p:extLst>
      <p:ext uri="{BB962C8B-B14F-4D97-AF65-F5344CB8AC3E}">
        <p14:creationId xmlns:p14="http://schemas.microsoft.com/office/powerpoint/2010/main" val="38119926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47</Words>
  <Application>Microsoft Office PowerPoint</Application>
  <PresentationFormat>Grand écran</PresentationFormat>
  <Paragraphs>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MARTET Gaspard</dc:creator>
  <cp:lastModifiedBy>MARTET Gaspard</cp:lastModifiedBy>
  <cp:revision>3</cp:revision>
  <dcterms:created xsi:type="dcterms:W3CDTF">2026-07-15T12:34:55Z</dcterms:created>
  <dcterms:modified xsi:type="dcterms:W3CDTF">2026-07-15T13:13:21Z</dcterms:modified>
</cp:coreProperties>
</file>